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>
        <p:scale>
          <a:sx n="150" d="100"/>
          <a:sy n="150" d="100"/>
        </p:scale>
        <p:origin x="-99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03/06/2026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394328"/>
            <a:ext cx="8938421" cy="1480193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768320"/>
            <a:ext cx="8945154" cy="3134656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218000" y="3195970"/>
            <a:ext cx="1348450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53" idx="0"/>
            <a:endCxn id="30" idx="0"/>
          </p:cNvCxnSpPr>
          <p:nvPr/>
        </p:nvCxnSpPr>
        <p:spPr>
          <a:xfrm rot="16200000" flipH="1" flipV="1">
            <a:off x="9144481" y="-1521165"/>
            <a:ext cx="2381" cy="4989980"/>
          </a:xfrm>
          <a:prstGeom prst="bentConnector3">
            <a:avLst>
              <a:gd name="adj1" fmla="val -5200546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11910227" y="137527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89A73E-7D5A-992A-9A68-6FE89858781A}"/>
              </a:ext>
            </a:extLst>
          </p:cNvPr>
          <p:cNvSpPr/>
          <p:nvPr/>
        </p:nvSpPr>
        <p:spPr>
          <a:xfrm>
            <a:off x="6096000" y="3185264"/>
            <a:ext cx="1810424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3D5032E-518E-2926-F2FA-E0CDF93CC44C}"/>
              </a:ext>
            </a:extLst>
          </p:cNvPr>
          <p:cNvCxnSpPr>
            <a:cxnSpLocks/>
            <a:stCxn id="53" idx="2"/>
            <a:endCxn id="37" idx="2"/>
          </p:cNvCxnSpPr>
          <p:nvPr/>
        </p:nvCxnSpPr>
        <p:spPr>
          <a:xfrm rot="5400000">
            <a:off x="7842205" y="-119762"/>
            <a:ext cx="2215242" cy="5381672"/>
          </a:xfrm>
          <a:prstGeom prst="bentConnector3">
            <a:avLst>
              <a:gd name="adj1" fmla="val 105446"/>
            </a:avLst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F294B085-D38C-91EA-C5CB-A8BB1D9ABCBD}"/>
              </a:ext>
            </a:extLst>
          </p:cNvPr>
          <p:cNvCxnSpPr>
            <a:cxnSpLocks/>
            <a:stCxn id="14" idx="1"/>
            <a:endCxn id="12" idx="0"/>
          </p:cNvCxnSpPr>
          <p:nvPr/>
        </p:nvCxnSpPr>
        <p:spPr>
          <a:xfrm rot="10800000" flipV="1">
            <a:off x="7663761" y="2888469"/>
            <a:ext cx="418948" cy="302737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9071D68-9386-6F71-3E8E-0ADB3D96B6EF}"/>
              </a:ext>
            </a:extLst>
          </p:cNvPr>
          <p:cNvSpPr/>
          <p:nvPr/>
        </p:nvSpPr>
        <p:spPr>
          <a:xfrm>
            <a:off x="7421097" y="3191207"/>
            <a:ext cx="48532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9A3D93-BB7D-1B1F-13CC-5BFCFFFDD25D}"/>
              </a:ext>
            </a:extLst>
          </p:cNvPr>
          <p:cNvSpPr/>
          <p:nvPr/>
        </p:nvSpPr>
        <p:spPr>
          <a:xfrm>
            <a:off x="8082709" y="2774557"/>
            <a:ext cx="152198" cy="2278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7D995C-597C-4596-45AE-716661716976}"/>
              </a:ext>
            </a:extLst>
          </p:cNvPr>
          <p:cNvSpPr/>
          <p:nvPr/>
        </p:nvSpPr>
        <p:spPr>
          <a:xfrm>
            <a:off x="6118061" y="3542830"/>
            <a:ext cx="28185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1F9B2DC-EDEF-5EA3-401D-88BF183F9C26}"/>
              </a:ext>
            </a:extLst>
          </p:cNvPr>
          <p:cNvCxnSpPr>
            <a:cxnSpLocks/>
            <a:stCxn id="22" idx="2"/>
            <a:endCxn id="3" idx="1"/>
          </p:cNvCxnSpPr>
          <p:nvPr/>
        </p:nvCxnSpPr>
        <p:spPr>
          <a:xfrm rot="16200000" flipH="1">
            <a:off x="4610015" y="1944687"/>
            <a:ext cx="1957219" cy="1014752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460" idx="3"/>
            <a:endCxn id="291" idx="3"/>
          </p:cNvCxnSpPr>
          <p:nvPr/>
        </p:nvCxnSpPr>
        <p:spPr>
          <a:xfrm>
            <a:off x="2589914" y="-3538836"/>
            <a:ext cx="946104" cy="3409804"/>
          </a:xfrm>
          <a:prstGeom prst="bentConnector3">
            <a:avLst>
              <a:gd name="adj1" fmla="val 27844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4693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4596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4540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8895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8798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8742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070991" y="4831241"/>
            <a:ext cx="34195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7860873" y="5041359"/>
            <a:ext cx="38398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D2BA40-0772-8163-8835-AFBFE16722D5}"/>
              </a:ext>
            </a:extLst>
          </p:cNvPr>
          <p:cNvSpPr txBox="1"/>
          <p:nvPr/>
        </p:nvSpPr>
        <p:spPr>
          <a:xfrm>
            <a:off x="7368129" y="60343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connectors.influxv3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4E3820-A1CB-07BF-A5A0-76EB714A974A}"/>
              </a:ext>
            </a:extLst>
          </p:cNvPr>
          <p:cNvSpPr txBox="1"/>
          <p:nvPr/>
        </p:nvSpPr>
        <p:spPr>
          <a:xfrm>
            <a:off x="7292508" y="60246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BFDF1F-6B08-2EEF-2D09-E5B0EBC2E831}"/>
              </a:ext>
            </a:extLst>
          </p:cNvPr>
          <p:cNvSpPr txBox="1"/>
          <p:nvPr/>
        </p:nvSpPr>
        <p:spPr>
          <a:xfrm>
            <a:off x="7519843" y="60190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9" name="Elbow Connector 22">
            <a:extLst>
              <a:ext uri="{FF2B5EF4-FFF2-40B4-BE49-F238E27FC236}">
                <a16:creationId xmlns:a16="http://schemas.microsoft.com/office/drawing/2014/main" id="{5C2A44A1-B44A-5910-E7D9-704185C66528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8288465" y="4613750"/>
            <a:ext cx="2993083" cy="2175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" name="TextBox 459">
            <a:extLst>
              <a:ext uri="{FF2B5EF4-FFF2-40B4-BE49-F238E27FC236}">
                <a16:creationId xmlns:a16="http://schemas.microsoft.com/office/drawing/2014/main" id="{4B5E1871-C221-275F-6CE4-5C584902FD5E}"/>
              </a:ext>
            </a:extLst>
          </p:cNvPr>
          <p:cNvSpPr txBox="1"/>
          <p:nvPr/>
        </p:nvSpPr>
        <p:spPr>
          <a:xfrm>
            <a:off x="1658890" y="-3723502"/>
            <a:ext cx="9310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tools.lib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E78831C2-91D8-DE0A-E638-4FB8DAD2CD4E}"/>
              </a:ext>
            </a:extLst>
          </p:cNvPr>
          <p:cNvSpPr txBox="1"/>
          <p:nvPr/>
        </p:nvSpPr>
        <p:spPr>
          <a:xfrm>
            <a:off x="1593986" y="-379770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466" name="Elbow Connector 63">
            <a:extLst>
              <a:ext uri="{FF2B5EF4-FFF2-40B4-BE49-F238E27FC236}">
                <a16:creationId xmlns:a16="http://schemas.microsoft.com/office/drawing/2014/main" id="{6297D9CB-E1A6-72B4-B77C-F3785A3EAE7E}"/>
              </a:ext>
            </a:extLst>
          </p:cNvPr>
          <p:cNvCxnSpPr>
            <a:cxnSpLocks/>
            <a:stCxn id="460" idx="1"/>
            <a:endCxn id="326" idx="1"/>
          </p:cNvCxnSpPr>
          <p:nvPr/>
        </p:nvCxnSpPr>
        <p:spPr>
          <a:xfrm rot="10800000" flipV="1">
            <a:off x="1656758" y="-3538837"/>
            <a:ext cx="2132" cy="521715"/>
          </a:xfrm>
          <a:prstGeom prst="bentConnector3">
            <a:avLst>
              <a:gd name="adj1" fmla="val 1082232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4675</Words>
  <Application>Microsoft Office PowerPoint</Application>
  <PresentationFormat>Widescreen</PresentationFormat>
  <Paragraphs>2072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1075</cp:revision>
  <dcterms:created xsi:type="dcterms:W3CDTF">2020-11-26T09:53:59Z</dcterms:created>
  <dcterms:modified xsi:type="dcterms:W3CDTF">2026-06-03T14:34:16Z</dcterms:modified>
</cp:coreProperties>
</file>