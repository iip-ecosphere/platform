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06" r:id="rId2"/>
    <p:sldId id="308" r:id="rId3"/>
    <p:sldId id="309" r:id="rId4"/>
    <p:sldId id="310" r:id="rId5"/>
    <p:sldId id="311" r:id="rId6"/>
    <p:sldId id="312" r:id="rId7"/>
    <p:sldId id="314" r:id="rId8"/>
    <p:sldId id="313" r:id="rId9"/>
    <p:sldId id="316" r:id="rId10"/>
    <p:sldId id="317" r:id="rId11"/>
    <p:sldId id="318" r:id="rId12"/>
    <p:sldId id="320" r:id="rId13"/>
    <p:sldId id="321" r:id="rId14"/>
    <p:sldId id="322" r:id="rId15"/>
    <p:sldId id="315" r:id="rId16"/>
    <p:sldId id="324" r:id="rId17"/>
    <p:sldId id="325" r:id="rId18"/>
    <p:sldId id="326" r:id="rId19"/>
    <p:sldId id="327" r:id="rId20"/>
    <p:sldId id="323" r:id="rId21"/>
    <p:sldId id="301" r:id="rId22"/>
    <p:sldId id="284" r:id="rId23"/>
    <p:sldId id="257" r:id="rId24"/>
    <p:sldId id="256" r:id="rId25"/>
    <p:sldId id="305" r:id="rId26"/>
    <p:sldId id="295" r:id="rId27"/>
    <p:sldId id="259" r:id="rId28"/>
    <p:sldId id="260" r:id="rId29"/>
    <p:sldId id="261" r:id="rId30"/>
    <p:sldId id="267" r:id="rId31"/>
    <p:sldId id="268" r:id="rId32"/>
    <p:sldId id="291" r:id="rId33"/>
    <p:sldId id="292" r:id="rId34"/>
    <p:sldId id="298" r:id="rId35"/>
    <p:sldId id="299" r:id="rId36"/>
    <p:sldId id="300" r:id="rId37"/>
    <p:sldId id="304" r:id="rId38"/>
    <p:sldId id="269" r:id="rId39"/>
    <p:sldId id="274" r:id="rId40"/>
    <p:sldId id="271" r:id="rId41"/>
    <p:sldId id="280" r:id="rId42"/>
    <p:sldId id="303" r:id="rId43"/>
    <p:sldId id="281" r:id="rId44"/>
    <p:sldId id="283" r:id="rId45"/>
    <p:sldId id="272" r:id="rId46"/>
    <p:sldId id="262" r:id="rId47"/>
    <p:sldId id="275" r:id="rId48"/>
    <p:sldId id="278" r:id="rId49"/>
    <p:sldId id="328" r:id="rId50"/>
    <p:sldId id="285" r:id="rId51"/>
    <p:sldId id="287" r:id="rId52"/>
    <p:sldId id="290" r:id="rId53"/>
    <p:sldId id="264" r:id="rId54"/>
    <p:sldId id="282" r:id="rId55"/>
    <p:sldId id="302" r:id="rId56"/>
    <p:sldId id="273" r:id="rId57"/>
    <p:sldId id="289" r:id="rId58"/>
    <p:sldId id="266" r:id="rId59"/>
    <p:sldId id="276" r:id="rId60"/>
    <p:sldId id="277" r:id="rId61"/>
    <p:sldId id="279" r:id="rId62"/>
    <p:sldId id="293" r:id="rId63"/>
    <p:sldId id="294" r:id="rId64"/>
    <p:sldId id="296" r:id="rId65"/>
  </p:sldIdLst>
  <p:sldSz cx="12192000" cy="6858000"/>
  <p:notesSz cx="6858000" cy="9144000"/>
  <p:defaultTextStyle>
    <a:defPPr>
      <a:defRPr lang="en-US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C5D1"/>
    <a:srgbClr val="086171"/>
    <a:srgbClr val="D76A63"/>
    <a:srgbClr val="A3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60" autoAdjust="0"/>
  </p:normalViewPr>
  <p:slideViewPr>
    <p:cSldViewPr snapToGrid="0">
      <p:cViewPr varScale="1">
        <p:scale>
          <a:sx n="111" d="100"/>
          <a:sy n="111" d="100"/>
        </p:scale>
        <p:origin x="20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498325-8750-4867-9A3E-688D19785A34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94AF7F80-3F63-47D0-BC50-F3F87D22F6F2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Install prerequisites </a:t>
          </a:r>
          <a:endParaRPr lang="en-DE" sz="2000" dirty="0"/>
        </a:p>
      </dgm:t>
    </dgm:pt>
    <dgm:pt modelId="{068197D8-72C6-45D6-9004-129920F39C36}" type="parTrans" cxnId="{9C871E53-EE71-4A27-BEA5-770ADD980DA5}">
      <dgm:prSet/>
      <dgm:spPr/>
      <dgm:t>
        <a:bodyPr/>
        <a:lstStyle/>
        <a:p>
          <a:endParaRPr lang="en-DE"/>
        </a:p>
      </dgm:t>
    </dgm:pt>
    <dgm:pt modelId="{F35CE125-F7B1-4A6E-945E-79FF60C21BF4}" type="sibTrans" cxnId="{9C871E53-EE71-4A27-BEA5-770ADD980DA5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0FBF3DBE-8E13-4859-98C6-62B22CA4B6B3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Start private Docker registry</a:t>
          </a:r>
          <a:endParaRPr lang="en-DE" sz="2000" dirty="0"/>
        </a:p>
      </dgm:t>
    </dgm:pt>
    <dgm:pt modelId="{C8AE8EF5-7906-4E65-9704-E03EB667924F}" type="parTrans" cxnId="{ED8EAC02-69BE-4FF6-B489-CBD35CA84FD5}">
      <dgm:prSet/>
      <dgm:spPr/>
      <dgm:t>
        <a:bodyPr/>
        <a:lstStyle/>
        <a:p>
          <a:endParaRPr lang="en-DE"/>
        </a:p>
      </dgm:t>
    </dgm:pt>
    <dgm:pt modelId="{DDE90F19-40EE-4952-8544-FC8ECF3BEF85}" type="sibTrans" cxnId="{ED8EAC02-69BE-4FF6-B489-CBD35CA84FD5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FA53CC6C-E160-4232-89DB-EBECA1135A9B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Install and instantiate  oktoflow</a:t>
          </a:r>
          <a:endParaRPr lang="en-DE" sz="2000" dirty="0"/>
        </a:p>
      </dgm:t>
    </dgm:pt>
    <dgm:pt modelId="{6B935ECF-9AD1-4D02-ADFB-F0E98812FF93}" type="parTrans" cxnId="{6872A696-B7D6-44B4-AA61-02FE894A40E8}">
      <dgm:prSet/>
      <dgm:spPr/>
      <dgm:t>
        <a:bodyPr/>
        <a:lstStyle/>
        <a:p>
          <a:endParaRPr lang="en-DE"/>
        </a:p>
      </dgm:t>
    </dgm:pt>
    <dgm:pt modelId="{75E3AF53-1F0D-4A7E-9822-4F33CD158FC2}" type="sibTrans" cxnId="{6872A696-B7D6-44B4-AA61-02FE894A40E8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16666C5D-EF7B-4C16-845A-0DE619610FC6}">
      <dgm:prSet phldrT="[Text]" custT="1"/>
      <dgm:spPr>
        <a:solidFill>
          <a:srgbClr val="086171"/>
        </a:solidFill>
      </dgm:spPr>
      <dgm:t>
        <a:bodyPr/>
        <a:lstStyle/>
        <a:p>
          <a:r>
            <a:rPr lang="de-DE" sz="2000" dirty="0" err="1"/>
            <a:t>Onboard</a:t>
          </a:r>
          <a:r>
            <a:rPr lang="de-DE" sz="2000" dirty="0"/>
            <a:t> </a:t>
          </a:r>
          <a:r>
            <a:rPr lang="de-DE" sz="2000" dirty="0" err="1"/>
            <a:t>device</a:t>
          </a:r>
          <a:r>
            <a:rPr lang="de-DE" sz="2000" dirty="0"/>
            <a:t>(s)</a:t>
          </a:r>
          <a:endParaRPr lang="en-DE" sz="2000" dirty="0"/>
        </a:p>
      </dgm:t>
    </dgm:pt>
    <dgm:pt modelId="{17A55B3A-212B-4EF6-A80E-524340B23A0F}" type="parTrans" cxnId="{9C6D27D6-8DBD-47E2-BD96-08AD33D66E0E}">
      <dgm:prSet/>
      <dgm:spPr/>
      <dgm:t>
        <a:bodyPr/>
        <a:lstStyle/>
        <a:p>
          <a:endParaRPr lang="en-DE"/>
        </a:p>
      </dgm:t>
    </dgm:pt>
    <dgm:pt modelId="{D9476EBE-F673-47E2-B6B8-011B7BBA853D}" type="sibTrans" cxnId="{9C6D27D6-8DBD-47E2-BD96-08AD33D66E0E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8C022DAA-3638-4D51-8065-3C48AAA010E8}">
      <dgm:prSet phldrT="[Text]" custT="1"/>
      <dgm:spPr>
        <a:solidFill>
          <a:srgbClr val="086171"/>
        </a:solidFill>
      </dgm:spPr>
      <dgm:t>
        <a:bodyPr/>
        <a:lstStyle/>
        <a:p>
          <a:r>
            <a:rPr lang="de-DE" sz="2000" dirty="0"/>
            <a:t>Start </a:t>
          </a:r>
          <a:r>
            <a:rPr lang="de-DE" sz="2000" dirty="0" err="1"/>
            <a:t>service</a:t>
          </a:r>
          <a:r>
            <a:rPr lang="de-DE" sz="2000" dirty="0"/>
            <a:t> </a:t>
          </a:r>
          <a:r>
            <a:rPr lang="de-DE" sz="2000" dirty="0" err="1"/>
            <a:t>manager</a:t>
          </a:r>
          <a:r>
            <a:rPr lang="de-DE" sz="2000" dirty="0"/>
            <a:t>(s)</a:t>
          </a:r>
          <a:endParaRPr lang="en-DE" sz="2000" dirty="0"/>
        </a:p>
      </dgm:t>
    </dgm:pt>
    <dgm:pt modelId="{187AFB9C-D26D-47F6-AD52-DAEBE5CC6A8C}" type="parTrans" cxnId="{8310137F-72C0-4C76-87B7-8D291DA703F3}">
      <dgm:prSet/>
      <dgm:spPr/>
      <dgm:t>
        <a:bodyPr/>
        <a:lstStyle/>
        <a:p>
          <a:endParaRPr lang="en-DE"/>
        </a:p>
      </dgm:t>
    </dgm:pt>
    <dgm:pt modelId="{9A8CF0E4-6590-4B13-B28F-4AD26823D7A9}" type="sibTrans" cxnId="{8310137F-72C0-4C76-87B7-8D291DA703F3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C3D309AD-5190-4178-9762-FE97D62C3A52}">
      <dgm:prSet phldrT="[Text]" custT="1"/>
      <dgm:spPr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Start</a:t>
          </a:r>
          <a:r>
            <a:rPr lang="en-GB" sz="2000" kern="1200" dirty="0"/>
            <a:t> the application(s)  </a:t>
          </a:r>
          <a:endParaRPr lang="en-DE" sz="2000" kern="1200" dirty="0"/>
        </a:p>
      </dgm:t>
    </dgm:pt>
    <dgm:pt modelId="{D217F041-8F5D-406D-B390-7BF3DB08E2EC}" type="parTrans" cxnId="{6A666C5C-7517-4240-9137-907920134A39}">
      <dgm:prSet/>
      <dgm:spPr/>
      <dgm:t>
        <a:bodyPr/>
        <a:lstStyle/>
        <a:p>
          <a:endParaRPr lang="en-DE"/>
        </a:p>
      </dgm:t>
    </dgm:pt>
    <dgm:pt modelId="{A812A868-8DD2-404F-8192-A0135EE1D63E}" type="sibTrans" cxnId="{6A666C5C-7517-4240-9137-907920134A39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B77356BF-AEAF-4FE9-B9B3-5DBF0844C811}">
      <dgm:prSet phldrT="[Text]" custT="1"/>
      <dgm:spPr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GB" sz="2000" kern="1200" dirty="0"/>
            <a:t>Stop the </a:t>
          </a: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application(s) </a:t>
          </a:r>
          <a:endParaRPr lang="en-DE" sz="2000" kern="1200" dirty="0"/>
        </a:p>
      </dgm:t>
    </dgm:pt>
    <dgm:pt modelId="{E52B1922-5ABD-4965-9187-88842E5FCE2F}" type="parTrans" cxnId="{B9B08F8E-67EA-425D-B501-E722C6AA0F7D}">
      <dgm:prSet/>
      <dgm:spPr/>
      <dgm:t>
        <a:bodyPr/>
        <a:lstStyle/>
        <a:p>
          <a:endParaRPr lang="en-DE"/>
        </a:p>
      </dgm:t>
    </dgm:pt>
    <dgm:pt modelId="{DD2B31D3-1343-48FC-922E-A8581CC4FE07}" type="sibTrans" cxnId="{B9B08F8E-67EA-425D-B501-E722C6AA0F7D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51EBDA55-8D73-4145-8DC8-B9E7AA30C628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Stop service manager(s) </a:t>
          </a:r>
          <a:endParaRPr lang="en-DE" sz="2000" dirty="0"/>
        </a:p>
      </dgm:t>
    </dgm:pt>
    <dgm:pt modelId="{A880B87A-7DCC-4DAC-9E8A-29DDAB54177A}" type="parTrans" cxnId="{282416B4-2A98-4D96-9C5F-84A95864D82A}">
      <dgm:prSet/>
      <dgm:spPr/>
      <dgm:t>
        <a:bodyPr/>
        <a:lstStyle/>
        <a:p>
          <a:endParaRPr lang="en-DE"/>
        </a:p>
      </dgm:t>
    </dgm:pt>
    <dgm:pt modelId="{265DE6DB-5500-4B39-BB32-C35E6D705D87}" type="sibTrans" cxnId="{282416B4-2A98-4D96-9C5F-84A95864D82A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3D80EF52-B35E-48EA-833C-D4F8B92622B7}">
      <dgm:prSet phldrT="[Text]" custT="1"/>
      <dgm:spPr>
        <a:solidFill>
          <a:srgbClr val="086171"/>
        </a:solidFill>
      </dgm:spPr>
      <dgm:t>
        <a:bodyPr/>
        <a:lstStyle/>
        <a:p>
          <a:r>
            <a:rPr lang="de-DE" sz="2000" kern="1200" dirty="0" err="1">
              <a:latin typeface="Calibri" panose="020F0502020204030204"/>
              <a:ea typeface="+mn-ea"/>
              <a:cs typeface="+mn-cs"/>
            </a:rPr>
            <a:t>Offboard</a:t>
          </a:r>
          <a:r>
            <a:rPr lang="de-DE" sz="2000" kern="1200" dirty="0"/>
            <a:t> </a:t>
          </a:r>
          <a:r>
            <a:rPr lang="de-DE" sz="2000" kern="1200" dirty="0" err="1"/>
            <a:t>device</a:t>
          </a:r>
          <a:r>
            <a:rPr lang="de-DE" sz="2000" kern="1200" dirty="0"/>
            <a:t>(s)</a:t>
          </a:r>
          <a:endParaRPr lang="en-DE" sz="2000" kern="1200" dirty="0"/>
        </a:p>
      </dgm:t>
    </dgm:pt>
    <dgm:pt modelId="{CAD16836-6871-49E2-ADEF-645E17D3179E}" type="parTrans" cxnId="{BFFAC0AA-2CDF-4DF7-8C80-A66740B35EBB}">
      <dgm:prSet/>
      <dgm:spPr/>
      <dgm:t>
        <a:bodyPr/>
        <a:lstStyle/>
        <a:p>
          <a:endParaRPr lang="en-DE"/>
        </a:p>
      </dgm:t>
    </dgm:pt>
    <dgm:pt modelId="{532EA026-E0EA-4AEA-A234-0A90B5408F5F}" type="sibTrans" cxnId="{BFFAC0AA-2CDF-4DF7-8C80-A66740B35EBB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AF0321B9-CF89-46E3-8080-26F021F133A1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Stop </a:t>
          </a:r>
          <a:br>
            <a:rPr lang="en-GB" sz="2000" dirty="0"/>
          </a:br>
          <a:r>
            <a:rPr lang="en-GB" sz="2000" dirty="0"/>
            <a:t>oktoflow </a:t>
          </a:r>
          <a:endParaRPr lang="en-DE" sz="2000" dirty="0"/>
        </a:p>
      </dgm:t>
    </dgm:pt>
    <dgm:pt modelId="{5A10E8E2-B547-409E-BD0B-81915337C5EA}" type="parTrans" cxnId="{778922D2-662E-46DB-9320-047A67A3F377}">
      <dgm:prSet/>
      <dgm:spPr/>
      <dgm:t>
        <a:bodyPr/>
        <a:lstStyle/>
        <a:p>
          <a:endParaRPr lang="en-DE"/>
        </a:p>
      </dgm:t>
    </dgm:pt>
    <dgm:pt modelId="{CEA5C039-8E80-49DF-A67A-18D5801D33D8}" type="sibTrans" cxnId="{778922D2-662E-46DB-9320-047A67A3F377}">
      <dgm:prSet/>
      <dgm:spPr>
        <a:solidFill>
          <a:srgbClr val="D76A63"/>
        </a:solidFill>
      </dgm:spPr>
      <dgm:t>
        <a:bodyPr/>
        <a:lstStyle/>
        <a:p>
          <a:endParaRPr lang="en-DE"/>
        </a:p>
      </dgm:t>
    </dgm:pt>
    <dgm:pt modelId="{ED25C587-0BCB-45A9-B3A2-6EB146264322}">
      <dgm:prSet phldrT="[Text]" custT="1"/>
      <dgm:spPr>
        <a:solidFill>
          <a:srgbClr val="086171"/>
        </a:solidFill>
      </dgm:spPr>
      <dgm:t>
        <a:bodyPr/>
        <a:lstStyle/>
        <a:p>
          <a:r>
            <a:rPr lang="en-GB" sz="2000" dirty="0"/>
            <a:t>Start </a:t>
          </a:r>
          <a:br>
            <a:rPr lang="en-GB" sz="2000" dirty="0"/>
          </a:br>
          <a:r>
            <a:rPr lang="en-GB" sz="2000" dirty="0"/>
            <a:t>oktoflow </a:t>
          </a:r>
          <a:endParaRPr lang="en-DE" sz="2000" dirty="0"/>
        </a:p>
      </dgm:t>
    </dgm:pt>
    <dgm:pt modelId="{E088C255-C541-4704-BEC8-61B98BB55B78}" type="parTrans" cxnId="{02623232-A8CF-4D9C-BB65-0BEEA51F8FE4}">
      <dgm:prSet/>
      <dgm:spPr/>
      <dgm:t>
        <a:bodyPr/>
        <a:lstStyle/>
        <a:p>
          <a:endParaRPr lang="en-DE"/>
        </a:p>
      </dgm:t>
    </dgm:pt>
    <dgm:pt modelId="{F49927F0-0C14-429D-A43C-2ACBA92B137F}" type="sibTrans" cxnId="{02623232-A8CF-4D9C-BB65-0BEEA51F8FE4}">
      <dgm:prSet/>
      <dgm:spPr>
        <a:solidFill>
          <a:srgbClr val="D76A63"/>
        </a:solidFill>
      </dgm:spPr>
      <dgm:t>
        <a:bodyPr/>
        <a:lstStyle/>
        <a:p>
          <a:endParaRPr lang="en-DE"/>
        </a:p>
      </dgm:t>
    </dgm:pt>
    <dgm:pt modelId="{4822103F-2035-4799-9293-35EB8E5A9690}">
      <dgm:prSet phldrT="[Text]" custT="1"/>
      <dgm:spPr>
        <a:solidFill>
          <a:schemeClr val="accent1">
            <a:lumMod val="60000"/>
            <a:lumOff val="40000"/>
          </a:schemeClr>
        </a:solidFill>
        <a:ln>
          <a:solidFill>
            <a:srgbClr val="9CC5D1"/>
          </a:solidFill>
        </a:ln>
      </dgm:spPr>
      <dgm:t>
        <a:bodyPr/>
        <a:lstStyle/>
        <a:p>
          <a:r>
            <a:rPr lang="en-GB" sz="2000" dirty="0">
              <a:solidFill>
                <a:schemeClr val="tx1"/>
              </a:solidFill>
            </a:rPr>
            <a:t>Measurement / validations </a:t>
          </a:r>
          <a:r>
            <a:rPr lang="en-US" sz="2000" dirty="0">
              <a:solidFill>
                <a:schemeClr val="tx1"/>
              </a:solidFill>
            </a:rPr>
            <a:t>ø</a:t>
          </a:r>
          <a:endParaRPr lang="en-DE" sz="2000" dirty="0">
            <a:solidFill>
              <a:schemeClr val="tx1"/>
            </a:solidFill>
          </a:endParaRPr>
        </a:p>
      </dgm:t>
    </dgm:pt>
    <dgm:pt modelId="{715EDAC8-15F0-4427-982E-6CA3A0EB5079}" type="sibTrans" cxnId="{EF367A6A-672E-4F43-BA11-270C96F9FDBC}">
      <dgm:prSet custT="1"/>
      <dgm:spPr>
        <a:solidFill>
          <a:srgbClr val="D76A63"/>
        </a:solidFill>
      </dgm:spPr>
      <dgm:t>
        <a:bodyPr/>
        <a:lstStyle/>
        <a:p>
          <a:endParaRPr lang="en-DE" sz="2000">
            <a:solidFill>
              <a:schemeClr val="tx2">
                <a:lumMod val="50000"/>
              </a:schemeClr>
            </a:solidFill>
          </a:endParaRPr>
        </a:p>
      </dgm:t>
    </dgm:pt>
    <dgm:pt modelId="{5656D287-EC66-4D63-A1FC-A56A780F641A}" type="parTrans" cxnId="{EF367A6A-672E-4F43-BA11-270C96F9FDBC}">
      <dgm:prSet/>
      <dgm:spPr/>
      <dgm:t>
        <a:bodyPr/>
        <a:lstStyle/>
        <a:p>
          <a:endParaRPr lang="en-DE"/>
        </a:p>
      </dgm:t>
    </dgm:pt>
    <dgm:pt modelId="{1C087EC3-0E88-471D-AD9F-06F6AEAB1025}">
      <dgm:prSet phldrT="[Text]" custT="1"/>
      <dgm:spPr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Stop</a:t>
          </a:r>
          <a:r>
            <a:rPr lang="en-GB" sz="2000" kern="1200" dirty="0"/>
            <a:t> </a:t>
          </a: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private</a:t>
          </a:r>
          <a:r>
            <a:rPr lang="en-GB" sz="2000" kern="1200" dirty="0"/>
            <a:t> </a:t>
          </a:r>
          <a:r>
            <a:rPr lang="en-US" sz="2000" kern="1200" dirty="0"/>
            <a:t>Docker</a:t>
          </a:r>
          <a:r>
            <a:rPr lang="en-GB" sz="2000" kern="1200" dirty="0"/>
            <a:t> registry </a:t>
          </a:r>
          <a:endParaRPr lang="en-DE" sz="2000" kern="1200" dirty="0"/>
        </a:p>
      </dgm:t>
    </dgm:pt>
    <dgm:pt modelId="{04F20A73-260B-4351-84BF-5B2CC81043F6}" type="parTrans" cxnId="{80B6F9C2-2C01-4042-AC49-D91CD374562A}">
      <dgm:prSet/>
      <dgm:spPr/>
      <dgm:t>
        <a:bodyPr/>
        <a:lstStyle/>
        <a:p>
          <a:endParaRPr lang="en-DE"/>
        </a:p>
      </dgm:t>
    </dgm:pt>
    <dgm:pt modelId="{99870CC7-5428-469C-8A90-96AB8370B8DF}" type="sibTrans" cxnId="{80B6F9C2-2C01-4042-AC49-D91CD374562A}">
      <dgm:prSet/>
      <dgm:spPr/>
      <dgm:t>
        <a:bodyPr/>
        <a:lstStyle/>
        <a:p>
          <a:endParaRPr lang="en-DE"/>
        </a:p>
      </dgm:t>
    </dgm:pt>
    <dgm:pt modelId="{6F480D62-1B06-47BF-861D-C1AF23EEB9AF}" type="pres">
      <dgm:prSet presAssocID="{37498325-8750-4867-9A3E-688D19785A34}" presName="diagram" presStyleCnt="0">
        <dgm:presLayoutVars>
          <dgm:dir/>
          <dgm:resizeHandles val="exact"/>
        </dgm:presLayoutVars>
      </dgm:prSet>
      <dgm:spPr/>
    </dgm:pt>
    <dgm:pt modelId="{C46BABB9-422C-45BE-92CF-417CFA52D5B1}" type="pres">
      <dgm:prSet presAssocID="{94AF7F80-3F63-47D0-BC50-F3F87D22F6F2}" presName="node" presStyleLbl="node1" presStyleIdx="0" presStyleCnt="13">
        <dgm:presLayoutVars>
          <dgm:bulletEnabled val="1"/>
        </dgm:presLayoutVars>
      </dgm:prSet>
      <dgm:spPr/>
    </dgm:pt>
    <dgm:pt modelId="{2EEF7490-2A3A-432A-8BA7-CBA65AD34FF4}" type="pres">
      <dgm:prSet presAssocID="{F35CE125-F7B1-4A6E-945E-79FF60C21BF4}" presName="sibTrans" presStyleLbl="sibTrans2D1" presStyleIdx="0" presStyleCnt="12"/>
      <dgm:spPr/>
    </dgm:pt>
    <dgm:pt modelId="{ABB8F581-0E74-463B-B7D9-31E2E4A54684}" type="pres">
      <dgm:prSet presAssocID="{F35CE125-F7B1-4A6E-945E-79FF60C21BF4}" presName="connectorText" presStyleLbl="sibTrans2D1" presStyleIdx="0" presStyleCnt="12"/>
      <dgm:spPr/>
    </dgm:pt>
    <dgm:pt modelId="{2E32996E-BA2B-4266-AD8C-4113CF09BD84}" type="pres">
      <dgm:prSet presAssocID="{0FBF3DBE-8E13-4859-98C6-62B22CA4B6B3}" presName="node" presStyleLbl="node1" presStyleIdx="1" presStyleCnt="13">
        <dgm:presLayoutVars>
          <dgm:bulletEnabled val="1"/>
        </dgm:presLayoutVars>
      </dgm:prSet>
      <dgm:spPr/>
    </dgm:pt>
    <dgm:pt modelId="{E8FD76BA-C09F-44FB-8FB0-77F949396D74}" type="pres">
      <dgm:prSet presAssocID="{DDE90F19-40EE-4952-8544-FC8ECF3BEF85}" presName="sibTrans" presStyleLbl="sibTrans2D1" presStyleIdx="1" presStyleCnt="12"/>
      <dgm:spPr/>
    </dgm:pt>
    <dgm:pt modelId="{85C9B240-F85C-47C0-9AA6-50718CD112E7}" type="pres">
      <dgm:prSet presAssocID="{DDE90F19-40EE-4952-8544-FC8ECF3BEF85}" presName="connectorText" presStyleLbl="sibTrans2D1" presStyleIdx="1" presStyleCnt="12"/>
      <dgm:spPr/>
    </dgm:pt>
    <dgm:pt modelId="{ED729AE4-721C-4723-A95D-7D4304C4D08A}" type="pres">
      <dgm:prSet presAssocID="{FA53CC6C-E160-4232-89DB-EBECA1135A9B}" presName="node" presStyleLbl="node1" presStyleIdx="2" presStyleCnt="13">
        <dgm:presLayoutVars>
          <dgm:bulletEnabled val="1"/>
        </dgm:presLayoutVars>
      </dgm:prSet>
      <dgm:spPr/>
    </dgm:pt>
    <dgm:pt modelId="{08765956-E261-4AC5-B42F-384C6F61384A}" type="pres">
      <dgm:prSet presAssocID="{75E3AF53-1F0D-4A7E-9822-4F33CD158FC2}" presName="sibTrans" presStyleLbl="sibTrans2D1" presStyleIdx="2" presStyleCnt="12"/>
      <dgm:spPr/>
    </dgm:pt>
    <dgm:pt modelId="{138DFA77-0423-4AC6-A742-EB378767756D}" type="pres">
      <dgm:prSet presAssocID="{75E3AF53-1F0D-4A7E-9822-4F33CD158FC2}" presName="connectorText" presStyleLbl="sibTrans2D1" presStyleIdx="2" presStyleCnt="12"/>
      <dgm:spPr/>
    </dgm:pt>
    <dgm:pt modelId="{97DFAF96-0623-4C38-BA07-60017D97E923}" type="pres">
      <dgm:prSet presAssocID="{ED25C587-0BCB-45A9-B3A2-6EB146264322}" presName="node" presStyleLbl="node1" presStyleIdx="3" presStyleCnt="13">
        <dgm:presLayoutVars>
          <dgm:bulletEnabled val="1"/>
        </dgm:presLayoutVars>
      </dgm:prSet>
      <dgm:spPr/>
    </dgm:pt>
    <dgm:pt modelId="{AAFA330F-657A-4331-9CA6-BB4F3CC33FC2}" type="pres">
      <dgm:prSet presAssocID="{F49927F0-0C14-429D-A43C-2ACBA92B137F}" presName="sibTrans" presStyleLbl="sibTrans2D1" presStyleIdx="3" presStyleCnt="12"/>
      <dgm:spPr/>
    </dgm:pt>
    <dgm:pt modelId="{6853CA9E-B9EE-434C-8B61-9EE5550A13FD}" type="pres">
      <dgm:prSet presAssocID="{F49927F0-0C14-429D-A43C-2ACBA92B137F}" presName="connectorText" presStyleLbl="sibTrans2D1" presStyleIdx="3" presStyleCnt="12"/>
      <dgm:spPr/>
    </dgm:pt>
    <dgm:pt modelId="{988768F5-B52D-406A-9EFE-056FBDF50899}" type="pres">
      <dgm:prSet presAssocID="{16666C5D-EF7B-4C16-845A-0DE619610FC6}" presName="node" presStyleLbl="node1" presStyleIdx="4" presStyleCnt="13">
        <dgm:presLayoutVars>
          <dgm:bulletEnabled val="1"/>
        </dgm:presLayoutVars>
      </dgm:prSet>
      <dgm:spPr/>
    </dgm:pt>
    <dgm:pt modelId="{9D95B105-772B-42D8-852B-9E5B33F36887}" type="pres">
      <dgm:prSet presAssocID="{D9476EBE-F673-47E2-B6B8-011B7BBA853D}" presName="sibTrans" presStyleLbl="sibTrans2D1" presStyleIdx="4" presStyleCnt="12"/>
      <dgm:spPr/>
    </dgm:pt>
    <dgm:pt modelId="{238153EC-B5E5-4652-87D2-C8E2ACCDB909}" type="pres">
      <dgm:prSet presAssocID="{D9476EBE-F673-47E2-B6B8-011B7BBA853D}" presName="connectorText" presStyleLbl="sibTrans2D1" presStyleIdx="4" presStyleCnt="12"/>
      <dgm:spPr/>
    </dgm:pt>
    <dgm:pt modelId="{3E983AF1-730A-4A97-B95E-320BF3EAF66F}" type="pres">
      <dgm:prSet presAssocID="{8C022DAA-3638-4D51-8065-3C48AAA010E8}" presName="node" presStyleLbl="node1" presStyleIdx="5" presStyleCnt="13">
        <dgm:presLayoutVars>
          <dgm:bulletEnabled val="1"/>
        </dgm:presLayoutVars>
      </dgm:prSet>
      <dgm:spPr/>
    </dgm:pt>
    <dgm:pt modelId="{8C405834-7638-4505-94EC-425312604EE2}" type="pres">
      <dgm:prSet presAssocID="{9A8CF0E4-6590-4B13-B28F-4AD26823D7A9}" presName="sibTrans" presStyleLbl="sibTrans2D1" presStyleIdx="5" presStyleCnt="12"/>
      <dgm:spPr/>
    </dgm:pt>
    <dgm:pt modelId="{EB23891D-F942-4789-BA81-C4126DCA927F}" type="pres">
      <dgm:prSet presAssocID="{9A8CF0E4-6590-4B13-B28F-4AD26823D7A9}" presName="connectorText" presStyleLbl="sibTrans2D1" presStyleIdx="5" presStyleCnt="12"/>
      <dgm:spPr/>
    </dgm:pt>
    <dgm:pt modelId="{238EC020-9F2C-4907-8FDA-B9ED63DF2B11}" type="pres">
      <dgm:prSet presAssocID="{C3D309AD-5190-4178-9762-FE97D62C3A52}" presName="node" presStyleLbl="node1" presStyleIdx="6" presStyleCnt="13">
        <dgm:presLayoutVars>
          <dgm:bulletEnabled val="1"/>
        </dgm:presLayoutVars>
      </dgm:prSet>
      <dgm:spPr>
        <a:xfrm>
          <a:off x="7509019" y="1837275"/>
          <a:ext cx="1786489" cy="1071893"/>
        </a:xfrm>
        <a:prstGeom prst="roundRect">
          <a:avLst>
            <a:gd name="adj" fmla="val 10000"/>
          </a:avLst>
        </a:prstGeom>
      </dgm:spPr>
    </dgm:pt>
    <dgm:pt modelId="{7CACDB3F-DE7A-4DC5-BE67-86B8CFA901CA}" type="pres">
      <dgm:prSet presAssocID="{A812A868-8DD2-404F-8192-A0135EE1D63E}" presName="sibTrans" presStyleLbl="sibTrans2D1" presStyleIdx="6" presStyleCnt="12"/>
      <dgm:spPr/>
    </dgm:pt>
    <dgm:pt modelId="{746CDCF7-9E41-4968-B896-2EE79CF6C668}" type="pres">
      <dgm:prSet presAssocID="{A812A868-8DD2-404F-8192-A0135EE1D63E}" presName="connectorText" presStyleLbl="sibTrans2D1" presStyleIdx="6" presStyleCnt="12"/>
      <dgm:spPr/>
    </dgm:pt>
    <dgm:pt modelId="{486B574B-52A6-4F8E-8136-DB970AC8B478}" type="pres">
      <dgm:prSet presAssocID="{4822103F-2035-4799-9293-35EB8E5A9690}" presName="node" presStyleLbl="node1" presStyleIdx="7" presStyleCnt="13">
        <dgm:presLayoutVars>
          <dgm:bulletEnabled val="1"/>
        </dgm:presLayoutVars>
      </dgm:prSet>
      <dgm:spPr/>
    </dgm:pt>
    <dgm:pt modelId="{B651CCC6-3E46-4ADF-93E3-0343E865A290}" type="pres">
      <dgm:prSet presAssocID="{715EDAC8-15F0-4427-982E-6CA3A0EB5079}" presName="sibTrans" presStyleLbl="sibTrans2D1" presStyleIdx="7" presStyleCnt="12"/>
      <dgm:spPr/>
    </dgm:pt>
    <dgm:pt modelId="{5ABBF047-6DF8-4210-B195-CD0BD7947C7C}" type="pres">
      <dgm:prSet presAssocID="{715EDAC8-15F0-4427-982E-6CA3A0EB5079}" presName="connectorText" presStyleLbl="sibTrans2D1" presStyleIdx="7" presStyleCnt="12"/>
      <dgm:spPr/>
    </dgm:pt>
    <dgm:pt modelId="{313DF7CF-B6C2-4098-A919-C77E42724447}" type="pres">
      <dgm:prSet presAssocID="{B77356BF-AEAF-4FE9-B9B3-5DBF0844C811}" presName="node" presStyleLbl="node1" presStyleIdx="8" presStyleCnt="13">
        <dgm:presLayoutVars>
          <dgm:bulletEnabled val="1"/>
        </dgm:presLayoutVars>
      </dgm:prSet>
      <dgm:spPr>
        <a:xfrm>
          <a:off x="2506848" y="1837275"/>
          <a:ext cx="1786489" cy="1071893"/>
        </a:xfrm>
        <a:prstGeom prst="roundRect">
          <a:avLst>
            <a:gd name="adj" fmla="val 10000"/>
          </a:avLst>
        </a:prstGeom>
      </dgm:spPr>
    </dgm:pt>
    <dgm:pt modelId="{3F3532F7-5A79-4C63-B062-0B5C704367F5}" type="pres">
      <dgm:prSet presAssocID="{DD2B31D3-1343-48FC-922E-A8581CC4FE07}" presName="sibTrans" presStyleLbl="sibTrans2D1" presStyleIdx="8" presStyleCnt="12"/>
      <dgm:spPr/>
    </dgm:pt>
    <dgm:pt modelId="{4FED4960-655A-4545-B108-D11022134E4A}" type="pres">
      <dgm:prSet presAssocID="{DD2B31D3-1343-48FC-922E-A8581CC4FE07}" presName="connectorText" presStyleLbl="sibTrans2D1" presStyleIdx="8" presStyleCnt="12"/>
      <dgm:spPr/>
    </dgm:pt>
    <dgm:pt modelId="{7502E0C0-1CDC-4B8D-ADA6-D33104016BC1}" type="pres">
      <dgm:prSet presAssocID="{51EBDA55-8D73-4145-8DC8-B9E7AA30C628}" presName="node" presStyleLbl="node1" presStyleIdx="9" presStyleCnt="13">
        <dgm:presLayoutVars>
          <dgm:bulletEnabled val="1"/>
        </dgm:presLayoutVars>
      </dgm:prSet>
      <dgm:spPr/>
    </dgm:pt>
    <dgm:pt modelId="{415EE803-6FF9-4BF5-A922-8EE44979AD2A}" type="pres">
      <dgm:prSet presAssocID="{265DE6DB-5500-4B39-BB32-C35E6D705D87}" presName="sibTrans" presStyleLbl="sibTrans2D1" presStyleIdx="9" presStyleCnt="12"/>
      <dgm:spPr/>
    </dgm:pt>
    <dgm:pt modelId="{0F4C2C91-D6A6-440B-ADFE-BF2ACA8B8C4E}" type="pres">
      <dgm:prSet presAssocID="{265DE6DB-5500-4B39-BB32-C35E6D705D87}" presName="connectorText" presStyleLbl="sibTrans2D1" presStyleIdx="9" presStyleCnt="12"/>
      <dgm:spPr/>
    </dgm:pt>
    <dgm:pt modelId="{AE64AAC7-EF51-4861-AF08-5D2D2B1E5083}" type="pres">
      <dgm:prSet presAssocID="{3D80EF52-B35E-48EA-833C-D4F8B92622B7}" presName="node" presStyleLbl="node1" presStyleIdx="10" presStyleCnt="13">
        <dgm:presLayoutVars>
          <dgm:bulletEnabled val="1"/>
        </dgm:presLayoutVars>
      </dgm:prSet>
      <dgm:spPr/>
    </dgm:pt>
    <dgm:pt modelId="{5DC9723F-B6D8-45CA-9171-4777284F6A55}" type="pres">
      <dgm:prSet presAssocID="{532EA026-E0EA-4AEA-A234-0A90B5408F5F}" presName="sibTrans" presStyleLbl="sibTrans2D1" presStyleIdx="10" presStyleCnt="12"/>
      <dgm:spPr/>
    </dgm:pt>
    <dgm:pt modelId="{0E3E7251-D7B1-4214-8B14-D1842758FD45}" type="pres">
      <dgm:prSet presAssocID="{532EA026-E0EA-4AEA-A234-0A90B5408F5F}" presName="connectorText" presStyleLbl="sibTrans2D1" presStyleIdx="10" presStyleCnt="12"/>
      <dgm:spPr/>
    </dgm:pt>
    <dgm:pt modelId="{2A766B2C-AF04-4F5E-95A0-614B9BFC41F6}" type="pres">
      <dgm:prSet presAssocID="{AF0321B9-CF89-46E3-8080-26F021F133A1}" presName="node" presStyleLbl="node1" presStyleIdx="11" presStyleCnt="13">
        <dgm:presLayoutVars>
          <dgm:bulletEnabled val="1"/>
        </dgm:presLayoutVars>
      </dgm:prSet>
      <dgm:spPr/>
    </dgm:pt>
    <dgm:pt modelId="{ADD50383-2023-4C5C-9B32-CA93B441E3AF}" type="pres">
      <dgm:prSet presAssocID="{CEA5C039-8E80-49DF-A67A-18D5801D33D8}" presName="sibTrans" presStyleLbl="sibTrans2D1" presStyleIdx="11" presStyleCnt="12"/>
      <dgm:spPr/>
    </dgm:pt>
    <dgm:pt modelId="{3BC16744-C02B-444D-90BB-F602749AE3A1}" type="pres">
      <dgm:prSet presAssocID="{CEA5C039-8E80-49DF-A67A-18D5801D33D8}" presName="connectorText" presStyleLbl="sibTrans2D1" presStyleIdx="11" presStyleCnt="12"/>
      <dgm:spPr/>
    </dgm:pt>
    <dgm:pt modelId="{EF68840C-20EA-436B-A9F0-5A70BA5550A8}" type="pres">
      <dgm:prSet presAssocID="{1C087EC3-0E88-471D-AD9F-06F6AEAB1025}" presName="node" presStyleLbl="node1" presStyleIdx="12" presStyleCnt="13">
        <dgm:presLayoutVars>
          <dgm:bulletEnabled val="1"/>
        </dgm:presLayoutVars>
      </dgm:prSet>
      <dgm:spPr>
        <a:xfrm>
          <a:off x="5007934" y="3623764"/>
          <a:ext cx="1786489" cy="1071893"/>
        </a:xfrm>
        <a:prstGeom prst="roundRect">
          <a:avLst>
            <a:gd name="adj" fmla="val 10000"/>
          </a:avLst>
        </a:prstGeom>
      </dgm:spPr>
    </dgm:pt>
  </dgm:ptLst>
  <dgm:cxnLst>
    <dgm:cxn modelId="{83BFD700-8BD9-4BD0-8E5B-76DD7466AA41}" type="presOf" srcId="{CEA5C039-8E80-49DF-A67A-18D5801D33D8}" destId="{ADD50383-2023-4C5C-9B32-CA93B441E3AF}" srcOrd="0" destOrd="0" presId="urn:microsoft.com/office/officeart/2005/8/layout/process5"/>
    <dgm:cxn modelId="{ED8EAC02-69BE-4FF6-B489-CBD35CA84FD5}" srcId="{37498325-8750-4867-9A3E-688D19785A34}" destId="{0FBF3DBE-8E13-4859-98C6-62B22CA4B6B3}" srcOrd="1" destOrd="0" parTransId="{C8AE8EF5-7906-4E65-9704-E03EB667924F}" sibTransId="{DDE90F19-40EE-4952-8544-FC8ECF3BEF85}"/>
    <dgm:cxn modelId="{88D0A00D-5CC1-4437-85EF-18D89EABC5C9}" type="presOf" srcId="{F49927F0-0C14-429D-A43C-2ACBA92B137F}" destId="{6853CA9E-B9EE-434C-8B61-9EE5550A13FD}" srcOrd="1" destOrd="0" presId="urn:microsoft.com/office/officeart/2005/8/layout/process5"/>
    <dgm:cxn modelId="{BDB9D41E-4B24-4998-A30A-A5FD577015C6}" type="presOf" srcId="{A812A868-8DD2-404F-8192-A0135EE1D63E}" destId="{746CDCF7-9E41-4968-B896-2EE79CF6C668}" srcOrd="1" destOrd="0" presId="urn:microsoft.com/office/officeart/2005/8/layout/process5"/>
    <dgm:cxn modelId="{3508C01F-9FBD-41BA-BEBC-1DAC4E83E3A8}" type="presOf" srcId="{4822103F-2035-4799-9293-35EB8E5A9690}" destId="{486B574B-52A6-4F8E-8136-DB970AC8B478}" srcOrd="0" destOrd="0" presId="urn:microsoft.com/office/officeart/2005/8/layout/process5"/>
    <dgm:cxn modelId="{837B6322-8C0B-459B-A3FD-1502DFED576D}" type="presOf" srcId="{F49927F0-0C14-429D-A43C-2ACBA92B137F}" destId="{AAFA330F-657A-4331-9CA6-BB4F3CC33FC2}" srcOrd="0" destOrd="0" presId="urn:microsoft.com/office/officeart/2005/8/layout/process5"/>
    <dgm:cxn modelId="{02623232-A8CF-4D9C-BB65-0BEEA51F8FE4}" srcId="{37498325-8750-4867-9A3E-688D19785A34}" destId="{ED25C587-0BCB-45A9-B3A2-6EB146264322}" srcOrd="3" destOrd="0" parTransId="{E088C255-C541-4704-BEC8-61B98BB55B78}" sibTransId="{F49927F0-0C14-429D-A43C-2ACBA92B137F}"/>
    <dgm:cxn modelId="{2800E833-35A9-45B8-899A-9EADA3130C4F}" type="presOf" srcId="{265DE6DB-5500-4B39-BB32-C35E6D705D87}" destId="{0F4C2C91-D6A6-440B-ADFE-BF2ACA8B8C4E}" srcOrd="1" destOrd="0" presId="urn:microsoft.com/office/officeart/2005/8/layout/process5"/>
    <dgm:cxn modelId="{07938B3A-9A3F-4C37-ADEB-3E15FF783E4C}" type="presOf" srcId="{B77356BF-AEAF-4FE9-B9B3-5DBF0844C811}" destId="{313DF7CF-B6C2-4098-A919-C77E42724447}" srcOrd="0" destOrd="0" presId="urn:microsoft.com/office/officeart/2005/8/layout/process5"/>
    <dgm:cxn modelId="{B687A33F-355B-4210-B030-05E604AB348B}" type="presOf" srcId="{C3D309AD-5190-4178-9762-FE97D62C3A52}" destId="{238EC020-9F2C-4907-8FDA-B9ED63DF2B11}" srcOrd="0" destOrd="0" presId="urn:microsoft.com/office/officeart/2005/8/layout/process5"/>
    <dgm:cxn modelId="{BA099940-3D16-4CD2-A064-B7BC37A71D46}" type="presOf" srcId="{75E3AF53-1F0D-4A7E-9822-4F33CD158FC2}" destId="{08765956-E261-4AC5-B42F-384C6F61384A}" srcOrd="0" destOrd="0" presId="urn:microsoft.com/office/officeart/2005/8/layout/process5"/>
    <dgm:cxn modelId="{9AB3A35B-9AB2-4C29-A209-828C76311C24}" type="presOf" srcId="{265DE6DB-5500-4B39-BB32-C35E6D705D87}" destId="{415EE803-6FF9-4BF5-A922-8EE44979AD2A}" srcOrd="0" destOrd="0" presId="urn:microsoft.com/office/officeart/2005/8/layout/process5"/>
    <dgm:cxn modelId="{6A666C5C-7517-4240-9137-907920134A39}" srcId="{37498325-8750-4867-9A3E-688D19785A34}" destId="{C3D309AD-5190-4178-9762-FE97D62C3A52}" srcOrd="6" destOrd="0" parTransId="{D217F041-8F5D-406D-B390-7BF3DB08E2EC}" sibTransId="{A812A868-8DD2-404F-8192-A0135EE1D63E}"/>
    <dgm:cxn modelId="{51176E43-A421-4709-9D13-915EA5F2F19F}" type="presOf" srcId="{532EA026-E0EA-4AEA-A234-0A90B5408F5F}" destId="{5DC9723F-B6D8-45CA-9171-4777284F6A55}" srcOrd="0" destOrd="0" presId="urn:microsoft.com/office/officeart/2005/8/layout/process5"/>
    <dgm:cxn modelId="{F663A843-3E8E-4A71-BB1D-92FA6E32087A}" type="presOf" srcId="{715EDAC8-15F0-4427-982E-6CA3A0EB5079}" destId="{5ABBF047-6DF8-4210-B195-CD0BD7947C7C}" srcOrd="1" destOrd="0" presId="urn:microsoft.com/office/officeart/2005/8/layout/process5"/>
    <dgm:cxn modelId="{EF367A6A-672E-4F43-BA11-270C96F9FDBC}" srcId="{37498325-8750-4867-9A3E-688D19785A34}" destId="{4822103F-2035-4799-9293-35EB8E5A9690}" srcOrd="7" destOrd="0" parTransId="{5656D287-EC66-4D63-A1FC-A56A780F641A}" sibTransId="{715EDAC8-15F0-4427-982E-6CA3A0EB5079}"/>
    <dgm:cxn modelId="{E847CE4E-80BD-4E4E-8C14-91F9279EB4CF}" type="presOf" srcId="{715EDAC8-15F0-4427-982E-6CA3A0EB5079}" destId="{B651CCC6-3E46-4ADF-93E3-0343E865A290}" srcOrd="0" destOrd="0" presId="urn:microsoft.com/office/officeart/2005/8/layout/process5"/>
    <dgm:cxn modelId="{805DE56F-896A-40A8-920A-485F214D6D3C}" type="presOf" srcId="{75E3AF53-1F0D-4A7E-9822-4F33CD158FC2}" destId="{138DFA77-0423-4AC6-A742-EB378767756D}" srcOrd="1" destOrd="0" presId="urn:microsoft.com/office/officeart/2005/8/layout/process5"/>
    <dgm:cxn modelId="{F827CF70-5CEB-4405-B083-326927FF9D94}" type="presOf" srcId="{3D80EF52-B35E-48EA-833C-D4F8B92622B7}" destId="{AE64AAC7-EF51-4861-AF08-5D2D2B1E5083}" srcOrd="0" destOrd="0" presId="urn:microsoft.com/office/officeart/2005/8/layout/process5"/>
    <dgm:cxn modelId="{9C871E53-EE71-4A27-BEA5-770ADD980DA5}" srcId="{37498325-8750-4867-9A3E-688D19785A34}" destId="{94AF7F80-3F63-47D0-BC50-F3F87D22F6F2}" srcOrd="0" destOrd="0" parTransId="{068197D8-72C6-45D6-9004-129920F39C36}" sibTransId="{F35CE125-F7B1-4A6E-945E-79FF60C21BF4}"/>
    <dgm:cxn modelId="{9DDAF073-1BA4-4646-94C5-FBB15D6A2C0C}" type="presOf" srcId="{9A8CF0E4-6590-4B13-B28F-4AD26823D7A9}" destId="{EB23891D-F942-4789-BA81-C4126DCA927F}" srcOrd="1" destOrd="0" presId="urn:microsoft.com/office/officeart/2005/8/layout/process5"/>
    <dgm:cxn modelId="{081D6375-B128-44F6-852B-D11F799F10BB}" type="presOf" srcId="{F35CE125-F7B1-4A6E-945E-79FF60C21BF4}" destId="{2EEF7490-2A3A-432A-8BA7-CBA65AD34FF4}" srcOrd="0" destOrd="0" presId="urn:microsoft.com/office/officeart/2005/8/layout/process5"/>
    <dgm:cxn modelId="{A9EAF678-3121-4BFA-BA2B-1EAEE3F98A5C}" type="presOf" srcId="{37498325-8750-4867-9A3E-688D19785A34}" destId="{6F480D62-1B06-47BF-861D-C1AF23EEB9AF}" srcOrd="0" destOrd="0" presId="urn:microsoft.com/office/officeart/2005/8/layout/process5"/>
    <dgm:cxn modelId="{A1D7757B-3C64-4E4C-ABB3-B0D5214400FB}" type="presOf" srcId="{51EBDA55-8D73-4145-8DC8-B9E7AA30C628}" destId="{7502E0C0-1CDC-4B8D-ADA6-D33104016BC1}" srcOrd="0" destOrd="0" presId="urn:microsoft.com/office/officeart/2005/8/layout/process5"/>
    <dgm:cxn modelId="{8310137F-72C0-4C76-87B7-8D291DA703F3}" srcId="{37498325-8750-4867-9A3E-688D19785A34}" destId="{8C022DAA-3638-4D51-8065-3C48AAA010E8}" srcOrd="5" destOrd="0" parTransId="{187AFB9C-D26D-47F6-AD52-DAEBE5CC6A8C}" sibTransId="{9A8CF0E4-6590-4B13-B28F-4AD26823D7A9}"/>
    <dgm:cxn modelId="{A495F57F-2330-4774-8FBE-DFC5F6693ACD}" type="presOf" srcId="{DD2B31D3-1343-48FC-922E-A8581CC4FE07}" destId="{4FED4960-655A-4545-B108-D11022134E4A}" srcOrd="1" destOrd="0" presId="urn:microsoft.com/office/officeart/2005/8/layout/process5"/>
    <dgm:cxn modelId="{4B152083-B49E-4E93-ABC7-7F913E83F091}" type="presOf" srcId="{ED25C587-0BCB-45A9-B3A2-6EB146264322}" destId="{97DFAF96-0623-4C38-BA07-60017D97E923}" srcOrd="0" destOrd="0" presId="urn:microsoft.com/office/officeart/2005/8/layout/process5"/>
    <dgm:cxn modelId="{A2B3DA85-EB35-4625-B26F-DF2EB6646FD9}" type="presOf" srcId="{AF0321B9-CF89-46E3-8080-26F021F133A1}" destId="{2A766B2C-AF04-4F5E-95A0-614B9BFC41F6}" srcOrd="0" destOrd="0" presId="urn:microsoft.com/office/officeart/2005/8/layout/process5"/>
    <dgm:cxn modelId="{B9B08F8E-67EA-425D-B501-E722C6AA0F7D}" srcId="{37498325-8750-4867-9A3E-688D19785A34}" destId="{B77356BF-AEAF-4FE9-B9B3-5DBF0844C811}" srcOrd="8" destOrd="0" parTransId="{E52B1922-5ABD-4965-9187-88842E5FCE2F}" sibTransId="{DD2B31D3-1343-48FC-922E-A8581CC4FE07}"/>
    <dgm:cxn modelId="{83C3488F-036E-42F8-8D0C-540BA6F76735}" type="presOf" srcId="{F35CE125-F7B1-4A6E-945E-79FF60C21BF4}" destId="{ABB8F581-0E74-463B-B7D9-31E2E4A54684}" srcOrd="1" destOrd="0" presId="urn:microsoft.com/office/officeart/2005/8/layout/process5"/>
    <dgm:cxn modelId="{3209A690-3D1D-4969-AACE-AA2C597B2B38}" type="presOf" srcId="{DDE90F19-40EE-4952-8544-FC8ECF3BEF85}" destId="{E8FD76BA-C09F-44FB-8FB0-77F949396D74}" srcOrd="0" destOrd="0" presId="urn:microsoft.com/office/officeart/2005/8/layout/process5"/>
    <dgm:cxn modelId="{6872A696-B7D6-44B4-AA61-02FE894A40E8}" srcId="{37498325-8750-4867-9A3E-688D19785A34}" destId="{FA53CC6C-E160-4232-89DB-EBECA1135A9B}" srcOrd="2" destOrd="0" parTransId="{6B935ECF-9AD1-4D02-ADFB-F0E98812FF93}" sibTransId="{75E3AF53-1F0D-4A7E-9822-4F33CD158FC2}"/>
    <dgm:cxn modelId="{BFFAC0AA-2CDF-4DF7-8C80-A66740B35EBB}" srcId="{37498325-8750-4867-9A3E-688D19785A34}" destId="{3D80EF52-B35E-48EA-833C-D4F8B92622B7}" srcOrd="10" destOrd="0" parTransId="{CAD16836-6871-49E2-ADEF-645E17D3179E}" sibTransId="{532EA026-E0EA-4AEA-A234-0A90B5408F5F}"/>
    <dgm:cxn modelId="{E50234AD-5CA2-4033-9972-7C520B0C1771}" type="presOf" srcId="{A812A868-8DD2-404F-8192-A0135EE1D63E}" destId="{7CACDB3F-DE7A-4DC5-BE67-86B8CFA901CA}" srcOrd="0" destOrd="0" presId="urn:microsoft.com/office/officeart/2005/8/layout/process5"/>
    <dgm:cxn modelId="{282416B4-2A98-4D96-9C5F-84A95864D82A}" srcId="{37498325-8750-4867-9A3E-688D19785A34}" destId="{51EBDA55-8D73-4145-8DC8-B9E7AA30C628}" srcOrd="9" destOrd="0" parTransId="{A880B87A-7DCC-4DAC-9E8A-29DDAB54177A}" sibTransId="{265DE6DB-5500-4B39-BB32-C35E6D705D87}"/>
    <dgm:cxn modelId="{F2DFA3BA-E94F-4475-9E95-96247BD5D56A}" type="presOf" srcId="{CEA5C039-8E80-49DF-A67A-18D5801D33D8}" destId="{3BC16744-C02B-444D-90BB-F602749AE3A1}" srcOrd="1" destOrd="0" presId="urn:microsoft.com/office/officeart/2005/8/layout/process5"/>
    <dgm:cxn modelId="{2272BABB-0B56-42D5-A801-79287E6D5E94}" type="presOf" srcId="{0FBF3DBE-8E13-4859-98C6-62B22CA4B6B3}" destId="{2E32996E-BA2B-4266-AD8C-4113CF09BD84}" srcOrd="0" destOrd="0" presId="urn:microsoft.com/office/officeart/2005/8/layout/process5"/>
    <dgm:cxn modelId="{58EEB5C2-6D02-42B8-A760-EC8AD0B13C1D}" type="presOf" srcId="{D9476EBE-F673-47E2-B6B8-011B7BBA853D}" destId="{238153EC-B5E5-4652-87D2-C8E2ACCDB909}" srcOrd="1" destOrd="0" presId="urn:microsoft.com/office/officeart/2005/8/layout/process5"/>
    <dgm:cxn modelId="{80B6F9C2-2C01-4042-AC49-D91CD374562A}" srcId="{37498325-8750-4867-9A3E-688D19785A34}" destId="{1C087EC3-0E88-471D-AD9F-06F6AEAB1025}" srcOrd="12" destOrd="0" parTransId="{04F20A73-260B-4351-84BF-5B2CC81043F6}" sibTransId="{99870CC7-5428-469C-8A90-96AB8370B8DF}"/>
    <dgm:cxn modelId="{850756C4-882B-41FF-B5C3-F852359534A5}" type="presOf" srcId="{DD2B31D3-1343-48FC-922E-A8581CC4FE07}" destId="{3F3532F7-5A79-4C63-B062-0B5C704367F5}" srcOrd="0" destOrd="0" presId="urn:microsoft.com/office/officeart/2005/8/layout/process5"/>
    <dgm:cxn modelId="{9BB574CF-E3E5-4852-9C8D-D855A69E9CC4}" type="presOf" srcId="{1C087EC3-0E88-471D-AD9F-06F6AEAB1025}" destId="{EF68840C-20EA-436B-A9F0-5A70BA5550A8}" srcOrd="0" destOrd="0" presId="urn:microsoft.com/office/officeart/2005/8/layout/process5"/>
    <dgm:cxn modelId="{2ECB28D0-FC18-4CA8-B1E1-2D92343C6366}" type="presOf" srcId="{532EA026-E0EA-4AEA-A234-0A90B5408F5F}" destId="{0E3E7251-D7B1-4214-8B14-D1842758FD45}" srcOrd="1" destOrd="0" presId="urn:microsoft.com/office/officeart/2005/8/layout/process5"/>
    <dgm:cxn modelId="{778922D2-662E-46DB-9320-047A67A3F377}" srcId="{37498325-8750-4867-9A3E-688D19785A34}" destId="{AF0321B9-CF89-46E3-8080-26F021F133A1}" srcOrd="11" destOrd="0" parTransId="{5A10E8E2-B547-409E-BD0B-81915337C5EA}" sibTransId="{CEA5C039-8E80-49DF-A67A-18D5801D33D8}"/>
    <dgm:cxn modelId="{AFB87FD2-E39E-4901-8172-372DDFC930EF}" type="presOf" srcId="{16666C5D-EF7B-4C16-845A-0DE619610FC6}" destId="{988768F5-B52D-406A-9EFE-056FBDF50899}" srcOrd="0" destOrd="0" presId="urn:microsoft.com/office/officeart/2005/8/layout/process5"/>
    <dgm:cxn modelId="{DF17E6D2-DF0F-44F3-8060-31961DC2EE4F}" type="presOf" srcId="{9A8CF0E4-6590-4B13-B28F-4AD26823D7A9}" destId="{8C405834-7638-4505-94EC-425312604EE2}" srcOrd="0" destOrd="0" presId="urn:microsoft.com/office/officeart/2005/8/layout/process5"/>
    <dgm:cxn modelId="{9C6D27D6-8DBD-47E2-BD96-08AD33D66E0E}" srcId="{37498325-8750-4867-9A3E-688D19785A34}" destId="{16666C5D-EF7B-4C16-845A-0DE619610FC6}" srcOrd="4" destOrd="0" parTransId="{17A55B3A-212B-4EF6-A80E-524340B23A0F}" sibTransId="{D9476EBE-F673-47E2-B6B8-011B7BBA853D}"/>
    <dgm:cxn modelId="{ED7D97D8-E05E-4192-AB0A-E232F5913D23}" type="presOf" srcId="{DDE90F19-40EE-4952-8544-FC8ECF3BEF85}" destId="{85C9B240-F85C-47C0-9AA6-50718CD112E7}" srcOrd="1" destOrd="0" presId="urn:microsoft.com/office/officeart/2005/8/layout/process5"/>
    <dgm:cxn modelId="{89C1AFEE-4EE1-4421-AF02-E5BC8FD83413}" type="presOf" srcId="{8C022DAA-3638-4D51-8065-3C48AAA010E8}" destId="{3E983AF1-730A-4A97-B95E-320BF3EAF66F}" srcOrd="0" destOrd="0" presId="urn:microsoft.com/office/officeart/2005/8/layout/process5"/>
    <dgm:cxn modelId="{7BC884F0-26C8-4D81-B6D1-1D759816E2BF}" type="presOf" srcId="{94AF7F80-3F63-47D0-BC50-F3F87D22F6F2}" destId="{C46BABB9-422C-45BE-92CF-417CFA52D5B1}" srcOrd="0" destOrd="0" presId="urn:microsoft.com/office/officeart/2005/8/layout/process5"/>
    <dgm:cxn modelId="{821FABF5-3D77-44BF-BBA9-1B5B9F287A51}" type="presOf" srcId="{D9476EBE-F673-47E2-B6B8-011B7BBA853D}" destId="{9D95B105-772B-42D8-852B-9E5B33F36887}" srcOrd="0" destOrd="0" presId="urn:microsoft.com/office/officeart/2005/8/layout/process5"/>
    <dgm:cxn modelId="{A23536F9-9BBE-4371-80E9-1E68512E12B2}" type="presOf" srcId="{FA53CC6C-E160-4232-89DB-EBECA1135A9B}" destId="{ED729AE4-721C-4723-A95D-7D4304C4D08A}" srcOrd="0" destOrd="0" presId="urn:microsoft.com/office/officeart/2005/8/layout/process5"/>
    <dgm:cxn modelId="{F334DC9D-9C80-4363-B792-586803C57E3D}" type="presParOf" srcId="{6F480D62-1B06-47BF-861D-C1AF23EEB9AF}" destId="{C46BABB9-422C-45BE-92CF-417CFA52D5B1}" srcOrd="0" destOrd="0" presId="urn:microsoft.com/office/officeart/2005/8/layout/process5"/>
    <dgm:cxn modelId="{2153BCE7-E764-4670-9F34-16AD903B6BBE}" type="presParOf" srcId="{6F480D62-1B06-47BF-861D-C1AF23EEB9AF}" destId="{2EEF7490-2A3A-432A-8BA7-CBA65AD34FF4}" srcOrd="1" destOrd="0" presId="urn:microsoft.com/office/officeart/2005/8/layout/process5"/>
    <dgm:cxn modelId="{B1950020-F9AC-43C0-B92F-012C6920255E}" type="presParOf" srcId="{2EEF7490-2A3A-432A-8BA7-CBA65AD34FF4}" destId="{ABB8F581-0E74-463B-B7D9-31E2E4A54684}" srcOrd="0" destOrd="0" presId="urn:microsoft.com/office/officeart/2005/8/layout/process5"/>
    <dgm:cxn modelId="{3C0B97B7-1540-4EBD-9DDC-752DABC036E8}" type="presParOf" srcId="{6F480D62-1B06-47BF-861D-C1AF23EEB9AF}" destId="{2E32996E-BA2B-4266-AD8C-4113CF09BD84}" srcOrd="2" destOrd="0" presId="urn:microsoft.com/office/officeart/2005/8/layout/process5"/>
    <dgm:cxn modelId="{5527035F-C776-45F9-BE6F-63D967D07093}" type="presParOf" srcId="{6F480D62-1B06-47BF-861D-C1AF23EEB9AF}" destId="{E8FD76BA-C09F-44FB-8FB0-77F949396D74}" srcOrd="3" destOrd="0" presId="urn:microsoft.com/office/officeart/2005/8/layout/process5"/>
    <dgm:cxn modelId="{625CB6DB-621B-4E48-A0D2-BBF6DA6F64E8}" type="presParOf" srcId="{E8FD76BA-C09F-44FB-8FB0-77F949396D74}" destId="{85C9B240-F85C-47C0-9AA6-50718CD112E7}" srcOrd="0" destOrd="0" presId="urn:microsoft.com/office/officeart/2005/8/layout/process5"/>
    <dgm:cxn modelId="{4F926EE1-40B3-4937-B07F-F4F7F5D34119}" type="presParOf" srcId="{6F480D62-1B06-47BF-861D-C1AF23EEB9AF}" destId="{ED729AE4-721C-4723-A95D-7D4304C4D08A}" srcOrd="4" destOrd="0" presId="urn:microsoft.com/office/officeart/2005/8/layout/process5"/>
    <dgm:cxn modelId="{D7F1D3E1-8E39-4262-B092-FB542FAF9D9C}" type="presParOf" srcId="{6F480D62-1B06-47BF-861D-C1AF23EEB9AF}" destId="{08765956-E261-4AC5-B42F-384C6F61384A}" srcOrd="5" destOrd="0" presId="urn:microsoft.com/office/officeart/2005/8/layout/process5"/>
    <dgm:cxn modelId="{0FCEE8B7-5119-4376-9596-3BDF27F1D48C}" type="presParOf" srcId="{08765956-E261-4AC5-B42F-384C6F61384A}" destId="{138DFA77-0423-4AC6-A742-EB378767756D}" srcOrd="0" destOrd="0" presId="urn:microsoft.com/office/officeart/2005/8/layout/process5"/>
    <dgm:cxn modelId="{EF431D8D-7CAD-48A6-87D8-D6FAD740D5C0}" type="presParOf" srcId="{6F480D62-1B06-47BF-861D-C1AF23EEB9AF}" destId="{97DFAF96-0623-4C38-BA07-60017D97E923}" srcOrd="6" destOrd="0" presId="urn:microsoft.com/office/officeart/2005/8/layout/process5"/>
    <dgm:cxn modelId="{17696EEC-5220-4D57-A524-10C027673AD0}" type="presParOf" srcId="{6F480D62-1B06-47BF-861D-C1AF23EEB9AF}" destId="{AAFA330F-657A-4331-9CA6-BB4F3CC33FC2}" srcOrd="7" destOrd="0" presId="urn:microsoft.com/office/officeart/2005/8/layout/process5"/>
    <dgm:cxn modelId="{71D71470-70D1-4C78-B87B-804989D9699C}" type="presParOf" srcId="{AAFA330F-657A-4331-9CA6-BB4F3CC33FC2}" destId="{6853CA9E-B9EE-434C-8B61-9EE5550A13FD}" srcOrd="0" destOrd="0" presId="urn:microsoft.com/office/officeart/2005/8/layout/process5"/>
    <dgm:cxn modelId="{C970D8BA-F6B3-4DF1-8049-581B4D991413}" type="presParOf" srcId="{6F480D62-1B06-47BF-861D-C1AF23EEB9AF}" destId="{988768F5-B52D-406A-9EFE-056FBDF50899}" srcOrd="8" destOrd="0" presId="urn:microsoft.com/office/officeart/2005/8/layout/process5"/>
    <dgm:cxn modelId="{9BE11472-D8F2-44BF-8A58-9D954E62C9BD}" type="presParOf" srcId="{6F480D62-1B06-47BF-861D-C1AF23EEB9AF}" destId="{9D95B105-772B-42D8-852B-9E5B33F36887}" srcOrd="9" destOrd="0" presId="urn:microsoft.com/office/officeart/2005/8/layout/process5"/>
    <dgm:cxn modelId="{6F9428EF-692B-423E-A31A-F296159AEAFF}" type="presParOf" srcId="{9D95B105-772B-42D8-852B-9E5B33F36887}" destId="{238153EC-B5E5-4652-87D2-C8E2ACCDB909}" srcOrd="0" destOrd="0" presId="urn:microsoft.com/office/officeart/2005/8/layout/process5"/>
    <dgm:cxn modelId="{C251581A-ABAA-4DBB-80BF-7719E6143AFB}" type="presParOf" srcId="{6F480D62-1B06-47BF-861D-C1AF23EEB9AF}" destId="{3E983AF1-730A-4A97-B95E-320BF3EAF66F}" srcOrd="10" destOrd="0" presId="urn:microsoft.com/office/officeart/2005/8/layout/process5"/>
    <dgm:cxn modelId="{6E3FEEE6-7661-45A7-863F-9ECBC24A39D6}" type="presParOf" srcId="{6F480D62-1B06-47BF-861D-C1AF23EEB9AF}" destId="{8C405834-7638-4505-94EC-425312604EE2}" srcOrd="11" destOrd="0" presId="urn:microsoft.com/office/officeart/2005/8/layout/process5"/>
    <dgm:cxn modelId="{7568B473-E36A-45BB-8648-3D3A48DF532A}" type="presParOf" srcId="{8C405834-7638-4505-94EC-425312604EE2}" destId="{EB23891D-F942-4789-BA81-C4126DCA927F}" srcOrd="0" destOrd="0" presId="urn:microsoft.com/office/officeart/2005/8/layout/process5"/>
    <dgm:cxn modelId="{FAF53047-7BAE-43D7-BEC4-475B62712623}" type="presParOf" srcId="{6F480D62-1B06-47BF-861D-C1AF23EEB9AF}" destId="{238EC020-9F2C-4907-8FDA-B9ED63DF2B11}" srcOrd="12" destOrd="0" presId="urn:microsoft.com/office/officeart/2005/8/layout/process5"/>
    <dgm:cxn modelId="{B4D08A30-2349-4B3D-97D5-FA2F8F75A205}" type="presParOf" srcId="{6F480D62-1B06-47BF-861D-C1AF23EEB9AF}" destId="{7CACDB3F-DE7A-4DC5-BE67-86B8CFA901CA}" srcOrd="13" destOrd="0" presId="urn:microsoft.com/office/officeart/2005/8/layout/process5"/>
    <dgm:cxn modelId="{9EAC4816-4EBC-48F1-B479-3A1F03F40B1E}" type="presParOf" srcId="{7CACDB3F-DE7A-4DC5-BE67-86B8CFA901CA}" destId="{746CDCF7-9E41-4968-B896-2EE79CF6C668}" srcOrd="0" destOrd="0" presId="urn:microsoft.com/office/officeart/2005/8/layout/process5"/>
    <dgm:cxn modelId="{71174793-1244-4CA5-80A2-157705C14774}" type="presParOf" srcId="{6F480D62-1B06-47BF-861D-C1AF23EEB9AF}" destId="{486B574B-52A6-4F8E-8136-DB970AC8B478}" srcOrd="14" destOrd="0" presId="urn:microsoft.com/office/officeart/2005/8/layout/process5"/>
    <dgm:cxn modelId="{6466F803-5C46-40DC-8B53-4EFF3BAAB350}" type="presParOf" srcId="{6F480D62-1B06-47BF-861D-C1AF23EEB9AF}" destId="{B651CCC6-3E46-4ADF-93E3-0343E865A290}" srcOrd="15" destOrd="0" presId="urn:microsoft.com/office/officeart/2005/8/layout/process5"/>
    <dgm:cxn modelId="{060DDEC0-E8A8-4E93-B519-442AFCD1F669}" type="presParOf" srcId="{B651CCC6-3E46-4ADF-93E3-0343E865A290}" destId="{5ABBF047-6DF8-4210-B195-CD0BD7947C7C}" srcOrd="0" destOrd="0" presId="urn:microsoft.com/office/officeart/2005/8/layout/process5"/>
    <dgm:cxn modelId="{D5695571-0391-4B1F-9A2C-D597C093525F}" type="presParOf" srcId="{6F480D62-1B06-47BF-861D-C1AF23EEB9AF}" destId="{313DF7CF-B6C2-4098-A919-C77E42724447}" srcOrd="16" destOrd="0" presId="urn:microsoft.com/office/officeart/2005/8/layout/process5"/>
    <dgm:cxn modelId="{9683BF96-3B9D-4FF8-ADCA-8F05D0A985AD}" type="presParOf" srcId="{6F480D62-1B06-47BF-861D-C1AF23EEB9AF}" destId="{3F3532F7-5A79-4C63-B062-0B5C704367F5}" srcOrd="17" destOrd="0" presId="urn:microsoft.com/office/officeart/2005/8/layout/process5"/>
    <dgm:cxn modelId="{AC697E34-C10E-478C-988D-47A50A5C7931}" type="presParOf" srcId="{3F3532F7-5A79-4C63-B062-0B5C704367F5}" destId="{4FED4960-655A-4545-B108-D11022134E4A}" srcOrd="0" destOrd="0" presId="urn:microsoft.com/office/officeart/2005/8/layout/process5"/>
    <dgm:cxn modelId="{C9DD10EE-C0DE-415B-8636-3A520D112922}" type="presParOf" srcId="{6F480D62-1B06-47BF-861D-C1AF23EEB9AF}" destId="{7502E0C0-1CDC-4B8D-ADA6-D33104016BC1}" srcOrd="18" destOrd="0" presId="urn:microsoft.com/office/officeart/2005/8/layout/process5"/>
    <dgm:cxn modelId="{C9C0232B-6C26-4898-A42D-381AE9D833D3}" type="presParOf" srcId="{6F480D62-1B06-47BF-861D-C1AF23EEB9AF}" destId="{415EE803-6FF9-4BF5-A922-8EE44979AD2A}" srcOrd="19" destOrd="0" presId="urn:microsoft.com/office/officeart/2005/8/layout/process5"/>
    <dgm:cxn modelId="{28EBE7DB-6856-43AF-AB02-799C08E2518A}" type="presParOf" srcId="{415EE803-6FF9-4BF5-A922-8EE44979AD2A}" destId="{0F4C2C91-D6A6-440B-ADFE-BF2ACA8B8C4E}" srcOrd="0" destOrd="0" presId="urn:microsoft.com/office/officeart/2005/8/layout/process5"/>
    <dgm:cxn modelId="{FFD641ED-4CE5-4B38-9F74-9D0DE42C8930}" type="presParOf" srcId="{6F480D62-1B06-47BF-861D-C1AF23EEB9AF}" destId="{AE64AAC7-EF51-4861-AF08-5D2D2B1E5083}" srcOrd="20" destOrd="0" presId="urn:microsoft.com/office/officeart/2005/8/layout/process5"/>
    <dgm:cxn modelId="{472A5BA7-19DC-452F-BCA3-C42A86B25B77}" type="presParOf" srcId="{6F480D62-1B06-47BF-861D-C1AF23EEB9AF}" destId="{5DC9723F-B6D8-45CA-9171-4777284F6A55}" srcOrd="21" destOrd="0" presId="urn:microsoft.com/office/officeart/2005/8/layout/process5"/>
    <dgm:cxn modelId="{F3171575-50E2-4F6E-8839-0D1A09DF163A}" type="presParOf" srcId="{5DC9723F-B6D8-45CA-9171-4777284F6A55}" destId="{0E3E7251-D7B1-4214-8B14-D1842758FD45}" srcOrd="0" destOrd="0" presId="urn:microsoft.com/office/officeart/2005/8/layout/process5"/>
    <dgm:cxn modelId="{EA34F8FE-724D-4649-9EF3-50608DA0EADB}" type="presParOf" srcId="{6F480D62-1B06-47BF-861D-C1AF23EEB9AF}" destId="{2A766B2C-AF04-4F5E-95A0-614B9BFC41F6}" srcOrd="22" destOrd="0" presId="urn:microsoft.com/office/officeart/2005/8/layout/process5"/>
    <dgm:cxn modelId="{34FAD6A3-2390-4326-AD22-148F8A6A8613}" type="presParOf" srcId="{6F480D62-1B06-47BF-861D-C1AF23EEB9AF}" destId="{ADD50383-2023-4C5C-9B32-CA93B441E3AF}" srcOrd="23" destOrd="0" presId="urn:microsoft.com/office/officeart/2005/8/layout/process5"/>
    <dgm:cxn modelId="{54C6591A-9E02-46B0-84B6-F34C2D03FC43}" type="presParOf" srcId="{ADD50383-2023-4C5C-9B32-CA93B441E3AF}" destId="{3BC16744-C02B-444D-90BB-F602749AE3A1}" srcOrd="0" destOrd="0" presId="urn:microsoft.com/office/officeart/2005/8/layout/process5"/>
    <dgm:cxn modelId="{30EF4EFA-F4DB-4D06-883A-CCBD0E5102AF}" type="presParOf" srcId="{6F480D62-1B06-47BF-861D-C1AF23EEB9AF}" destId="{EF68840C-20EA-436B-A9F0-5A70BA5550A8}" srcOrd="2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BABB9-422C-45BE-92CF-417CFA52D5B1}">
      <dsp:nvSpPr>
        <dsp:cNvPr id="0" name=""/>
        <dsp:cNvSpPr/>
      </dsp:nvSpPr>
      <dsp:spPr>
        <a:xfrm>
          <a:off x="5762" y="5078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Install prerequisites </a:t>
          </a:r>
          <a:endParaRPr lang="en-DE" sz="2000" kern="1200" dirty="0"/>
        </a:p>
      </dsp:txBody>
      <dsp:txXfrm>
        <a:off x="37157" y="82180"/>
        <a:ext cx="1723699" cy="1009103"/>
      </dsp:txXfrm>
    </dsp:sp>
    <dsp:sp modelId="{2EEF7490-2A3A-432A-8BA7-CBA65AD34FF4}">
      <dsp:nvSpPr>
        <dsp:cNvPr id="0" name=""/>
        <dsp:cNvSpPr/>
      </dsp:nvSpPr>
      <dsp:spPr>
        <a:xfrm>
          <a:off x="1949463" y="36520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>
        <a:off x="1949463" y="453817"/>
        <a:ext cx="265115" cy="265829"/>
      </dsp:txXfrm>
    </dsp:sp>
    <dsp:sp modelId="{2E32996E-BA2B-4266-AD8C-4113CF09BD84}">
      <dsp:nvSpPr>
        <dsp:cNvPr id="0" name=""/>
        <dsp:cNvSpPr/>
      </dsp:nvSpPr>
      <dsp:spPr>
        <a:xfrm>
          <a:off x="2506848" y="5078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Start private Docker registry</a:t>
          </a:r>
          <a:endParaRPr lang="en-DE" sz="2000" kern="1200" dirty="0"/>
        </a:p>
      </dsp:txBody>
      <dsp:txXfrm>
        <a:off x="2538243" y="82180"/>
        <a:ext cx="1723699" cy="1009103"/>
      </dsp:txXfrm>
    </dsp:sp>
    <dsp:sp modelId="{E8FD76BA-C09F-44FB-8FB0-77F949396D74}">
      <dsp:nvSpPr>
        <dsp:cNvPr id="0" name=""/>
        <dsp:cNvSpPr/>
      </dsp:nvSpPr>
      <dsp:spPr>
        <a:xfrm>
          <a:off x="4450549" y="36520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>
        <a:off x="4450549" y="453817"/>
        <a:ext cx="265115" cy="265829"/>
      </dsp:txXfrm>
    </dsp:sp>
    <dsp:sp modelId="{ED729AE4-721C-4723-A95D-7D4304C4D08A}">
      <dsp:nvSpPr>
        <dsp:cNvPr id="0" name=""/>
        <dsp:cNvSpPr/>
      </dsp:nvSpPr>
      <dsp:spPr>
        <a:xfrm>
          <a:off x="5007934" y="5078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Install and instantiate  oktoflow</a:t>
          </a:r>
          <a:endParaRPr lang="en-DE" sz="2000" kern="1200" dirty="0"/>
        </a:p>
      </dsp:txBody>
      <dsp:txXfrm>
        <a:off x="5039329" y="82180"/>
        <a:ext cx="1723699" cy="1009103"/>
      </dsp:txXfrm>
    </dsp:sp>
    <dsp:sp modelId="{08765956-E261-4AC5-B42F-384C6F61384A}">
      <dsp:nvSpPr>
        <dsp:cNvPr id="0" name=""/>
        <dsp:cNvSpPr/>
      </dsp:nvSpPr>
      <dsp:spPr>
        <a:xfrm>
          <a:off x="6951634" y="36520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>
        <a:off x="6951634" y="453817"/>
        <a:ext cx="265115" cy="265829"/>
      </dsp:txXfrm>
    </dsp:sp>
    <dsp:sp modelId="{97DFAF96-0623-4C38-BA07-60017D97E923}">
      <dsp:nvSpPr>
        <dsp:cNvPr id="0" name=""/>
        <dsp:cNvSpPr/>
      </dsp:nvSpPr>
      <dsp:spPr>
        <a:xfrm>
          <a:off x="7509019" y="5078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Start </a:t>
          </a:r>
          <a:br>
            <a:rPr lang="en-GB" sz="2000" kern="1200" dirty="0"/>
          </a:br>
          <a:r>
            <a:rPr lang="en-GB" sz="2000" kern="1200" dirty="0"/>
            <a:t>oktoflow </a:t>
          </a:r>
          <a:endParaRPr lang="en-DE" sz="2000" kern="1200" dirty="0"/>
        </a:p>
      </dsp:txBody>
      <dsp:txXfrm>
        <a:off x="7540414" y="82180"/>
        <a:ext cx="1723699" cy="1009103"/>
      </dsp:txXfrm>
    </dsp:sp>
    <dsp:sp modelId="{AAFA330F-657A-4331-9CA6-BB4F3CC33FC2}">
      <dsp:nvSpPr>
        <dsp:cNvPr id="0" name=""/>
        <dsp:cNvSpPr/>
      </dsp:nvSpPr>
      <dsp:spPr>
        <a:xfrm>
          <a:off x="9452720" y="36520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900" kern="1200"/>
        </a:p>
      </dsp:txBody>
      <dsp:txXfrm>
        <a:off x="9452720" y="453817"/>
        <a:ext cx="265115" cy="265829"/>
      </dsp:txXfrm>
    </dsp:sp>
    <dsp:sp modelId="{988768F5-B52D-406A-9EFE-056FBDF50899}">
      <dsp:nvSpPr>
        <dsp:cNvPr id="0" name=""/>
        <dsp:cNvSpPr/>
      </dsp:nvSpPr>
      <dsp:spPr>
        <a:xfrm>
          <a:off x="10010105" y="5078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Onboard</a:t>
          </a:r>
          <a:r>
            <a:rPr lang="de-DE" sz="2000" kern="1200" dirty="0"/>
            <a:t> </a:t>
          </a:r>
          <a:r>
            <a:rPr lang="de-DE" sz="2000" kern="1200" dirty="0" err="1"/>
            <a:t>device</a:t>
          </a:r>
          <a:r>
            <a:rPr lang="de-DE" sz="2000" kern="1200" dirty="0"/>
            <a:t>(s)</a:t>
          </a:r>
          <a:endParaRPr lang="en-DE" sz="2000" kern="1200" dirty="0"/>
        </a:p>
      </dsp:txBody>
      <dsp:txXfrm>
        <a:off x="10041500" y="82180"/>
        <a:ext cx="1723699" cy="1009103"/>
      </dsp:txXfrm>
    </dsp:sp>
    <dsp:sp modelId="{9D95B105-772B-42D8-852B-9E5B33F36887}">
      <dsp:nvSpPr>
        <dsp:cNvPr id="0" name=""/>
        <dsp:cNvSpPr/>
      </dsp:nvSpPr>
      <dsp:spPr>
        <a:xfrm rot="5400000">
          <a:off x="10713982" y="1247733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-5400000">
        <a:off x="10770435" y="1279890"/>
        <a:ext cx="265829" cy="265115"/>
      </dsp:txXfrm>
    </dsp:sp>
    <dsp:sp modelId="{3E983AF1-730A-4A97-B95E-320BF3EAF66F}">
      <dsp:nvSpPr>
        <dsp:cNvPr id="0" name=""/>
        <dsp:cNvSpPr/>
      </dsp:nvSpPr>
      <dsp:spPr>
        <a:xfrm>
          <a:off x="10010105" y="183727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Start </a:t>
          </a:r>
          <a:r>
            <a:rPr lang="de-DE" sz="2000" kern="1200" dirty="0" err="1"/>
            <a:t>service</a:t>
          </a:r>
          <a:r>
            <a:rPr lang="de-DE" sz="2000" kern="1200" dirty="0"/>
            <a:t> </a:t>
          </a:r>
          <a:r>
            <a:rPr lang="de-DE" sz="2000" kern="1200" dirty="0" err="1"/>
            <a:t>manager</a:t>
          </a:r>
          <a:r>
            <a:rPr lang="de-DE" sz="2000" kern="1200" dirty="0"/>
            <a:t>(s)</a:t>
          </a:r>
          <a:endParaRPr lang="en-DE" sz="2000" kern="1200" dirty="0"/>
        </a:p>
      </dsp:txBody>
      <dsp:txXfrm>
        <a:off x="10041500" y="1868670"/>
        <a:ext cx="1723699" cy="1009103"/>
      </dsp:txXfrm>
    </dsp:sp>
    <dsp:sp modelId="{8C405834-7638-4505-94EC-425312604EE2}">
      <dsp:nvSpPr>
        <dsp:cNvPr id="0" name=""/>
        <dsp:cNvSpPr/>
      </dsp:nvSpPr>
      <dsp:spPr>
        <a:xfrm rot="10800000">
          <a:off x="9474158" y="215169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10800000">
        <a:off x="9587778" y="2240307"/>
        <a:ext cx="265115" cy="265829"/>
      </dsp:txXfrm>
    </dsp:sp>
    <dsp:sp modelId="{238EC020-9F2C-4907-8FDA-B9ED63DF2B11}">
      <dsp:nvSpPr>
        <dsp:cNvPr id="0" name=""/>
        <dsp:cNvSpPr/>
      </dsp:nvSpPr>
      <dsp:spPr>
        <a:xfrm>
          <a:off x="7509019" y="183727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Start</a:t>
          </a:r>
          <a:r>
            <a:rPr lang="en-GB" sz="2000" kern="1200" dirty="0"/>
            <a:t> the application(s)  </a:t>
          </a:r>
          <a:endParaRPr lang="en-DE" sz="2000" kern="1200" dirty="0"/>
        </a:p>
      </dsp:txBody>
      <dsp:txXfrm>
        <a:off x="7540414" y="1868670"/>
        <a:ext cx="1723699" cy="1009103"/>
      </dsp:txXfrm>
    </dsp:sp>
    <dsp:sp modelId="{7CACDB3F-DE7A-4DC5-BE67-86B8CFA901CA}">
      <dsp:nvSpPr>
        <dsp:cNvPr id="0" name=""/>
        <dsp:cNvSpPr/>
      </dsp:nvSpPr>
      <dsp:spPr>
        <a:xfrm rot="10800000">
          <a:off x="6973072" y="215169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10800000">
        <a:off x="7086692" y="2240307"/>
        <a:ext cx="265115" cy="265829"/>
      </dsp:txXfrm>
    </dsp:sp>
    <dsp:sp modelId="{486B574B-52A6-4F8E-8136-DB970AC8B478}">
      <dsp:nvSpPr>
        <dsp:cNvPr id="0" name=""/>
        <dsp:cNvSpPr/>
      </dsp:nvSpPr>
      <dsp:spPr>
        <a:xfrm>
          <a:off x="5007934" y="1837275"/>
          <a:ext cx="1786489" cy="107189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rgbClr val="9CC5D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Measurement / validations </a:t>
          </a:r>
          <a:r>
            <a:rPr lang="en-US" sz="2000" kern="1200" dirty="0">
              <a:solidFill>
                <a:schemeClr val="tx1"/>
              </a:solidFill>
            </a:rPr>
            <a:t>ø</a:t>
          </a:r>
          <a:endParaRPr lang="en-DE" sz="2000" kern="1200" dirty="0">
            <a:solidFill>
              <a:schemeClr val="tx1"/>
            </a:solidFill>
          </a:endParaRPr>
        </a:p>
      </dsp:txBody>
      <dsp:txXfrm>
        <a:off x="5039329" y="1868670"/>
        <a:ext cx="1723699" cy="1009103"/>
      </dsp:txXfrm>
    </dsp:sp>
    <dsp:sp modelId="{B651CCC6-3E46-4ADF-93E3-0343E865A290}">
      <dsp:nvSpPr>
        <dsp:cNvPr id="0" name=""/>
        <dsp:cNvSpPr/>
      </dsp:nvSpPr>
      <dsp:spPr>
        <a:xfrm rot="10800000">
          <a:off x="4471987" y="215169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10800000">
        <a:off x="4585607" y="2240307"/>
        <a:ext cx="265115" cy="265829"/>
      </dsp:txXfrm>
    </dsp:sp>
    <dsp:sp modelId="{313DF7CF-B6C2-4098-A919-C77E42724447}">
      <dsp:nvSpPr>
        <dsp:cNvPr id="0" name=""/>
        <dsp:cNvSpPr/>
      </dsp:nvSpPr>
      <dsp:spPr>
        <a:xfrm>
          <a:off x="2506848" y="183727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Stop the </a:t>
          </a: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application(s) </a:t>
          </a:r>
          <a:endParaRPr lang="en-DE" sz="2000" kern="1200" dirty="0"/>
        </a:p>
      </dsp:txBody>
      <dsp:txXfrm>
        <a:off x="2538243" y="1868670"/>
        <a:ext cx="1723699" cy="1009103"/>
      </dsp:txXfrm>
    </dsp:sp>
    <dsp:sp modelId="{3F3532F7-5A79-4C63-B062-0B5C704367F5}">
      <dsp:nvSpPr>
        <dsp:cNvPr id="0" name=""/>
        <dsp:cNvSpPr/>
      </dsp:nvSpPr>
      <dsp:spPr>
        <a:xfrm rot="10800000">
          <a:off x="1970901" y="215169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10800000">
        <a:off x="2084521" y="2240307"/>
        <a:ext cx="265115" cy="265829"/>
      </dsp:txXfrm>
    </dsp:sp>
    <dsp:sp modelId="{7502E0C0-1CDC-4B8D-ADA6-D33104016BC1}">
      <dsp:nvSpPr>
        <dsp:cNvPr id="0" name=""/>
        <dsp:cNvSpPr/>
      </dsp:nvSpPr>
      <dsp:spPr>
        <a:xfrm>
          <a:off x="5762" y="1837275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Stop service manager(s) </a:t>
          </a:r>
          <a:endParaRPr lang="en-DE" sz="2000" kern="1200" dirty="0"/>
        </a:p>
      </dsp:txBody>
      <dsp:txXfrm>
        <a:off x="37157" y="1868670"/>
        <a:ext cx="1723699" cy="1009103"/>
      </dsp:txXfrm>
    </dsp:sp>
    <dsp:sp modelId="{415EE803-6FF9-4BF5-A922-8EE44979AD2A}">
      <dsp:nvSpPr>
        <dsp:cNvPr id="0" name=""/>
        <dsp:cNvSpPr/>
      </dsp:nvSpPr>
      <dsp:spPr>
        <a:xfrm rot="5400000">
          <a:off x="709639" y="3034223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 rot="-5400000">
        <a:off x="766092" y="3066380"/>
        <a:ext cx="265829" cy="265115"/>
      </dsp:txXfrm>
    </dsp:sp>
    <dsp:sp modelId="{AE64AAC7-EF51-4861-AF08-5D2D2B1E5083}">
      <dsp:nvSpPr>
        <dsp:cNvPr id="0" name=""/>
        <dsp:cNvSpPr/>
      </dsp:nvSpPr>
      <dsp:spPr>
        <a:xfrm>
          <a:off x="5762" y="3623764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>
              <a:latin typeface="Calibri" panose="020F0502020204030204"/>
              <a:ea typeface="+mn-ea"/>
              <a:cs typeface="+mn-cs"/>
            </a:rPr>
            <a:t>Offboard</a:t>
          </a:r>
          <a:r>
            <a:rPr lang="de-DE" sz="2000" kern="1200" dirty="0"/>
            <a:t> </a:t>
          </a:r>
          <a:r>
            <a:rPr lang="de-DE" sz="2000" kern="1200" dirty="0" err="1"/>
            <a:t>device</a:t>
          </a:r>
          <a:r>
            <a:rPr lang="de-DE" sz="2000" kern="1200" dirty="0"/>
            <a:t>(s)</a:t>
          </a:r>
          <a:endParaRPr lang="en-DE" sz="2000" kern="1200" dirty="0"/>
        </a:p>
      </dsp:txBody>
      <dsp:txXfrm>
        <a:off x="37157" y="3655159"/>
        <a:ext cx="1723699" cy="1009103"/>
      </dsp:txXfrm>
    </dsp:sp>
    <dsp:sp modelId="{5DC9723F-B6D8-45CA-9171-4777284F6A55}">
      <dsp:nvSpPr>
        <dsp:cNvPr id="0" name=""/>
        <dsp:cNvSpPr/>
      </dsp:nvSpPr>
      <dsp:spPr>
        <a:xfrm>
          <a:off x="1949463" y="393818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2000" kern="1200">
            <a:solidFill>
              <a:schemeClr val="tx2">
                <a:lumMod val="50000"/>
              </a:schemeClr>
            </a:solidFill>
          </a:endParaRPr>
        </a:p>
      </dsp:txBody>
      <dsp:txXfrm>
        <a:off x="1949463" y="4026797"/>
        <a:ext cx="265115" cy="265829"/>
      </dsp:txXfrm>
    </dsp:sp>
    <dsp:sp modelId="{2A766B2C-AF04-4F5E-95A0-614B9BFC41F6}">
      <dsp:nvSpPr>
        <dsp:cNvPr id="0" name=""/>
        <dsp:cNvSpPr/>
      </dsp:nvSpPr>
      <dsp:spPr>
        <a:xfrm>
          <a:off x="2506848" y="3623764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Stop </a:t>
          </a:r>
          <a:br>
            <a:rPr lang="en-GB" sz="2000" kern="1200" dirty="0"/>
          </a:br>
          <a:r>
            <a:rPr lang="en-GB" sz="2000" kern="1200" dirty="0"/>
            <a:t>oktoflow </a:t>
          </a:r>
          <a:endParaRPr lang="en-DE" sz="2000" kern="1200" dirty="0"/>
        </a:p>
      </dsp:txBody>
      <dsp:txXfrm>
        <a:off x="2538243" y="3655159"/>
        <a:ext cx="1723699" cy="1009103"/>
      </dsp:txXfrm>
    </dsp:sp>
    <dsp:sp modelId="{ADD50383-2023-4C5C-9B32-CA93B441E3AF}">
      <dsp:nvSpPr>
        <dsp:cNvPr id="0" name=""/>
        <dsp:cNvSpPr/>
      </dsp:nvSpPr>
      <dsp:spPr>
        <a:xfrm>
          <a:off x="4450549" y="3938187"/>
          <a:ext cx="378735" cy="443049"/>
        </a:xfrm>
        <a:prstGeom prst="rightArrow">
          <a:avLst>
            <a:gd name="adj1" fmla="val 60000"/>
            <a:gd name="adj2" fmla="val 50000"/>
          </a:avLst>
        </a:prstGeom>
        <a:solidFill>
          <a:srgbClr val="D76A6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900" kern="1200"/>
        </a:p>
      </dsp:txBody>
      <dsp:txXfrm>
        <a:off x="4450549" y="4026797"/>
        <a:ext cx="265115" cy="265829"/>
      </dsp:txXfrm>
    </dsp:sp>
    <dsp:sp modelId="{EF68840C-20EA-436B-A9F0-5A70BA5550A8}">
      <dsp:nvSpPr>
        <dsp:cNvPr id="0" name=""/>
        <dsp:cNvSpPr/>
      </dsp:nvSpPr>
      <dsp:spPr>
        <a:xfrm>
          <a:off x="5007934" y="3623764"/>
          <a:ext cx="1786489" cy="1071893"/>
        </a:xfrm>
        <a:prstGeom prst="roundRect">
          <a:avLst>
            <a:gd name="adj" fmla="val 10000"/>
          </a:avLst>
        </a:prstGeom>
        <a:solidFill>
          <a:srgbClr val="08617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Stop</a:t>
          </a:r>
          <a:r>
            <a:rPr lang="en-GB" sz="2000" kern="1200" dirty="0"/>
            <a:t> </a:t>
          </a:r>
          <a:r>
            <a:rPr lang="en-GB" sz="2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private</a:t>
          </a:r>
          <a:r>
            <a:rPr lang="en-GB" sz="2000" kern="1200" dirty="0"/>
            <a:t> </a:t>
          </a:r>
          <a:r>
            <a:rPr lang="en-US" sz="2000" kern="1200" dirty="0"/>
            <a:t>Docker</a:t>
          </a:r>
          <a:r>
            <a:rPr lang="en-GB" sz="2000" kern="1200" dirty="0"/>
            <a:t> registry </a:t>
          </a:r>
          <a:endParaRPr lang="en-DE" sz="2000" kern="1200" dirty="0"/>
        </a:p>
      </dsp:txBody>
      <dsp:txXfrm>
        <a:off x="5039329" y="3655159"/>
        <a:ext cx="1723699" cy="1009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9FC2A-303C-45DC-8A9F-701FEE54091B}" type="datetimeFigureOut">
              <a:rPr lang="en-DE" smtClean="0"/>
              <a:t>16/10/2026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16C5C-5A82-4EB0-B94A-AC7D83A7E43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29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435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380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8014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3013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70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257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3612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7176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77864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1812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mvnProject.png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49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0566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appInterfaces.png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50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36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appProject.png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51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2145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appTemplate.png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6C5C-5A82-4EB0-B94A-AC7D83A7E43B}" type="slidenum">
              <a:rPr lang="en-DE" smtClean="0"/>
              <a:t>52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305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8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7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0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6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4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3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7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6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9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6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6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562" y="273423"/>
            <a:ext cx="10971684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5321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562" y="1604400"/>
            <a:ext cx="10971684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87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4BEA29F-46B8-40CB-82F9-79C6909E31D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70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647-0F05-4EF6-96D0-27E2AA380C1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86CCD-C388-49F2-89D6-DB1D3313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3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pixabay.com/en/folder-directory-microsoft-windows-154961/" TargetMode="External"/><Relationship Id="rId7" Type="http://schemas.openxmlformats.org/officeDocument/2006/relationships/hyperlink" Target="https://commons.wikimedia.org/wiki/Category:SVG_coffee_icon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openclipart.org/detail/38899/new-file-by-mightyman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pixabay.com/en/storage-icon-container-archiving-38093/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pixabay.com/en/folder-directory-microsoft-windows-154961/" TargetMode="External"/><Relationship Id="rId7" Type="http://schemas.openxmlformats.org/officeDocument/2006/relationships/hyperlink" Target="https://openclipart.org/detail/38899/new-file-by-mightyma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commons.wikimedia.org/wiki/Category:SVG_coffee_icons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pixabay.com/en/storage-icon-container-archiving-38093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pixabay.com/en/storage-icon-container-archiving-38093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hyperlink" Target="https://pixabay.com/en/folder-directory-microsoft-windows-154961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hyperlink" Target="https://pixabay.com/en/folder-directory-microsoft-windows-154961/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hyperlink" Target="https://pixabay.com/en/folder-directory-microsoft-windows-154961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hyperlink" Target="https://pixabay.com/en/folder-directory-microsoft-windows-154961/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68896/factory-machin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2CE113-DD90-248C-9BD8-D72F92351355}"/>
              </a:ext>
            </a:extLst>
          </p:cNvPr>
          <p:cNvSpPr/>
          <p:nvPr/>
        </p:nvSpPr>
        <p:spPr>
          <a:xfrm>
            <a:off x="1089210" y="2794756"/>
            <a:ext cx="6400705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Transport and Connectors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94052-2456-BFC3-8E94-1B82E20FD736}"/>
              </a:ext>
            </a:extLst>
          </p:cNvPr>
          <p:cNvSpPr/>
          <p:nvPr/>
        </p:nvSpPr>
        <p:spPr>
          <a:xfrm>
            <a:off x="1243852" y="3299021"/>
            <a:ext cx="14791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transport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F6DDD-C799-9318-E852-49E99351B3B7}"/>
              </a:ext>
            </a:extLst>
          </p:cNvPr>
          <p:cNvSpPr/>
          <p:nvPr/>
        </p:nvSpPr>
        <p:spPr>
          <a:xfrm>
            <a:off x="2877670" y="3299021"/>
            <a:ext cx="135815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connectors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053B1-EFF1-13C4-1F4D-345F2DD816A1}"/>
              </a:ext>
            </a:extLst>
          </p:cNvPr>
          <p:cNvSpPr/>
          <p:nvPr/>
        </p:nvSpPr>
        <p:spPr>
          <a:xfrm>
            <a:off x="1398494" y="3935516"/>
            <a:ext cx="1613646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transport.mqtt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906E8C-003A-34AD-D5DF-77C2BBE3E755}"/>
              </a:ext>
            </a:extLst>
          </p:cNvPr>
          <p:cNvSpPr/>
          <p:nvPr/>
        </p:nvSpPr>
        <p:spPr>
          <a:xfrm>
            <a:off x="3203760" y="3935516"/>
            <a:ext cx="189267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connectors.</a:t>
            </a:r>
            <a:br>
              <a:rPr lang="en-GB" i="1">
                <a:solidFill>
                  <a:schemeClr val="tx1"/>
                </a:solidFill>
              </a:rPr>
            </a:br>
            <a:r>
              <a:rPr lang="en-GB" i="1" dirty="0" err="1">
                <a:solidFill>
                  <a:schemeClr val="tx1"/>
                </a:solidFill>
              </a:rPr>
              <a:t>opcua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28428-DC34-8894-A2DB-384CBF829277}"/>
              </a:ext>
            </a:extLst>
          </p:cNvPr>
          <p:cNvSpPr txBox="1"/>
          <p:nvPr/>
        </p:nvSpPr>
        <p:spPr>
          <a:xfrm>
            <a:off x="7146551" y="405700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C01C0-6788-DBF4-5987-78D455917DE0}"/>
              </a:ext>
            </a:extLst>
          </p:cNvPr>
          <p:cNvSpPr/>
          <p:nvPr/>
        </p:nvSpPr>
        <p:spPr>
          <a:xfrm>
            <a:off x="1085085" y="4701991"/>
            <a:ext cx="4699747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support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D8F96-EBF4-53EF-D5AD-A2E24A3E3B50}"/>
              </a:ext>
            </a:extLst>
          </p:cNvPr>
          <p:cNvSpPr/>
          <p:nvPr/>
        </p:nvSpPr>
        <p:spPr>
          <a:xfrm>
            <a:off x="1239727" y="5206256"/>
            <a:ext cx="14791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support.boot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37AFD-6A6F-49DD-2E26-155B2B4224D6}"/>
              </a:ext>
            </a:extLst>
          </p:cNvPr>
          <p:cNvSpPr/>
          <p:nvPr/>
        </p:nvSpPr>
        <p:spPr>
          <a:xfrm>
            <a:off x="2873545" y="5206256"/>
            <a:ext cx="98163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AB619B-8CBF-E853-4E38-1CDD2E41F801}"/>
              </a:ext>
            </a:extLst>
          </p:cNvPr>
          <p:cNvSpPr/>
          <p:nvPr/>
        </p:nvSpPr>
        <p:spPr>
          <a:xfrm>
            <a:off x="4009821" y="5206256"/>
            <a:ext cx="13379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support.aas</a:t>
            </a:r>
            <a:endParaRPr lang="en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60E0EC-4E9B-F1C5-C8C0-775AEFC1BD33}"/>
              </a:ext>
            </a:extLst>
          </p:cNvPr>
          <p:cNvSpPr/>
          <p:nvPr/>
        </p:nvSpPr>
        <p:spPr>
          <a:xfrm>
            <a:off x="1394369" y="5842751"/>
            <a:ext cx="1479176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support.log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5435EA-1449-B23F-EB04-404A057F6A09}"/>
              </a:ext>
            </a:extLst>
          </p:cNvPr>
          <p:cNvSpPr/>
          <p:nvPr/>
        </p:nvSpPr>
        <p:spPr>
          <a:xfrm>
            <a:off x="4081540" y="5842751"/>
            <a:ext cx="1479176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support.aas.</a:t>
            </a:r>
            <a:br>
              <a:rPr lang="en-GB" i="1">
                <a:solidFill>
                  <a:schemeClr val="tx1"/>
                </a:solidFill>
              </a:rPr>
            </a:br>
            <a:r>
              <a:rPr lang="en-GB" i="1" dirty="0" err="1">
                <a:solidFill>
                  <a:schemeClr val="tx1"/>
                </a:solidFill>
              </a:rPr>
              <a:t>basyxs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CFAB9-4C2E-9502-2C1D-2BC246F19F7D}"/>
              </a:ext>
            </a:extLst>
          </p:cNvPr>
          <p:cNvSpPr txBox="1"/>
          <p:nvPr/>
        </p:nvSpPr>
        <p:spPr>
          <a:xfrm>
            <a:off x="2947038" y="601667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2AEA5B-025F-EFA7-CD58-BFE782B87A78}"/>
              </a:ext>
            </a:extLst>
          </p:cNvPr>
          <p:cNvSpPr/>
          <p:nvPr/>
        </p:nvSpPr>
        <p:spPr>
          <a:xfrm>
            <a:off x="5223621" y="3944482"/>
            <a:ext cx="189267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c</a:t>
            </a:r>
            <a:r>
              <a:rPr lang="en-GB" i="1" dirty="0">
                <a:solidFill>
                  <a:schemeClr val="tx1"/>
                </a:solidFill>
              </a:rPr>
              <a:t>onnectors.</a:t>
            </a:r>
          </a:p>
          <a:p>
            <a:pPr algn="ctr"/>
            <a:r>
              <a:rPr lang="en-GB" i="1">
                <a:solidFill>
                  <a:schemeClr val="tx1"/>
                </a:solidFill>
              </a:rPr>
              <a:t>m</a:t>
            </a:r>
            <a:r>
              <a:rPr lang="en-GB" i="1" dirty="0" err="1">
                <a:solidFill>
                  <a:schemeClr val="tx1"/>
                </a:solidFill>
              </a:rPr>
              <a:t>odbustcp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84B369-D817-725A-C7D7-780A53E3D843}"/>
              </a:ext>
            </a:extLst>
          </p:cNvPr>
          <p:cNvSpPr/>
          <p:nvPr/>
        </p:nvSpPr>
        <p:spPr>
          <a:xfrm>
            <a:off x="1089211" y="933227"/>
            <a:ext cx="4455462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Services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F17B12-CBC2-2BA2-7751-71B68E3223FF}"/>
              </a:ext>
            </a:extLst>
          </p:cNvPr>
          <p:cNvSpPr/>
          <p:nvPr/>
        </p:nvSpPr>
        <p:spPr>
          <a:xfrm>
            <a:off x="1243852" y="1437492"/>
            <a:ext cx="14791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services</a:t>
            </a:r>
            <a:endParaRPr lang="en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4D8DDA-5F37-F5B5-0287-371541595E7C}"/>
              </a:ext>
            </a:extLst>
          </p:cNvPr>
          <p:cNvSpPr/>
          <p:nvPr/>
        </p:nvSpPr>
        <p:spPr>
          <a:xfrm>
            <a:off x="2877669" y="1437492"/>
            <a:ext cx="22187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services.environment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94A9E1-C5BE-3307-9518-60C92E1D591A}"/>
              </a:ext>
            </a:extLst>
          </p:cNvPr>
          <p:cNvSpPr/>
          <p:nvPr/>
        </p:nvSpPr>
        <p:spPr>
          <a:xfrm>
            <a:off x="1398494" y="2073987"/>
            <a:ext cx="1613646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services.spring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53468-04E7-0848-9C76-80355046E625}"/>
              </a:ext>
            </a:extLst>
          </p:cNvPr>
          <p:cNvSpPr/>
          <p:nvPr/>
        </p:nvSpPr>
        <p:spPr>
          <a:xfrm>
            <a:off x="3203760" y="2073987"/>
            <a:ext cx="221876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services.environment.spring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999AAC-4627-5A94-A28A-1B142002708E}"/>
              </a:ext>
            </a:extLst>
          </p:cNvPr>
          <p:cNvSpPr/>
          <p:nvPr/>
        </p:nvSpPr>
        <p:spPr>
          <a:xfrm>
            <a:off x="1089210" y="-951155"/>
            <a:ext cx="4773708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Devices and Monitoring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C339F-78E5-BA48-FAFF-86657A2D2393}"/>
              </a:ext>
            </a:extLst>
          </p:cNvPr>
          <p:cNvSpPr/>
          <p:nvPr/>
        </p:nvSpPr>
        <p:spPr>
          <a:xfrm>
            <a:off x="1243851" y="-446890"/>
            <a:ext cx="14791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deviceMgt</a:t>
            </a:r>
            <a:endParaRPr lang="en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77E93C-2255-09A5-BFC3-9372DD4533F2}"/>
              </a:ext>
            </a:extLst>
          </p:cNvPr>
          <p:cNvSpPr/>
          <p:nvPr/>
        </p:nvSpPr>
        <p:spPr>
          <a:xfrm>
            <a:off x="4350124" y="-418650"/>
            <a:ext cx="134918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monitoring</a:t>
            </a:r>
            <a:endParaRPr lang="en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BF2A14-1870-F515-B846-1F03E7D5E172}"/>
              </a:ext>
            </a:extLst>
          </p:cNvPr>
          <p:cNvSpPr/>
          <p:nvPr/>
        </p:nvSpPr>
        <p:spPr>
          <a:xfrm>
            <a:off x="1398493" y="189605"/>
            <a:ext cx="1613646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deviceMgt</a:t>
            </a:r>
            <a:r>
              <a:rPr lang="en-GB" i="1" dirty="0">
                <a:solidFill>
                  <a:schemeClr val="tx1"/>
                </a:solidFill>
              </a:rPr>
              <a:t>.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 err="1">
                <a:solidFill>
                  <a:schemeClr val="tx1"/>
                </a:solidFill>
              </a:rPr>
              <a:t>basicRegistry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FCB8A-EDDD-58AE-81B0-2CFF926B9DEB}"/>
              </a:ext>
            </a:extLst>
          </p:cNvPr>
          <p:cNvSpPr/>
          <p:nvPr/>
        </p:nvSpPr>
        <p:spPr>
          <a:xfrm>
            <a:off x="3203759" y="189605"/>
            <a:ext cx="1482541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ecsRuntime</a:t>
            </a:r>
            <a:r>
              <a:rPr lang="en-GB" i="1" dirty="0">
                <a:solidFill>
                  <a:schemeClr val="tx1"/>
                </a:solidFill>
              </a:rPr>
              <a:t>.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>
                <a:solidFill>
                  <a:schemeClr val="tx1"/>
                </a:solidFill>
              </a:rPr>
              <a:t>docker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7EF44-7394-AAB9-F5B7-AE980D1FFBDF}"/>
              </a:ext>
            </a:extLst>
          </p:cNvPr>
          <p:cNvSpPr/>
          <p:nvPr/>
        </p:nvSpPr>
        <p:spPr>
          <a:xfrm>
            <a:off x="2837329" y="-432097"/>
            <a:ext cx="139849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ecsRuntime</a:t>
            </a:r>
            <a:endParaRPr lang="en-DE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839079-CB28-4240-D681-77848434FBD5}"/>
              </a:ext>
            </a:extLst>
          </p:cNvPr>
          <p:cNvSpPr/>
          <p:nvPr/>
        </p:nvSpPr>
        <p:spPr>
          <a:xfrm>
            <a:off x="1116104" y="-2794525"/>
            <a:ext cx="4773708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Configuration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EC7FD7-A582-8878-42BB-399B20BA6228}"/>
              </a:ext>
            </a:extLst>
          </p:cNvPr>
          <p:cNvSpPr/>
          <p:nvPr/>
        </p:nvSpPr>
        <p:spPr>
          <a:xfrm>
            <a:off x="3207124" y="-2178874"/>
            <a:ext cx="1143000" cy="49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platform</a:t>
            </a:r>
            <a:endParaRPr lang="en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150B03-05C1-11E7-26AE-349BCDDCA21A}"/>
              </a:ext>
            </a:extLst>
          </p:cNvPr>
          <p:cNvSpPr/>
          <p:nvPr/>
        </p:nvSpPr>
        <p:spPr>
          <a:xfrm>
            <a:off x="1549719" y="-1632023"/>
            <a:ext cx="1482541" cy="4908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configuration.easy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1377DF-88C9-E303-3B44-DD2BB251B973}"/>
              </a:ext>
            </a:extLst>
          </p:cNvPr>
          <p:cNvSpPr/>
          <p:nvPr/>
        </p:nvSpPr>
        <p:spPr>
          <a:xfrm>
            <a:off x="1290916" y="-2195680"/>
            <a:ext cx="1546413" cy="49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configuration</a:t>
            </a:r>
            <a:endParaRPr lang="en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C2D281-686A-56A8-29A1-23DB67BD5B32}"/>
              </a:ext>
            </a:extLst>
          </p:cNvPr>
          <p:cNvSpPr/>
          <p:nvPr/>
        </p:nvSpPr>
        <p:spPr>
          <a:xfrm>
            <a:off x="998621" y="864421"/>
            <a:ext cx="6573254" cy="5692790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C61B20-F4D4-B8E9-0680-6A403118DD14}"/>
              </a:ext>
            </a:extLst>
          </p:cNvPr>
          <p:cNvSpPr/>
          <p:nvPr/>
        </p:nvSpPr>
        <p:spPr>
          <a:xfrm>
            <a:off x="918557" y="-996200"/>
            <a:ext cx="6745778" cy="7664595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47AECE-C429-2D85-A1D6-17E5DDB857A3}"/>
              </a:ext>
            </a:extLst>
          </p:cNvPr>
          <p:cNvSpPr txBox="1"/>
          <p:nvPr/>
        </p:nvSpPr>
        <p:spPr>
          <a:xfrm>
            <a:off x="6557174" y="864421"/>
            <a:ext cx="1014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86171"/>
                </a:solidFill>
              </a:rPr>
              <a:t>service </a:t>
            </a:r>
            <a:br>
              <a:rPr lang="en-GB" dirty="0">
                <a:solidFill>
                  <a:srgbClr val="086171"/>
                </a:solidFill>
              </a:rPr>
            </a:br>
            <a:r>
              <a:rPr lang="en-GB" dirty="0">
                <a:solidFill>
                  <a:srgbClr val="086171"/>
                </a:solidFill>
              </a:rPr>
              <a:t>manager</a:t>
            </a:r>
            <a:endParaRPr lang="en-DE" dirty="0">
              <a:solidFill>
                <a:srgbClr val="08617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09E58F-8F2C-61E5-AA6E-8E7DB7D3979D}"/>
              </a:ext>
            </a:extLst>
          </p:cNvPr>
          <p:cNvSpPr txBox="1"/>
          <p:nvPr/>
        </p:nvSpPr>
        <p:spPr>
          <a:xfrm>
            <a:off x="5983941" y="-996714"/>
            <a:ext cx="1725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D76A63"/>
                </a:solidFill>
              </a:rPr>
              <a:t>ECS runtime + </a:t>
            </a:r>
            <a:br>
              <a:rPr lang="en-GB" dirty="0">
                <a:solidFill>
                  <a:srgbClr val="D76A63"/>
                </a:solidFill>
              </a:rPr>
            </a:br>
            <a:r>
              <a:rPr lang="en-GB" dirty="0">
                <a:solidFill>
                  <a:srgbClr val="D76A63"/>
                </a:solidFill>
              </a:rPr>
              <a:t>service manager</a:t>
            </a:r>
            <a:endParaRPr lang="en-DE" dirty="0">
              <a:solidFill>
                <a:srgbClr val="D76A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6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3A3AD6-1F60-5556-3B03-F3419AE4037B}"/>
              </a:ext>
            </a:extLst>
          </p:cNvPr>
          <p:cNvSpPr/>
          <p:nvPr/>
        </p:nvSpPr>
        <p:spPr>
          <a:xfrm>
            <a:off x="1195255" y="5963645"/>
            <a:ext cx="14791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support.boot</a:t>
            </a:r>
            <a:endParaRPr lang="en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89437-D0DF-B6C3-2B64-67A1C240A995}"/>
              </a:ext>
            </a:extLst>
          </p:cNvPr>
          <p:cNvSpPr/>
          <p:nvPr/>
        </p:nvSpPr>
        <p:spPr>
          <a:xfrm>
            <a:off x="1444026" y="4528906"/>
            <a:ext cx="98163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E29C8-46C9-FD04-E1E6-449528A92F61}"/>
              </a:ext>
            </a:extLst>
          </p:cNvPr>
          <p:cNvSpPr/>
          <p:nvPr/>
        </p:nvSpPr>
        <p:spPr>
          <a:xfrm>
            <a:off x="1265853" y="2000081"/>
            <a:ext cx="13379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support.aas</a:t>
            </a:r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AAFF5-46DA-073F-0CBA-0085DCD08764}"/>
              </a:ext>
            </a:extLst>
          </p:cNvPr>
          <p:cNvSpPr/>
          <p:nvPr/>
        </p:nvSpPr>
        <p:spPr>
          <a:xfrm>
            <a:off x="1043770" y="125593"/>
            <a:ext cx="178214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support.iip-aas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81414F-8C37-D99C-9A2A-9CB86609FDEF}"/>
              </a:ext>
            </a:extLst>
          </p:cNvPr>
          <p:cNvSpPr/>
          <p:nvPr/>
        </p:nvSpPr>
        <p:spPr>
          <a:xfrm>
            <a:off x="3413756" y="4772750"/>
            <a:ext cx="1811381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support.log-slf4j-simple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5D401-8C8B-255E-EB29-31C4D8CBF051}"/>
              </a:ext>
            </a:extLst>
          </p:cNvPr>
          <p:cNvSpPr/>
          <p:nvPr/>
        </p:nvSpPr>
        <p:spPr>
          <a:xfrm>
            <a:off x="3413755" y="5369288"/>
            <a:ext cx="1811381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support.commons-apache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16C931-95B5-0D97-CD4E-EE6181E45976}"/>
              </a:ext>
            </a:extLst>
          </p:cNvPr>
          <p:cNvSpPr/>
          <p:nvPr/>
        </p:nvSpPr>
        <p:spPr>
          <a:xfrm>
            <a:off x="5365762" y="4772750"/>
            <a:ext cx="1811382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support.json-jackson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95FA00-4C26-F37A-0A53-CF413CEE65E1}"/>
              </a:ext>
            </a:extLst>
          </p:cNvPr>
          <p:cNvSpPr/>
          <p:nvPr/>
        </p:nvSpPr>
        <p:spPr>
          <a:xfrm>
            <a:off x="5365761" y="5369288"/>
            <a:ext cx="181138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support.yaml-snakeyaml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C03D35-32FB-CE86-1EFB-F55E272BB980}"/>
              </a:ext>
            </a:extLst>
          </p:cNvPr>
          <p:cNvSpPr/>
          <p:nvPr/>
        </p:nvSpPr>
        <p:spPr>
          <a:xfrm>
            <a:off x="3413756" y="2235216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support.http-apache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26203-BB87-6A5A-4FF0-9566CB163E2F}"/>
              </a:ext>
            </a:extLst>
          </p:cNvPr>
          <p:cNvSpPr/>
          <p:nvPr/>
        </p:nvSpPr>
        <p:spPr>
          <a:xfrm>
            <a:off x="5365762" y="2227215"/>
            <a:ext cx="1811384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support.bytecode-bytebuddy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7FE184-6C70-C7C1-42F9-CA1960170EB0}"/>
              </a:ext>
            </a:extLst>
          </p:cNvPr>
          <p:cNvSpPr/>
          <p:nvPr/>
        </p:nvSpPr>
        <p:spPr>
          <a:xfrm>
            <a:off x="5365761" y="2823753"/>
            <a:ext cx="181138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support.processinfo</a:t>
            </a:r>
            <a:r>
              <a:rPr lang="en-GB" i="1" dirty="0">
                <a:solidFill>
                  <a:schemeClr val="tx1"/>
                </a:solidFill>
              </a:rPr>
              <a:t>-OSHI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F8539F-046E-D501-550F-F784700A0DFA}"/>
              </a:ext>
            </a:extLst>
          </p:cNvPr>
          <p:cNvSpPr/>
          <p:nvPr/>
        </p:nvSpPr>
        <p:spPr>
          <a:xfrm>
            <a:off x="3413755" y="2831754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support.rest</a:t>
            </a:r>
            <a:r>
              <a:rPr lang="en-GB" i="1" dirty="0">
                <a:solidFill>
                  <a:schemeClr val="tx1"/>
                </a:solidFill>
              </a:rPr>
              <a:t>-spark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B80E6-F79E-BDA5-4BF9-2DFA5CBA2713}"/>
              </a:ext>
            </a:extLst>
          </p:cNvPr>
          <p:cNvSpPr/>
          <p:nvPr/>
        </p:nvSpPr>
        <p:spPr>
          <a:xfrm>
            <a:off x="3413755" y="3401382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support.ssh-sshd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CE0F25-E59A-0CC6-C00D-8CE9E9B235CD}"/>
              </a:ext>
            </a:extLst>
          </p:cNvPr>
          <p:cNvSpPr/>
          <p:nvPr/>
        </p:nvSpPr>
        <p:spPr>
          <a:xfrm>
            <a:off x="5365764" y="3420291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support.metrics-micrometer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04E030-473D-B4F2-4855-008828BFB65A}"/>
              </a:ext>
            </a:extLst>
          </p:cNvPr>
          <p:cNvSpPr/>
          <p:nvPr/>
        </p:nvSpPr>
        <p:spPr>
          <a:xfrm>
            <a:off x="3413755" y="3953613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support.websocket-websocket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DAE4E1-F6BF-6F0F-45CF-197FD1C2CB7A}"/>
              </a:ext>
            </a:extLst>
          </p:cNvPr>
          <p:cNvSpPr/>
          <p:nvPr/>
        </p:nvSpPr>
        <p:spPr>
          <a:xfrm>
            <a:off x="3405020" y="746005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support.aas-basyx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49C20-6CFC-F570-C34C-323171ACEF56}"/>
              </a:ext>
            </a:extLst>
          </p:cNvPr>
          <p:cNvSpPr/>
          <p:nvPr/>
        </p:nvSpPr>
        <p:spPr>
          <a:xfrm>
            <a:off x="5400578" y="747039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support.aas-basyx1_0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9AB9F9-F545-FA07-8AB9-7386C7F0C3DB}"/>
              </a:ext>
            </a:extLst>
          </p:cNvPr>
          <p:cNvSpPr/>
          <p:nvPr/>
        </p:nvSpPr>
        <p:spPr>
          <a:xfrm>
            <a:off x="3413755" y="1298236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support.aas-basyx1_5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286104-B552-1B10-BE30-7D4856655EF3}"/>
              </a:ext>
            </a:extLst>
          </p:cNvPr>
          <p:cNvSpPr/>
          <p:nvPr/>
        </p:nvSpPr>
        <p:spPr>
          <a:xfrm>
            <a:off x="5400577" y="1293684"/>
            <a:ext cx="181138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support.aas-basyx2</a:t>
            </a:r>
            <a:endParaRPr lang="en-DE" i="1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1C2EBA-C9C2-D1A7-B523-86E63AD649E9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1934844" y="616411"/>
            <a:ext cx="0" cy="1383670"/>
          </a:xfrm>
          <a:prstGeom prst="straightConnector1">
            <a:avLst/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5A1B4E-58FA-29FC-D156-02FA3702032D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1934843" y="2490899"/>
            <a:ext cx="1" cy="2038007"/>
          </a:xfrm>
          <a:prstGeom prst="straightConnector1">
            <a:avLst/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3CB7EB-8BE6-53BA-0EA4-7ED63299C05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1934843" y="5019724"/>
            <a:ext cx="0" cy="943921"/>
          </a:xfrm>
          <a:prstGeom prst="straightConnector1">
            <a:avLst/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0061BEF-CC75-B2AB-C40A-2F08D08EAEF1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rot="10800000" flipV="1">
            <a:off x="2674432" y="5018158"/>
            <a:ext cx="739325" cy="1190895"/>
          </a:xfrm>
          <a:prstGeom prst="bentConnector3">
            <a:avLst>
              <a:gd name="adj1" fmla="val 66491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39D12BB-15EA-B1F2-ED86-117E1FE3A8B7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2674169" y="5614697"/>
            <a:ext cx="739587" cy="59435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A072794-1A42-DD8B-F24B-8610112707BD}"/>
              </a:ext>
            </a:extLst>
          </p:cNvPr>
          <p:cNvCxnSpPr>
            <a:cxnSpLocks/>
            <a:stCxn id="12" idx="1"/>
            <a:endCxn id="5" idx="3"/>
          </p:cNvCxnSpPr>
          <p:nvPr/>
        </p:nvCxnSpPr>
        <p:spPr>
          <a:xfrm rot="10800000" flipV="1">
            <a:off x="2425660" y="2480625"/>
            <a:ext cx="988096" cy="22936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AB0944D-2B7F-501D-93C0-B4F9EE4150ED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rot="10800000" flipV="1">
            <a:off x="2425661" y="3077163"/>
            <a:ext cx="988095" cy="1697152"/>
          </a:xfrm>
          <a:prstGeom prst="bentConnector3">
            <a:avLst>
              <a:gd name="adj1" fmla="val 37661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79224CA-AF53-ACEE-EC5E-11FF1181920F}"/>
              </a:ext>
            </a:extLst>
          </p:cNvPr>
          <p:cNvCxnSpPr>
            <a:cxnSpLocks/>
            <a:stCxn id="16" idx="1"/>
            <a:endCxn id="5" idx="3"/>
          </p:cNvCxnSpPr>
          <p:nvPr/>
        </p:nvCxnSpPr>
        <p:spPr>
          <a:xfrm rot="10800000" flipV="1">
            <a:off x="2425661" y="3646791"/>
            <a:ext cx="988095" cy="1127524"/>
          </a:xfrm>
          <a:prstGeom prst="bentConnector3">
            <a:avLst>
              <a:gd name="adj1" fmla="val 24441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71F9AC5-B7BD-C468-04BF-DCE89206040F}"/>
              </a:ext>
            </a:extLst>
          </p:cNvPr>
          <p:cNvCxnSpPr>
            <a:cxnSpLocks/>
            <a:stCxn id="18" idx="1"/>
            <a:endCxn id="5" idx="3"/>
          </p:cNvCxnSpPr>
          <p:nvPr/>
        </p:nvCxnSpPr>
        <p:spPr>
          <a:xfrm rot="10800000" flipV="1">
            <a:off x="2425661" y="4199021"/>
            <a:ext cx="988095" cy="575293"/>
          </a:xfrm>
          <a:prstGeom prst="bentConnector3">
            <a:avLst>
              <a:gd name="adj1" fmla="val 11221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A342D4F-2A60-A46B-4F34-D826684E0FC9}"/>
              </a:ext>
            </a:extLst>
          </p:cNvPr>
          <p:cNvCxnSpPr>
            <a:cxnSpLocks/>
            <a:stCxn id="21" idx="1"/>
            <a:endCxn id="6" idx="3"/>
          </p:cNvCxnSpPr>
          <p:nvPr/>
        </p:nvCxnSpPr>
        <p:spPr>
          <a:xfrm rot="10800000" flipV="1">
            <a:off x="2603835" y="1543644"/>
            <a:ext cx="809920" cy="701845"/>
          </a:xfrm>
          <a:prstGeom prst="bentConnector3">
            <a:avLst>
              <a:gd name="adj1" fmla="val 38173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F33BD396-A5D9-04F0-B9F3-80A4023C038A}"/>
              </a:ext>
            </a:extLst>
          </p:cNvPr>
          <p:cNvCxnSpPr>
            <a:cxnSpLocks/>
            <a:stCxn id="19" idx="1"/>
            <a:endCxn id="6" idx="3"/>
          </p:cNvCxnSpPr>
          <p:nvPr/>
        </p:nvCxnSpPr>
        <p:spPr>
          <a:xfrm rot="10800000" flipV="1">
            <a:off x="2603836" y="991414"/>
            <a:ext cx="801185" cy="125407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78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EB20AB-9B47-AF58-C82F-71B00763823D}"/>
              </a:ext>
            </a:extLst>
          </p:cNvPr>
          <p:cNvSpPr/>
          <p:nvPr/>
        </p:nvSpPr>
        <p:spPr>
          <a:xfrm>
            <a:off x="1089211" y="933227"/>
            <a:ext cx="4455462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plugins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65C03-6527-ECC7-A229-4CFD5805A809}"/>
              </a:ext>
            </a:extLst>
          </p:cNvPr>
          <p:cNvSpPr/>
          <p:nvPr/>
        </p:nvSpPr>
        <p:spPr>
          <a:xfrm>
            <a:off x="1089211" y="-291571"/>
            <a:ext cx="4455462" cy="11221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JSL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E92F2-9309-4073-686B-1D72A4D2D3B4}"/>
              </a:ext>
            </a:extLst>
          </p:cNvPr>
          <p:cNvSpPr/>
          <p:nvPr/>
        </p:nvSpPr>
        <p:spPr>
          <a:xfrm>
            <a:off x="1089211" y="4679569"/>
            <a:ext cx="4455462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commons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251DA-CB6C-AEED-E49B-9ABD68861309}"/>
              </a:ext>
            </a:extLst>
          </p:cNvPr>
          <p:cNvSpPr/>
          <p:nvPr/>
        </p:nvSpPr>
        <p:spPr>
          <a:xfrm>
            <a:off x="5715002" y="-268933"/>
            <a:ext cx="4455462" cy="1099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function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60A23-8156-ABD8-154B-7F3BFE971F01}"/>
              </a:ext>
            </a:extLst>
          </p:cNvPr>
          <p:cNvSpPr/>
          <p:nvPr/>
        </p:nvSpPr>
        <p:spPr>
          <a:xfrm>
            <a:off x="5708726" y="2829748"/>
            <a:ext cx="4455462" cy="11120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json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A652C-6C9C-6BE5-2E2B-456A1A81A463}"/>
              </a:ext>
            </a:extLst>
          </p:cNvPr>
          <p:cNvSpPr/>
          <p:nvPr/>
        </p:nvSpPr>
        <p:spPr>
          <a:xfrm>
            <a:off x="1089211" y="2806398"/>
            <a:ext cx="4455462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logging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1E2AC1-A65C-2C6A-FA22-4DDD1E92EC87}"/>
              </a:ext>
            </a:extLst>
          </p:cNvPr>
          <p:cNvSpPr/>
          <p:nvPr/>
        </p:nvSpPr>
        <p:spPr>
          <a:xfrm>
            <a:off x="5715002" y="933227"/>
            <a:ext cx="4455462" cy="1770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resources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80861F-E606-82DA-AB41-39380EECCF9F}"/>
              </a:ext>
            </a:extLst>
          </p:cNvPr>
          <p:cNvSpPr/>
          <p:nvPr/>
        </p:nvSpPr>
        <p:spPr>
          <a:xfrm>
            <a:off x="5708726" y="3996240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yaml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C0D7C-34B7-B525-7049-69CD56FABEA0}"/>
              </a:ext>
            </a:extLst>
          </p:cNvPr>
          <p:cNvSpPr/>
          <p:nvPr/>
        </p:nvSpPr>
        <p:spPr>
          <a:xfrm>
            <a:off x="5905501" y="125513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IOSupplier</a:t>
            </a:r>
            <a:r>
              <a:rPr lang="en-GB" dirty="0"/>
              <a:t>&lt;T&gt;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BD8246-32A8-0CD3-81A0-281F6B4C3397}"/>
              </a:ext>
            </a:extLst>
          </p:cNvPr>
          <p:cNvSpPr/>
          <p:nvPr/>
        </p:nvSpPr>
        <p:spPr>
          <a:xfrm>
            <a:off x="7711890" y="125513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IOFunction</a:t>
            </a:r>
            <a:r>
              <a:rPr lang="en-GB" dirty="0"/>
              <a:t>&lt;T&gt;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9BB16-C57B-0569-24FF-839E5E51E4CD}"/>
              </a:ext>
            </a:extLst>
          </p:cNvPr>
          <p:cNvSpPr txBox="1"/>
          <p:nvPr/>
        </p:nvSpPr>
        <p:spPr>
          <a:xfrm>
            <a:off x="9518279" y="3543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CCF0-8F16-F1CC-89B7-521655A6ED7D}"/>
              </a:ext>
            </a:extLst>
          </p:cNvPr>
          <p:cNvSpPr/>
          <p:nvPr/>
        </p:nvSpPr>
        <p:spPr>
          <a:xfrm>
            <a:off x="1461245" y="5143493"/>
            <a:ext cx="168760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Commons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A6E00-CEAD-8791-3E97-1608E278BF3D}"/>
              </a:ext>
            </a:extLst>
          </p:cNvPr>
          <p:cNvSpPr/>
          <p:nvPr/>
        </p:nvSpPr>
        <p:spPr>
          <a:xfrm>
            <a:off x="3316942" y="5143493"/>
            <a:ext cx="168760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Tailer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D33025-9CC4-0FBD-8AD8-CC8D35A41F3C}"/>
              </a:ext>
            </a:extLst>
          </p:cNvPr>
          <p:cNvSpPr/>
          <p:nvPr/>
        </p:nvSpPr>
        <p:spPr>
          <a:xfrm>
            <a:off x="1461245" y="5728778"/>
            <a:ext cx="239268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FileAlterationMonitor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8A678D-E417-729A-DD50-A9F9D1A6BB7C}"/>
              </a:ext>
            </a:extLst>
          </p:cNvPr>
          <p:cNvSpPr/>
          <p:nvPr/>
        </p:nvSpPr>
        <p:spPr>
          <a:xfrm>
            <a:off x="1268506" y="122375"/>
            <a:ext cx="20865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ServiceLoaderUtils</a:t>
            </a:r>
            <a:endParaRPr lang="en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89A0A-47B0-4C56-C4B4-ACEAC2EA19DD}"/>
              </a:ext>
            </a:extLst>
          </p:cNvPr>
          <p:cNvSpPr/>
          <p:nvPr/>
        </p:nvSpPr>
        <p:spPr>
          <a:xfrm>
            <a:off x="3496235" y="144111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@ExcludeFirst</a:t>
            </a:r>
            <a:endParaRPr lang="en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D37382-543F-7A1A-5754-9202A368C053}"/>
              </a:ext>
            </a:extLst>
          </p:cNvPr>
          <p:cNvSpPr/>
          <p:nvPr/>
        </p:nvSpPr>
        <p:spPr>
          <a:xfrm>
            <a:off x="6018007" y="3286489"/>
            <a:ext cx="168760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Json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794DE1-040A-DECF-0B9A-2CDEE6F28A9C}"/>
              </a:ext>
            </a:extLst>
          </p:cNvPr>
          <p:cNvSpPr/>
          <p:nvPr/>
        </p:nvSpPr>
        <p:spPr>
          <a:xfrm>
            <a:off x="7856664" y="3286489"/>
            <a:ext cx="168760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JsonIterator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CE3FF7-3FB8-D513-C7BB-6AC1E90F5B4D}"/>
              </a:ext>
            </a:extLst>
          </p:cNvPr>
          <p:cNvSpPr txBox="1"/>
          <p:nvPr/>
        </p:nvSpPr>
        <p:spPr>
          <a:xfrm>
            <a:off x="9695321" y="346220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BCB3CA-8E4E-75BC-D661-4022F8C9BF8F}"/>
              </a:ext>
            </a:extLst>
          </p:cNvPr>
          <p:cNvSpPr/>
          <p:nvPr/>
        </p:nvSpPr>
        <p:spPr>
          <a:xfrm>
            <a:off x="1266033" y="3261588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LoggerFactory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624100-3A25-8B5D-7F16-3985673CFFEE}"/>
              </a:ext>
            </a:extLst>
          </p:cNvPr>
          <p:cNvSpPr/>
          <p:nvPr/>
        </p:nvSpPr>
        <p:spPr>
          <a:xfrm>
            <a:off x="3117693" y="3261588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Logger</a:t>
            </a:r>
            <a:endParaRPr lang="en-DE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718738-39BE-78F8-1296-AD3E38BD6E5D}"/>
              </a:ext>
            </a:extLst>
          </p:cNvPr>
          <p:cNvSpPr/>
          <p:nvPr/>
        </p:nvSpPr>
        <p:spPr>
          <a:xfrm>
            <a:off x="1266032" y="3855046"/>
            <a:ext cx="168760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ILoggerFactory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4F4906-F9E0-230B-FECD-2E10FF102A94}"/>
              </a:ext>
            </a:extLst>
          </p:cNvPr>
          <p:cNvSpPr/>
          <p:nvPr/>
        </p:nvSpPr>
        <p:spPr>
          <a:xfrm>
            <a:off x="1272991" y="1347174"/>
            <a:ext cx="168065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PluginManager</a:t>
            </a:r>
            <a:endParaRPr lang="en-D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66B633-0441-059B-A867-78E40AC3A198}"/>
              </a:ext>
            </a:extLst>
          </p:cNvPr>
          <p:cNvSpPr/>
          <p:nvPr/>
        </p:nvSpPr>
        <p:spPr>
          <a:xfrm>
            <a:off x="3050128" y="1347174"/>
            <a:ext cx="239805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PluginSetupDescriptor</a:t>
            </a:r>
            <a:endParaRPr lang="en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ED5A29-8670-4327-EA12-BE16429D807F}"/>
              </a:ext>
            </a:extLst>
          </p:cNvPr>
          <p:cNvSpPr/>
          <p:nvPr/>
        </p:nvSpPr>
        <p:spPr>
          <a:xfrm>
            <a:off x="1272991" y="1956761"/>
            <a:ext cx="174811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PluginDescriptor</a:t>
            </a: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300E17-104F-0478-EDA7-85D11AC8E23E}"/>
              </a:ext>
            </a:extLst>
          </p:cNvPr>
          <p:cNvSpPr txBox="1"/>
          <p:nvPr/>
        </p:nvSpPr>
        <p:spPr>
          <a:xfrm>
            <a:off x="3117692" y="210851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2763A9-10C0-334F-F075-83EE55330F7D}"/>
              </a:ext>
            </a:extLst>
          </p:cNvPr>
          <p:cNvSpPr/>
          <p:nvPr/>
        </p:nvSpPr>
        <p:spPr>
          <a:xfrm>
            <a:off x="5869410" y="1327674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ResourceLoader</a:t>
            </a:r>
            <a:endParaRPr lang="en-DE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29C577-9F07-6CC4-2248-58901943047D}"/>
              </a:ext>
            </a:extLst>
          </p:cNvPr>
          <p:cNvSpPr/>
          <p:nvPr/>
        </p:nvSpPr>
        <p:spPr>
          <a:xfrm>
            <a:off x="7711425" y="1327674"/>
            <a:ext cx="186736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ResourceResolver</a:t>
            </a:r>
            <a:endParaRPr lang="en-DE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875C2F-E460-8C00-5612-47EE83CB6AC1}"/>
              </a:ext>
            </a:extLst>
          </p:cNvPr>
          <p:cNvSpPr/>
          <p:nvPr/>
        </p:nvSpPr>
        <p:spPr>
          <a:xfrm>
            <a:off x="5899225" y="4390687"/>
            <a:ext cx="104215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Yaml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8C2E6-0200-1C4A-642C-762B10F7FD0B}"/>
              </a:ext>
            </a:extLst>
          </p:cNvPr>
          <p:cNvSpPr/>
          <p:nvPr/>
        </p:nvSpPr>
        <p:spPr>
          <a:xfrm>
            <a:off x="7131874" y="4413099"/>
            <a:ext cx="104215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YamlFile</a:t>
            </a:r>
            <a:endParaRPr lang="en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EF71F0-DB26-2DBF-9B73-F59C482013B0}"/>
              </a:ext>
            </a:extLst>
          </p:cNvPr>
          <p:cNvSpPr/>
          <p:nvPr/>
        </p:nvSpPr>
        <p:spPr>
          <a:xfrm>
            <a:off x="3148852" y="3836886"/>
            <a:ext cx="16876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FallbackLogger</a:t>
            </a:r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B684C3-37D3-C275-0592-931E3260DBDB}"/>
              </a:ext>
            </a:extLst>
          </p:cNvPr>
          <p:cNvSpPr txBox="1"/>
          <p:nvPr/>
        </p:nvSpPr>
        <p:spPr>
          <a:xfrm>
            <a:off x="5903939" y="213945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A1A063-6D85-EB9A-904C-C2983CA15346}"/>
              </a:ext>
            </a:extLst>
          </p:cNvPr>
          <p:cNvSpPr/>
          <p:nvPr/>
        </p:nvSpPr>
        <p:spPr>
          <a:xfrm>
            <a:off x="6008153" y="5275952"/>
            <a:ext cx="104215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IOUtils</a:t>
            </a:r>
            <a:endParaRPr lang="en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10CA13-4EFC-0233-8FD5-E3E8E69A0173}"/>
              </a:ext>
            </a:extLst>
          </p:cNvPr>
          <p:cNvSpPr/>
          <p:nvPr/>
        </p:nvSpPr>
        <p:spPr>
          <a:xfrm>
            <a:off x="6018007" y="5915808"/>
            <a:ext cx="104215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OSUtils</a:t>
            </a:r>
            <a:endParaRPr lang="en-DE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F5F1FE-0C70-D83B-2B02-30207BC87A1B}"/>
              </a:ext>
            </a:extLst>
          </p:cNvPr>
          <p:cNvCxnSpPr>
            <a:cxnSpLocks/>
            <a:stCxn id="36" idx="1"/>
            <a:endCxn id="40" idx="3"/>
          </p:cNvCxnSpPr>
          <p:nvPr/>
        </p:nvCxnSpPr>
        <p:spPr>
          <a:xfrm flipH="1">
            <a:off x="5541552" y="5521361"/>
            <a:ext cx="466601" cy="5638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579F205-67CC-D746-D9A2-9CCD9D6587C2}"/>
              </a:ext>
            </a:extLst>
          </p:cNvPr>
          <p:cNvSpPr/>
          <p:nvPr/>
        </p:nvSpPr>
        <p:spPr>
          <a:xfrm>
            <a:off x="5343645" y="5376391"/>
            <a:ext cx="197907" cy="301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0EB910-D891-52F9-751C-F39CDDAB8D20}"/>
              </a:ext>
            </a:extLst>
          </p:cNvPr>
          <p:cNvCxnSpPr>
            <a:cxnSpLocks/>
            <a:stCxn id="37" idx="1"/>
            <a:endCxn id="44" idx="3"/>
          </p:cNvCxnSpPr>
          <p:nvPr/>
        </p:nvCxnSpPr>
        <p:spPr>
          <a:xfrm flipH="1" flipV="1">
            <a:off x="5551624" y="6153017"/>
            <a:ext cx="466383" cy="8200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A71EF1D-ED88-3CF8-F8DF-653958858BE8}"/>
              </a:ext>
            </a:extLst>
          </p:cNvPr>
          <p:cNvSpPr/>
          <p:nvPr/>
        </p:nvSpPr>
        <p:spPr>
          <a:xfrm>
            <a:off x="5353717" y="6002409"/>
            <a:ext cx="197907" cy="301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9D7B14-5732-984D-4CCC-717E9549080C}"/>
              </a:ext>
            </a:extLst>
          </p:cNvPr>
          <p:cNvSpPr txBox="1"/>
          <p:nvPr/>
        </p:nvSpPr>
        <p:spPr>
          <a:xfrm>
            <a:off x="3992655" y="591580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ECF461-307F-FDCA-E667-D4D3518C8823}"/>
              </a:ext>
            </a:extLst>
          </p:cNvPr>
          <p:cNvSpPr/>
          <p:nvPr/>
        </p:nvSpPr>
        <p:spPr>
          <a:xfrm>
            <a:off x="8792901" y="5300135"/>
            <a:ext cx="13403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TaskRegistry</a:t>
            </a:r>
            <a:endParaRPr lang="en-D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B89C60-5C8C-706A-63AD-9101B2A84D29}"/>
              </a:ext>
            </a:extLst>
          </p:cNvPr>
          <p:cNvSpPr/>
          <p:nvPr/>
        </p:nvSpPr>
        <p:spPr>
          <a:xfrm>
            <a:off x="8801471" y="5902768"/>
            <a:ext cx="13403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Server</a:t>
            </a:r>
            <a:endParaRPr lang="en-DE" i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5F01C7-F3FC-E535-0F77-4E7EC161BC95}"/>
              </a:ext>
            </a:extLst>
          </p:cNvPr>
          <p:cNvSpPr/>
          <p:nvPr/>
        </p:nvSpPr>
        <p:spPr>
          <a:xfrm>
            <a:off x="7360132" y="5300135"/>
            <a:ext cx="13403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TimeUtils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5854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B6A01-64BE-C240-D698-C02088C10A13}"/>
              </a:ext>
            </a:extLst>
          </p:cNvPr>
          <p:cNvSpPr/>
          <p:nvPr/>
        </p:nvSpPr>
        <p:spPr>
          <a:xfrm>
            <a:off x="4713644" y="2240198"/>
            <a:ext cx="4455462" cy="987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bytecode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2351F-5307-7FE7-D644-2B22FB27B99F}"/>
              </a:ext>
            </a:extLst>
          </p:cNvPr>
          <p:cNvSpPr/>
          <p:nvPr/>
        </p:nvSpPr>
        <p:spPr>
          <a:xfrm>
            <a:off x="4904143" y="2634645"/>
            <a:ext cx="104215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Bytecode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B64566-4350-549F-6142-8BEF8130C422}"/>
              </a:ext>
            </a:extLst>
          </p:cNvPr>
          <p:cNvSpPr/>
          <p:nvPr/>
        </p:nvSpPr>
        <p:spPr>
          <a:xfrm>
            <a:off x="4713644" y="176908"/>
            <a:ext cx="4455462" cy="952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collector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51F470-A751-FA0C-5B4A-7101D3A0381F}"/>
              </a:ext>
            </a:extLst>
          </p:cNvPr>
          <p:cNvSpPr/>
          <p:nvPr/>
        </p:nvSpPr>
        <p:spPr>
          <a:xfrm>
            <a:off x="4892939" y="547309"/>
            <a:ext cx="20865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Collector</a:t>
            </a:r>
            <a:endParaRPr lang="en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6B395-96C4-64D1-A3ED-BEF5C84C5079}"/>
              </a:ext>
            </a:extLst>
          </p:cNvPr>
          <p:cNvSpPr/>
          <p:nvPr/>
        </p:nvSpPr>
        <p:spPr>
          <a:xfrm>
            <a:off x="7120668" y="560336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CollectorSetup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881A2-DDDA-6430-647A-3ADE9C9B9F92}"/>
              </a:ext>
            </a:extLst>
          </p:cNvPr>
          <p:cNvSpPr/>
          <p:nvPr/>
        </p:nvSpPr>
        <p:spPr>
          <a:xfrm>
            <a:off x="4713644" y="3305390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http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F0783C-5D6B-4FD6-39F4-464722509465}"/>
              </a:ext>
            </a:extLst>
          </p:cNvPr>
          <p:cNvSpPr/>
          <p:nvPr/>
        </p:nvSpPr>
        <p:spPr>
          <a:xfrm>
            <a:off x="4904143" y="3691128"/>
            <a:ext cx="104215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Http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2854C-AE47-915B-DC0D-9173676B3F1C}"/>
              </a:ext>
            </a:extLst>
          </p:cNvPr>
          <p:cNvSpPr/>
          <p:nvPr/>
        </p:nvSpPr>
        <p:spPr>
          <a:xfrm>
            <a:off x="6007959" y="3691128"/>
            <a:ext cx="1126194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HttpClient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97D04-3BDC-61F7-1F8D-6ECD1891817C}"/>
              </a:ext>
            </a:extLst>
          </p:cNvPr>
          <p:cNvSpPr/>
          <p:nvPr/>
        </p:nvSpPr>
        <p:spPr>
          <a:xfrm>
            <a:off x="7210210" y="3361896"/>
            <a:ext cx="156598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HttpRequest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CE36A8-1DCB-A498-4E8F-76DB6089ED73}"/>
              </a:ext>
            </a:extLst>
          </p:cNvPr>
          <p:cNvSpPr/>
          <p:nvPr/>
        </p:nvSpPr>
        <p:spPr>
          <a:xfrm>
            <a:off x="7210210" y="3889554"/>
            <a:ext cx="156598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HttpResponse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3C851-06C9-D3B3-E845-B9FC3FFAC0A0}"/>
              </a:ext>
            </a:extLst>
          </p:cNvPr>
          <p:cNvSpPr/>
          <p:nvPr/>
        </p:nvSpPr>
        <p:spPr>
          <a:xfrm>
            <a:off x="108923" y="4363189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metrics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A8FF3E-713D-BE58-9190-DA0D2477061F}"/>
              </a:ext>
            </a:extLst>
          </p:cNvPr>
          <p:cNvSpPr/>
          <p:nvPr/>
        </p:nvSpPr>
        <p:spPr>
          <a:xfrm>
            <a:off x="299422" y="4757636"/>
            <a:ext cx="1042150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Metrics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>
                <a:solidFill>
                  <a:schemeClr val="tx1"/>
                </a:solidFill>
              </a:rPr>
              <a:t>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16230D-9A06-1A41-8D68-2D2F79055C80}"/>
              </a:ext>
            </a:extLst>
          </p:cNvPr>
          <p:cNvSpPr/>
          <p:nvPr/>
        </p:nvSpPr>
        <p:spPr>
          <a:xfrm>
            <a:off x="1403238" y="4757636"/>
            <a:ext cx="1126194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Counter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02FE4B-E1A5-5066-B5C5-094BAF40D9D2}"/>
              </a:ext>
            </a:extLst>
          </p:cNvPr>
          <p:cNvSpPr/>
          <p:nvPr/>
        </p:nvSpPr>
        <p:spPr>
          <a:xfrm>
            <a:off x="2605489" y="4428404"/>
            <a:ext cx="156598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Gauge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A4BD53-12B8-6028-FDBA-4B555B1ABA87}"/>
              </a:ext>
            </a:extLst>
          </p:cNvPr>
          <p:cNvSpPr/>
          <p:nvPr/>
        </p:nvSpPr>
        <p:spPr>
          <a:xfrm>
            <a:off x="2605489" y="4956062"/>
            <a:ext cx="156598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Timer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2B61D-CF2C-9E1C-B583-FEA3B2D338DF}"/>
              </a:ext>
            </a:extLst>
          </p:cNvPr>
          <p:cNvSpPr txBox="1"/>
          <p:nvPr/>
        </p:nvSpPr>
        <p:spPr>
          <a:xfrm>
            <a:off x="4171478" y="439467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6E248-6DB6-5775-BEAD-ED58EE352BFF}"/>
              </a:ext>
            </a:extLst>
          </p:cNvPr>
          <p:cNvSpPr/>
          <p:nvPr/>
        </p:nvSpPr>
        <p:spPr>
          <a:xfrm>
            <a:off x="108923" y="3160822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processInfo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4F0A1B-7CE6-F02A-80F2-E1187E394ACC}"/>
              </a:ext>
            </a:extLst>
          </p:cNvPr>
          <p:cNvSpPr/>
          <p:nvPr/>
        </p:nvSpPr>
        <p:spPr>
          <a:xfrm>
            <a:off x="299421" y="3555269"/>
            <a:ext cx="145554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ProcessInfo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>
                <a:solidFill>
                  <a:schemeClr val="tx1"/>
                </a:solidFill>
              </a:rPr>
              <a:t>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BD1472-D1A7-AB34-53F8-EB7848994364}"/>
              </a:ext>
            </a:extLst>
          </p:cNvPr>
          <p:cNvSpPr/>
          <p:nvPr/>
        </p:nvSpPr>
        <p:spPr>
          <a:xfrm>
            <a:off x="108923" y="1958455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rest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2973F0-A844-D680-9049-3480ED7339F2}"/>
              </a:ext>
            </a:extLst>
          </p:cNvPr>
          <p:cNvSpPr/>
          <p:nvPr/>
        </p:nvSpPr>
        <p:spPr>
          <a:xfrm>
            <a:off x="299421" y="2352902"/>
            <a:ext cx="145554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Rest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2886C0-A1A7-48F9-0A71-D4EE841B4CC2}"/>
              </a:ext>
            </a:extLst>
          </p:cNvPr>
          <p:cNvSpPr/>
          <p:nvPr/>
        </p:nvSpPr>
        <p:spPr>
          <a:xfrm>
            <a:off x="108923" y="165481"/>
            <a:ext cx="4455462" cy="1702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setup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78BDEA-0B58-F552-B787-0C31E821A61D}"/>
              </a:ext>
            </a:extLst>
          </p:cNvPr>
          <p:cNvSpPr/>
          <p:nvPr/>
        </p:nvSpPr>
        <p:spPr>
          <a:xfrm>
            <a:off x="288218" y="579427"/>
            <a:ext cx="15370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AbstractSetup</a:t>
            </a:r>
            <a:endParaRPr lang="en-DE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C433E2-4069-5BB8-E157-34110E18D4E8}"/>
              </a:ext>
            </a:extLst>
          </p:cNvPr>
          <p:cNvSpPr/>
          <p:nvPr/>
        </p:nvSpPr>
        <p:spPr>
          <a:xfrm>
            <a:off x="2709090" y="1201845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CmdLine</a:t>
            </a:r>
            <a:endParaRPr lang="en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A1AF2A-E40B-FA54-B8D8-9F87F558E770}"/>
              </a:ext>
            </a:extLst>
          </p:cNvPr>
          <p:cNvSpPr/>
          <p:nvPr/>
        </p:nvSpPr>
        <p:spPr>
          <a:xfrm>
            <a:off x="1950370" y="579427"/>
            <a:ext cx="22253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@EnableSetupMerge</a:t>
            </a:r>
            <a:endParaRPr lang="en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3FC7E7-4DE7-5768-72C4-360D54F75FB5}"/>
              </a:ext>
            </a:extLst>
          </p:cNvPr>
          <p:cNvSpPr/>
          <p:nvPr/>
        </p:nvSpPr>
        <p:spPr>
          <a:xfrm>
            <a:off x="288218" y="1201845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InstalledDependenciesSetup</a:t>
            </a:r>
            <a:endParaRPr lang="en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30E4D-198F-7EFF-1F23-AF7F5AA9E879}"/>
              </a:ext>
            </a:extLst>
          </p:cNvPr>
          <p:cNvSpPr/>
          <p:nvPr/>
        </p:nvSpPr>
        <p:spPr>
          <a:xfrm>
            <a:off x="4713644" y="1242828"/>
            <a:ext cx="4455462" cy="9252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ssh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3F9D46-0DA3-5CF3-E98E-14E46B0F843C}"/>
              </a:ext>
            </a:extLst>
          </p:cNvPr>
          <p:cNvSpPr/>
          <p:nvPr/>
        </p:nvSpPr>
        <p:spPr>
          <a:xfrm>
            <a:off x="4904143" y="1572955"/>
            <a:ext cx="145554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Ssh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446C7D-CADF-7661-F247-628F4766BF9F}"/>
              </a:ext>
            </a:extLst>
          </p:cNvPr>
          <p:cNvSpPr/>
          <p:nvPr/>
        </p:nvSpPr>
        <p:spPr>
          <a:xfrm>
            <a:off x="108923" y="5580452"/>
            <a:ext cx="4455462" cy="111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websocket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19BD7B-ECF0-8866-C5F9-5A6C6D343A3B}"/>
              </a:ext>
            </a:extLst>
          </p:cNvPr>
          <p:cNvSpPr/>
          <p:nvPr/>
        </p:nvSpPr>
        <p:spPr>
          <a:xfrm>
            <a:off x="299421" y="5974899"/>
            <a:ext cx="1455547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Websocket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>
                <a:solidFill>
                  <a:schemeClr val="tx1"/>
                </a:solidFill>
              </a:rPr>
              <a:t>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418966-DB27-0631-7E63-1C1C4D6DFBC9}"/>
              </a:ext>
            </a:extLst>
          </p:cNvPr>
          <p:cNvSpPr/>
          <p:nvPr/>
        </p:nvSpPr>
        <p:spPr>
          <a:xfrm>
            <a:off x="4713644" y="4505461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Endpoint</a:t>
            </a:r>
            <a:endParaRPr lang="en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363629-ACB0-E0A1-2F4D-19FA8A5C2903}"/>
              </a:ext>
            </a:extLst>
          </p:cNvPr>
          <p:cNvSpPr/>
          <p:nvPr/>
        </p:nvSpPr>
        <p:spPr>
          <a:xfrm>
            <a:off x="7376486" y="5175399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ExtensionBased</a:t>
            </a:r>
            <a:br>
              <a:rPr lang="en-GB" dirty="0"/>
            </a:br>
            <a:r>
              <a:rPr lang="en-GB" dirty="0" err="1"/>
              <a:t>FileFormat</a:t>
            </a:r>
            <a:endParaRPr lang="en-DE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62E846-988B-0530-D39D-F54500C2333D}"/>
              </a:ext>
            </a:extLst>
          </p:cNvPr>
          <p:cNvSpPr/>
          <p:nvPr/>
        </p:nvSpPr>
        <p:spPr>
          <a:xfrm>
            <a:off x="4713643" y="5175399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FileFormat</a:t>
            </a:r>
            <a:endParaRPr lang="en-D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11B0D0-E2B8-A545-3A93-90ACA827CBC9}"/>
              </a:ext>
            </a:extLst>
          </p:cNvPr>
          <p:cNvSpPr/>
          <p:nvPr/>
        </p:nvSpPr>
        <p:spPr>
          <a:xfrm>
            <a:off x="7376485" y="4504770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PidFile</a:t>
            </a:r>
            <a:endParaRPr lang="en-DE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FFE853-A8C7-5C43-BC94-B2FC7ACBCDF9}"/>
              </a:ext>
            </a:extLst>
          </p:cNvPr>
          <p:cNvSpPr/>
          <p:nvPr/>
        </p:nvSpPr>
        <p:spPr>
          <a:xfrm>
            <a:off x="4707176" y="5762930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Version</a:t>
            </a:r>
            <a:endParaRPr lang="en-D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974EF2-6DA9-2A9F-4F3D-5CDAC0E8D7EE}"/>
              </a:ext>
            </a:extLst>
          </p:cNvPr>
          <p:cNvSpPr/>
          <p:nvPr/>
        </p:nvSpPr>
        <p:spPr>
          <a:xfrm>
            <a:off x="7385129" y="5769826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PythonUtils</a:t>
            </a:r>
            <a:endParaRPr lang="en-DE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20D17A2F-B725-0EB8-32C4-51C26AE58C36}"/>
              </a:ext>
            </a:extLst>
          </p:cNvPr>
          <p:cNvSpPr/>
          <p:nvPr/>
        </p:nvSpPr>
        <p:spPr>
          <a:xfrm rot="16200000">
            <a:off x="6495353" y="5317176"/>
            <a:ext cx="217714" cy="207263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BD7A129-34DE-5F5F-9B2F-1A7B0113B5EA}"/>
              </a:ext>
            </a:extLst>
          </p:cNvPr>
          <p:cNvCxnSpPr>
            <a:stCxn id="45" idx="3"/>
            <a:endCxn id="40" idx="1"/>
          </p:cNvCxnSpPr>
          <p:nvPr/>
        </p:nvCxnSpPr>
        <p:spPr>
          <a:xfrm>
            <a:off x="6707842" y="5420808"/>
            <a:ext cx="668644" cy="0"/>
          </a:xfrm>
          <a:prstGeom prst="line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8C9AE25-1050-C150-80C1-1F9BF2F13774}"/>
              </a:ext>
            </a:extLst>
          </p:cNvPr>
          <p:cNvSpPr/>
          <p:nvPr/>
        </p:nvSpPr>
        <p:spPr>
          <a:xfrm>
            <a:off x="4713643" y="6350461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088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B8351F-B802-0BF9-E6DE-33AE105CB657}"/>
              </a:ext>
            </a:extLst>
          </p:cNvPr>
          <p:cNvSpPr/>
          <p:nvPr/>
        </p:nvSpPr>
        <p:spPr>
          <a:xfrm>
            <a:off x="108923" y="165481"/>
            <a:ext cx="4455462" cy="7130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aas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CF062-E8EA-C037-6F59-E80A1E19FE34}"/>
              </a:ext>
            </a:extLst>
          </p:cNvPr>
          <p:cNvSpPr/>
          <p:nvPr/>
        </p:nvSpPr>
        <p:spPr>
          <a:xfrm>
            <a:off x="288218" y="579427"/>
            <a:ext cx="153706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AasFactory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1C5BD-3807-BE9E-5897-E5C39F2D78AC}"/>
              </a:ext>
            </a:extLst>
          </p:cNvPr>
          <p:cNvSpPr/>
          <p:nvPr/>
        </p:nvSpPr>
        <p:spPr>
          <a:xfrm>
            <a:off x="994734" y="2104210"/>
            <a:ext cx="11931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</a:t>
            </a:r>
            <a:endParaRPr lang="en-DE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D6FEF-7E99-7B34-4615-F5545EA8D453}"/>
              </a:ext>
            </a:extLst>
          </p:cNvPr>
          <p:cNvSpPr/>
          <p:nvPr/>
        </p:nvSpPr>
        <p:spPr>
          <a:xfrm>
            <a:off x="1950370" y="579427"/>
            <a:ext cx="22253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AasVisitor</a:t>
            </a:r>
            <a:endParaRPr lang="en-DE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F6C08-E184-2964-2CA8-80CDE3D5382A}"/>
              </a:ext>
            </a:extLst>
          </p:cNvPr>
          <p:cNvSpPr/>
          <p:nvPr/>
        </p:nvSpPr>
        <p:spPr>
          <a:xfrm>
            <a:off x="259447" y="2104210"/>
            <a:ext cx="66101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Aas</a:t>
            </a:r>
            <a:endParaRPr lang="en-DE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7FF1C-2A02-C4AD-802A-BF3ECD00F070}"/>
              </a:ext>
            </a:extLst>
          </p:cNvPr>
          <p:cNvSpPr/>
          <p:nvPr/>
        </p:nvSpPr>
        <p:spPr>
          <a:xfrm>
            <a:off x="4743680" y="165481"/>
            <a:ext cx="4455462" cy="1702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identities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2F0EF-5D6D-9330-34ED-1082F0E756A4}"/>
              </a:ext>
            </a:extLst>
          </p:cNvPr>
          <p:cNvSpPr/>
          <p:nvPr/>
        </p:nvSpPr>
        <p:spPr>
          <a:xfrm>
            <a:off x="4922975" y="579427"/>
            <a:ext cx="153706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IdentityStore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2B79C-B5F9-91D4-6092-0B4F1110EFB9}"/>
              </a:ext>
            </a:extLst>
          </p:cNvPr>
          <p:cNvSpPr/>
          <p:nvPr/>
        </p:nvSpPr>
        <p:spPr>
          <a:xfrm>
            <a:off x="6585127" y="579427"/>
            <a:ext cx="22253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IdentityToken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37241-DA42-8D70-63DD-7295DD5A6419}"/>
              </a:ext>
            </a:extLst>
          </p:cNvPr>
          <p:cNvSpPr/>
          <p:nvPr/>
        </p:nvSpPr>
        <p:spPr>
          <a:xfrm>
            <a:off x="4922975" y="1201845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YamlIdentityStore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FD26B-BDA2-6651-757C-6A0183ED30F7}"/>
              </a:ext>
            </a:extLst>
          </p:cNvPr>
          <p:cNvSpPr/>
          <p:nvPr/>
        </p:nvSpPr>
        <p:spPr>
          <a:xfrm>
            <a:off x="4743680" y="2053182"/>
            <a:ext cx="4455462" cy="1702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metrics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97C07C-6B56-15AA-90D8-8E6631D46706}"/>
              </a:ext>
            </a:extLst>
          </p:cNvPr>
          <p:cNvSpPr/>
          <p:nvPr/>
        </p:nvSpPr>
        <p:spPr>
          <a:xfrm>
            <a:off x="4922975" y="2467128"/>
            <a:ext cx="153706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SystemMetricsFactory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24CDE3-CA6C-D664-7230-BBE405931FCA}"/>
              </a:ext>
            </a:extLst>
          </p:cNvPr>
          <p:cNvSpPr/>
          <p:nvPr/>
        </p:nvSpPr>
        <p:spPr>
          <a:xfrm>
            <a:off x="6585127" y="2467128"/>
            <a:ext cx="22253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SystemMetrics</a:t>
            </a:r>
            <a:endParaRPr lang="en-D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04B171-3BA9-4273-3471-B2F21155F13B}"/>
              </a:ext>
            </a:extLst>
          </p:cNvPr>
          <p:cNvSpPr/>
          <p:nvPr/>
        </p:nvSpPr>
        <p:spPr>
          <a:xfrm>
            <a:off x="4922975" y="3089546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DefaultSystemMetrics</a:t>
            </a:r>
            <a:endParaRPr lang="en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58858-CD64-6513-D0D2-9295D7EFA569}"/>
              </a:ext>
            </a:extLst>
          </p:cNvPr>
          <p:cNvSpPr/>
          <p:nvPr/>
        </p:nvSpPr>
        <p:spPr>
          <a:xfrm>
            <a:off x="4743680" y="3909482"/>
            <a:ext cx="4455462" cy="1702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net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4E5FD9-810D-7DD6-86C7-43AE936073CA}"/>
              </a:ext>
            </a:extLst>
          </p:cNvPr>
          <p:cNvSpPr/>
          <p:nvPr/>
        </p:nvSpPr>
        <p:spPr>
          <a:xfrm>
            <a:off x="4922975" y="4323428"/>
            <a:ext cx="188422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NetworkManagerFactory</a:t>
            </a:r>
            <a:endParaRPr lang="en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A24AC3-49E7-40BF-0499-943D547E8CCD}"/>
              </a:ext>
            </a:extLst>
          </p:cNvPr>
          <p:cNvSpPr/>
          <p:nvPr/>
        </p:nvSpPr>
        <p:spPr>
          <a:xfrm>
            <a:off x="7343847" y="4945846"/>
            <a:ext cx="178397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LocalNetwork</a:t>
            </a:r>
            <a:br>
              <a:rPr lang="en-GB" dirty="0"/>
            </a:br>
            <a:r>
              <a:rPr lang="en-GB" dirty="0"/>
              <a:t>Manager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927D08-03B5-C38C-CC3F-7908160CF94A}"/>
              </a:ext>
            </a:extLst>
          </p:cNvPr>
          <p:cNvSpPr/>
          <p:nvPr/>
        </p:nvSpPr>
        <p:spPr>
          <a:xfrm>
            <a:off x="7129276" y="4336303"/>
            <a:ext cx="19887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NetworkManager</a:t>
            </a:r>
            <a:endParaRPr lang="en-DE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D06D9D-5495-BDB2-7D0C-0FE03E5AA028}"/>
              </a:ext>
            </a:extLst>
          </p:cNvPr>
          <p:cNvSpPr/>
          <p:nvPr/>
        </p:nvSpPr>
        <p:spPr>
          <a:xfrm>
            <a:off x="4922975" y="4945846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ManagedServer</a:t>
            </a:r>
            <a:br>
              <a:rPr lang="en-GB" dirty="0"/>
            </a:br>
            <a:r>
              <a:rPr lang="en-GB" dirty="0"/>
              <a:t>Address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CA2937-DE02-C8B6-95C7-294519332524}"/>
              </a:ext>
            </a:extLst>
          </p:cNvPr>
          <p:cNvSpPr/>
          <p:nvPr/>
        </p:nvSpPr>
        <p:spPr>
          <a:xfrm>
            <a:off x="4743680" y="5740841"/>
            <a:ext cx="4455462" cy="11103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semanticId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55CE25-84B5-470E-324D-B172897D7BFA}"/>
              </a:ext>
            </a:extLst>
          </p:cNvPr>
          <p:cNvSpPr/>
          <p:nvPr/>
        </p:nvSpPr>
        <p:spPr>
          <a:xfrm>
            <a:off x="4922975" y="6154787"/>
            <a:ext cx="1537063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SemanticId</a:t>
            </a:r>
            <a:br>
              <a:rPr lang="en-GB" i="1" dirty="0">
                <a:solidFill>
                  <a:schemeClr val="tx1"/>
                </a:solidFill>
              </a:rPr>
            </a:br>
            <a:r>
              <a:rPr lang="en-GB" i="1" dirty="0">
                <a:solidFill>
                  <a:schemeClr val="tx1"/>
                </a:solidFill>
              </a:rPr>
              <a:t>Resolver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909048-1C20-90E8-1B91-D9E392352CD7}"/>
              </a:ext>
            </a:extLst>
          </p:cNvPr>
          <p:cNvSpPr/>
          <p:nvPr/>
        </p:nvSpPr>
        <p:spPr>
          <a:xfrm>
            <a:off x="6585127" y="6154787"/>
            <a:ext cx="222536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SemanticIdResolutionResult</a:t>
            </a:r>
            <a:endParaRPr lang="en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8D8A84-DB78-E9D6-DADC-F491CC7303AD}"/>
              </a:ext>
            </a:extLst>
          </p:cNvPr>
          <p:cNvSpPr/>
          <p:nvPr/>
        </p:nvSpPr>
        <p:spPr>
          <a:xfrm>
            <a:off x="4922975" y="6999392"/>
            <a:ext cx="202454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LifecycleDescriptor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6A97E-25DA-63E8-0908-517F3429D558}"/>
              </a:ext>
            </a:extLst>
          </p:cNvPr>
          <p:cNvSpPr/>
          <p:nvPr/>
        </p:nvSpPr>
        <p:spPr>
          <a:xfrm>
            <a:off x="7052221" y="6999392"/>
            <a:ext cx="202454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LifecycleHandler</a:t>
            </a:r>
            <a:endParaRPr lang="en-DE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DF81CE-7976-7857-01C2-6A554A6D4F34}"/>
              </a:ext>
            </a:extLst>
          </p:cNvPr>
          <p:cNvSpPr/>
          <p:nvPr/>
        </p:nvSpPr>
        <p:spPr>
          <a:xfrm>
            <a:off x="7052220" y="7618895"/>
            <a:ext cx="202454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LifecycleProfile</a:t>
            </a:r>
            <a:endParaRPr lang="en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65EB19-79DA-9FAA-21CD-45096770B287}"/>
              </a:ext>
            </a:extLst>
          </p:cNvPr>
          <p:cNvSpPr/>
          <p:nvPr/>
        </p:nvSpPr>
        <p:spPr>
          <a:xfrm>
            <a:off x="288218" y="1256427"/>
            <a:ext cx="153706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Element</a:t>
            </a:r>
            <a:endParaRPr lang="en-DE" i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6AA4D5-4B5C-DB05-3548-F7572F667A37}"/>
              </a:ext>
            </a:extLst>
          </p:cNvPr>
          <p:cNvSpPr/>
          <p:nvPr/>
        </p:nvSpPr>
        <p:spPr>
          <a:xfrm>
            <a:off x="2277489" y="2104210"/>
            <a:ext cx="214762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</a:t>
            </a:r>
            <a:endParaRPr lang="en-DE" i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FF98DF-855C-CD2C-D535-6A373326C2C5}"/>
              </a:ext>
            </a:extLst>
          </p:cNvPr>
          <p:cNvSpPr/>
          <p:nvPr/>
        </p:nvSpPr>
        <p:spPr>
          <a:xfrm>
            <a:off x="242415" y="2910839"/>
            <a:ext cx="11931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Operation</a:t>
            </a:r>
            <a:endParaRPr lang="en-DE" i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54664E-E82B-0A77-082D-DDBCCC2FADC1}"/>
              </a:ext>
            </a:extLst>
          </p:cNvPr>
          <p:cNvSpPr/>
          <p:nvPr/>
        </p:nvSpPr>
        <p:spPr>
          <a:xfrm>
            <a:off x="1614341" y="2923674"/>
            <a:ext cx="119310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Property</a:t>
            </a:r>
            <a:endParaRPr lang="en-DE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036F3A-6659-1042-7A81-A06B2C54AB98}"/>
              </a:ext>
            </a:extLst>
          </p:cNvPr>
          <p:cNvSpPr/>
          <p:nvPr/>
        </p:nvSpPr>
        <p:spPr>
          <a:xfrm>
            <a:off x="393974" y="4929271"/>
            <a:ext cx="166215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ServerReceipt</a:t>
            </a:r>
            <a:endParaRPr lang="en-DE" i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BDF51E-44E7-393A-72B9-3D54C2F8F0C1}"/>
              </a:ext>
            </a:extLst>
          </p:cNvPr>
          <p:cNvSpPr/>
          <p:nvPr/>
        </p:nvSpPr>
        <p:spPr>
          <a:xfrm>
            <a:off x="2644675" y="4929271"/>
            <a:ext cx="16208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AasServer</a:t>
            </a:r>
            <a:endParaRPr lang="en-DE" i="1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DA4E8E9-5A5A-2664-D8A6-9A9A0ED23F5E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056126" y="5174680"/>
            <a:ext cx="588549" cy="12700"/>
          </a:xfrm>
          <a:prstGeom prst="bentConnector3">
            <a:avLst/>
          </a:prstGeom>
          <a:ln>
            <a:solidFill>
              <a:srgbClr val="08617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EB4E3B8-2FF9-AD89-0361-1F4DEA1F617F}"/>
              </a:ext>
            </a:extLst>
          </p:cNvPr>
          <p:cNvSpPr/>
          <p:nvPr/>
        </p:nvSpPr>
        <p:spPr>
          <a:xfrm>
            <a:off x="352652" y="4255565"/>
            <a:ext cx="166215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Invocables</a:t>
            </a:r>
            <a:br>
              <a:rPr lang="en-GB" i="1" dirty="0"/>
            </a:br>
            <a:r>
              <a:rPr lang="en-GB" i="1" dirty="0"/>
              <a:t>Creator</a:t>
            </a:r>
            <a:endParaRPr lang="en-DE" i="1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83795A-F107-555F-20ED-E1694285081C}"/>
              </a:ext>
            </a:extLst>
          </p:cNvPr>
          <p:cNvSpPr/>
          <p:nvPr/>
        </p:nvSpPr>
        <p:spPr>
          <a:xfrm>
            <a:off x="2603352" y="4295870"/>
            <a:ext cx="166215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ProtocolServer</a:t>
            </a:r>
            <a:br>
              <a:rPr lang="en-GB" i="1" dirty="0"/>
            </a:br>
            <a:r>
              <a:rPr lang="en-GB" i="1" dirty="0"/>
              <a:t>Builder</a:t>
            </a:r>
            <a:endParaRPr lang="en-DE" i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2C670A-7E9B-9346-29EC-AAB10A6487C9}"/>
              </a:ext>
            </a:extLst>
          </p:cNvPr>
          <p:cNvSpPr/>
          <p:nvPr/>
        </p:nvSpPr>
        <p:spPr>
          <a:xfrm>
            <a:off x="2638492" y="5507913"/>
            <a:ext cx="166215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Registry</a:t>
            </a:r>
            <a:endParaRPr lang="en-DE" i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1E76E3-CBB9-AC6E-70BE-9BCC165AE5B2}"/>
              </a:ext>
            </a:extLst>
          </p:cNvPr>
          <p:cNvSpPr/>
          <p:nvPr/>
        </p:nvSpPr>
        <p:spPr>
          <a:xfrm>
            <a:off x="571063" y="3593926"/>
            <a:ext cx="18859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SubmodelElementCollection</a:t>
            </a:r>
            <a:endParaRPr lang="en-DE" i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147C3E-5174-66F4-49F7-F4A784FB2BEA}"/>
              </a:ext>
            </a:extLst>
          </p:cNvPr>
          <p:cNvSpPr/>
          <p:nvPr/>
        </p:nvSpPr>
        <p:spPr>
          <a:xfrm>
            <a:off x="2578462" y="3573478"/>
            <a:ext cx="193615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SubmodelElementList</a:t>
            </a:r>
            <a:endParaRPr lang="en-DE" i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63B3A0-56AD-D375-4789-62DAF3B8F09D}"/>
              </a:ext>
            </a:extLst>
          </p:cNvPr>
          <p:cNvSpPr/>
          <p:nvPr/>
        </p:nvSpPr>
        <p:spPr>
          <a:xfrm>
            <a:off x="874642" y="6179064"/>
            <a:ext cx="2909664" cy="9939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types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0B26-4DEC-C77D-657C-514072D1CFFF}"/>
              </a:ext>
            </a:extLst>
          </p:cNvPr>
          <p:cNvSpPr/>
          <p:nvPr/>
        </p:nvSpPr>
        <p:spPr>
          <a:xfrm>
            <a:off x="1068968" y="6567223"/>
            <a:ext cx="2118659" cy="4771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softwareNameplate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755227-5FB6-818A-DA75-92B8B997EDC0}"/>
              </a:ext>
            </a:extLst>
          </p:cNvPr>
          <p:cNvSpPr txBox="1"/>
          <p:nvPr/>
        </p:nvSpPr>
        <p:spPr>
          <a:xfrm>
            <a:off x="3284859" y="667501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28453233-0BBD-9207-B8DD-440F3E0B0048}"/>
              </a:ext>
            </a:extLst>
          </p:cNvPr>
          <p:cNvSpPr/>
          <p:nvPr/>
        </p:nvSpPr>
        <p:spPr>
          <a:xfrm>
            <a:off x="920463" y="1767357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870BF70-DE77-BAF8-3BD4-5CD120EAE7D9}"/>
              </a:ext>
            </a:extLst>
          </p:cNvPr>
          <p:cNvCxnSpPr>
            <a:cxnSpLocks/>
            <a:stCxn id="50" idx="3"/>
            <a:endCxn id="8" idx="0"/>
          </p:cNvCxnSpPr>
          <p:nvPr/>
        </p:nvCxnSpPr>
        <p:spPr>
          <a:xfrm rot="5400000">
            <a:off x="722231" y="1797121"/>
            <a:ext cx="174814" cy="43936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8CCD46A-CD74-EE46-344B-EC764D92DCA9}"/>
              </a:ext>
            </a:extLst>
          </p:cNvPr>
          <p:cNvCxnSpPr>
            <a:cxnSpLocks/>
            <a:stCxn id="50" idx="3"/>
            <a:endCxn id="6" idx="0"/>
          </p:cNvCxnSpPr>
          <p:nvPr/>
        </p:nvCxnSpPr>
        <p:spPr>
          <a:xfrm rot="16200000" flipH="1">
            <a:off x="1222897" y="1735819"/>
            <a:ext cx="174814" cy="56196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F12829A-BB4E-C54F-520D-07C70864BFD4}"/>
              </a:ext>
            </a:extLst>
          </p:cNvPr>
          <p:cNvCxnSpPr>
            <a:cxnSpLocks/>
            <a:stCxn id="50" idx="3"/>
            <a:endCxn id="35" idx="0"/>
          </p:cNvCxnSpPr>
          <p:nvPr/>
        </p:nvCxnSpPr>
        <p:spPr>
          <a:xfrm rot="16200000" flipH="1">
            <a:off x="2102903" y="855813"/>
            <a:ext cx="174814" cy="232198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6D3AC95E-556E-FA9B-E390-E4DB61423231}"/>
              </a:ext>
            </a:extLst>
          </p:cNvPr>
          <p:cNvSpPr/>
          <p:nvPr/>
        </p:nvSpPr>
        <p:spPr>
          <a:xfrm>
            <a:off x="3434428" y="260902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5" name="Straight Connector 58">
            <a:extLst>
              <a:ext uri="{FF2B5EF4-FFF2-40B4-BE49-F238E27FC236}">
                <a16:creationId xmlns:a16="http://schemas.microsoft.com/office/drawing/2014/main" id="{48059159-D305-FE65-7967-DFEBB285FD57}"/>
              </a:ext>
            </a:extLst>
          </p:cNvPr>
          <p:cNvCxnSpPr>
            <a:cxnSpLocks/>
            <a:stCxn id="36" idx="0"/>
            <a:endCxn id="63" idx="3"/>
          </p:cNvCxnSpPr>
          <p:nvPr/>
        </p:nvCxnSpPr>
        <p:spPr>
          <a:xfrm rot="5400000" flipH="1" flipV="1">
            <a:off x="2121241" y="1488795"/>
            <a:ext cx="139772" cy="270431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58">
            <a:extLst>
              <a:ext uri="{FF2B5EF4-FFF2-40B4-BE49-F238E27FC236}">
                <a16:creationId xmlns:a16="http://schemas.microsoft.com/office/drawing/2014/main" id="{6D426320-22FC-6A9C-972C-9BD9C7891CA4}"/>
              </a:ext>
            </a:extLst>
          </p:cNvPr>
          <p:cNvCxnSpPr>
            <a:cxnSpLocks/>
            <a:stCxn id="37" idx="0"/>
            <a:endCxn id="63" idx="3"/>
          </p:cNvCxnSpPr>
          <p:nvPr/>
        </p:nvCxnSpPr>
        <p:spPr>
          <a:xfrm rot="5400000" flipH="1" flipV="1">
            <a:off x="2800787" y="2181176"/>
            <a:ext cx="152607" cy="13323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8">
            <a:extLst>
              <a:ext uri="{FF2B5EF4-FFF2-40B4-BE49-F238E27FC236}">
                <a16:creationId xmlns:a16="http://schemas.microsoft.com/office/drawing/2014/main" id="{2F493C15-4D24-E012-12F4-97B9EE80BC3C}"/>
              </a:ext>
            </a:extLst>
          </p:cNvPr>
          <p:cNvCxnSpPr>
            <a:cxnSpLocks/>
            <a:stCxn id="46" idx="0"/>
            <a:endCxn id="63" idx="3"/>
          </p:cNvCxnSpPr>
          <p:nvPr/>
        </p:nvCxnSpPr>
        <p:spPr>
          <a:xfrm rot="16200000" flipV="1">
            <a:off x="3143707" y="3170646"/>
            <a:ext cx="802411" cy="325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8">
            <a:extLst>
              <a:ext uri="{FF2B5EF4-FFF2-40B4-BE49-F238E27FC236}">
                <a16:creationId xmlns:a16="http://schemas.microsoft.com/office/drawing/2014/main" id="{42D7BA62-9621-386A-5066-3E5A0C72B138}"/>
              </a:ext>
            </a:extLst>
          </p:cNvPr>
          <p:cNvCxnSpPr>
            <a:cxnSpLocks/>
            <a:stCxn id="45" idx="0"/>
            <a:endCxn id="63" idx="3"/>
          </p:cNvCxnSpPr>
          <p:nvPr/>
        </p:nvCxnSpPr>
        <p:spPr>
          <a:xfrm rot="5400000" flipH="1" flipV="1">
            <a:off x="2117240" y="2167882"/>
            <a:ext cx="822859" cy="2029231"/>
          </a:xfrm>
          <a:prstGeom prst="bentConnector3">
            <a:avLst>
              <a:gd name="adj1" fmla="val 91672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2A4D903-8205-7325-C50C-51EAC30B1FB8}"/>
              </a:ext>
            </a:extLst>
          </p:cNvPr>
          <p:cNvSpPr txBox="1"/>
          <p:nvPr/>
        </p:nvSpPr>
        <p:spPr>
          <a:xfrm>
            <a:off x="2817067" y="30998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ECC3BBCB-1D26-DB99-8518-F0C1EBD271C2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1860537" y="5174680"/>
            <a:ext cx="777955" cy="578642"/>
          </a:xfrm>
          <a:prstGeom prst="bentConnector3">
            <a:avLst>
              <a:gd name="adj1" fmla="val 59795"/>
            </a:avLst>
          </a:prstGeom>
          <a:ln>
            <a:solidFill>
              <a:srgbClr val="08617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68394BF-D2A6-C7FE-2D4C-39F00CD498B6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 flipV="1">
            <a:off x="2056126" y="4541279"/>
            <a:ext cx="547226" cy="633401"/>
          </a:xfrm>
          <a:prstGeom prst="bentConnector3">
            <a:avLst/>
          </a:prstGeom>
          <a:ln>
            <a:solidFill>
              <a:srgbClr val="08617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B5D60CED-06E4-A491-D188-EB4E87393FA7}"/>
              </a:ext>
            </a:extLst>
          </p:cNvPr>
          <p:cNvSpPr/>
          <p:nvPr/>
        </p:nvSpPr>
        <p:spPr>
          <a:xfrm>
            <a:off x="219449" y="5507913"/>
            <a:ext cx="203718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DeploymentBuilder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441534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4B562B-C25D-1FAC-4FF5-22CA900E529A}"/>
              </a:ext>
            </a:extLst>
          </p:cNvPr>
          <p:cNvSpPr/>
          <p:nvPr/>
        </p:nvSpPr>
        <p:spPr>
          <a:xfrm>
            <a:off x="2701011" y="-398572"/>
            <a:ext cx="2410991" cy="345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config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92613-6F89-5393-0A50-DE423EF880A2}"/>
              </a:ext>
            </a:extLst>
          </p:cNvPr>
          <p:cNvSpPr/>
          <p:nvPr/>
        </p:nvSpPr>
        <p:spPr>
          <a:xfrm>
            <a:off x="2652641" y="4809264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YamlSemanticCatalog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3F71E-2F30-D99A-9A56-18FFF765AF9F}"/>
              </a:ext>
            </a:extLst>
          </p:cNvPr>
          <p:cNvSpPr/>
          <p:nvPr/>
        </p:nvSpPr>
        <p:spPr>
          <a:xfrm>
            <a:off x="2667223" y="156237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SubmodelClient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BA116-35D9-291E-2567-1B29E4439204}"/>
              </a:ext>
            </a:extLst>
          </p:cNvPr>
          <p:cNvSpPr/>
          <p:nvPr/>
        </p:nvSpPr>
        <p:spPr>
          <a:xfrm>
            <a:off x="2652642" y="215781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PlatformClient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38EC94-AF9A-94E9-C182-FACE54F36EE0}"/>
              </a:ext>
            </a:extLst>
          </p:cNvPr>
          <p:cNvSpPr/>
          <p:nvPr/>
        </p:nvSpPr>
        <p:spPr>
          <a:xfrm>
            <a:off x="5616374" y="2172280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PlatformAas</a:t>
            </a:r>
            <a:endParaRPr lang="en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8A5B4D-B60C-9C64-A6FA-94CAD7721852}"/>
              </a:ext>
            </a:extLst>
          </p:cNvPr>
          <p:cNvSpPr/>
          <p:nvPr/>
        </p:nvSpPr>
        <p:spPr>
          <a:xfrm>
            <a:off x="5616373" y="2718860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NetworkManagerAas</a:t>
            </a:r>
            <a:endParaRPr lang="en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BAF825-D3C2-8BC4-6FB5-EC90E0127A57}"/>
              </a:ext>
            </a:extLst>
          </p:cNvPr>
          <p:cNvSpPr/>
          <p:nvPr/>
        </p:nvSpPr>
        <p:spPr>
          <a:xfrm>
            <a:off x="2652642" y="2719571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NetworkManagerClient</a:t>
            </a:r>
            <a:endParaRPr lang="en-D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60C79E-0E98-5C47-B0B4-AADC6C0A33E8}"/>
              </a:ext>
            </a:extLst>
          </p:cNvPr>
          <p:cNvSpPr/>
          <p:nvPr/>
        </p:nvSpPr>
        <p:spPr>
          <a:xfrm>
            <a:off x="2652642" y="3567651"/>
            <a:ext cx="2459361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IdProvider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910B0-411F-DA17-6DC9-5FCC6D77C06F}"/>
              </a:ext>
            </a:extLst>
          </p:cNvPr>
          <p:cNvSpPr/>
          <p:nvPr/>
        </p:nvSpPr>
        <p:spPr>
          <a:xfrm>
            <a:off x="5616374" y="3567105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MacIdProvider</a:t>
            </a:r>
            <a:endParaRPr lang="en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D4CE52-3763-7EC9-7F43-5FDED1B83FF0}"/>
              </a:ext>
            </a:extLst>
          </p:cNvPr>
          <p:cNvSpPr/>
          <p:nvPr/>
        </p:nvSpPr>
        <p:spPr>
          <a:xfrm>
            <a:off x="5616373" y="4172161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HostnameIdProvider</a:t>
            </a:r>
            <a:endParaRPr lang="en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DACA4A-FE49-89BD-726C-8C73E0C6E228}"/>
              </a:ext>
            </a:extLst>
          </p:cNvPr>
          <p:cNvSpPr/>
          <p:nvPr/>
        </p:nvSpPr>
        <p:spPr>
          <a:xfrm>
            <a:off x="2652641" y="537427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EclassSemanticId</a:t>
            </a:r>
            <a:br>
              <a:rPr lang="en-GB" dirty="0"/>
            </a:br>
            <a:r>
              <a:rPr lang="en-GB" dirty="0" err="1"/>
              <a:t>ResolverDescriptor</a:t>
            </a:r>
            <a:endParaRPr lang="en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C8E396-C539-FD1C-1B61-9274010E7FF6}"/>
              </a:ext>
            </a:extLst>
          </p:cNvPr>
          <p:cNvSpPr/>
          <p:nvPr/>
        </p:nvSpPr>
        <p:spPr>
          <a:xfrm>
            <a:off x="5610674" y="5344950"/>
            <a:ext cx="2459361" cy="556614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Eclass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F2CE06-D9B6-C880-A8E2-70C0244DEEF9}"/>
              </a:ext>
            </a:extLst>
          </p:cNvPr>
          <p:cNvSpPr/>
          <p:nvPr/>
        </p:nvSpPr>
        <p:spPr>
          <a:xfrm>
            <a:off x="5618099" y="1367467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ClassUtility</a:t>
            </a:r>
            <a:endParaRPr lang="en-DE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6AADE-1547-59CC-1D54-5BD774085137}"/>
              </a:ext>
            </a:extLst>
          </p:cNvPr>
          <p:cNvSpPr/>
          <p:nvPr/>
        </p:nvSpPr>
        <p:spPr>
          <a:xfrm>
            <a:off x="2667224" y="661122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ActiveAasBase</a:t>
            </a:r>
            <a:endParaRPr lang="en-D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D8C0F-1218-35BA-4AA6-05B01699ADAF}"/>
              </a:ext>
            </a:extLst>
          </p:cNvPr>
          <p:cNvSpPr/>
          <p:nvPr/>
        </p:nvSpPr>
        <p:spPr>
          <a:xfrm>
            <a:off x="5620804" y="681867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AbstractAasLifecycle</a:t>
            </a:r>
            <a:br>
              <a:rPr lang="en-GB" dirty="0"/>
            </a:br>
            <a:r>
              <a:rPr lang="en-GB" dirty="0"/>
              <a:t>Descriptor</a:t>
            </a:r>
            <a:endParaRPr lang="en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238041-D33F-42B5-369D-010354BBCAA0}"/>
              </a:ext>
            </a:extLst>
          </p:cNvPr>
          <p:cNvSpPr/>
          <p:nvPr/>
        </p:nvSpPr>
        <p:spPr>
          <a:xfrm>
            <a:off x="2667225" y="83230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AasPartRegistry</a:t>
            </a:r>
            <a:endParaRPr lang="en-D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D13551-5344-E00D-67DC-ABFD8300ED8F}"/>
              </a:ext>
            </a:extLst>
          </p:cNvPr>
          <p:cNvSpPr/>
          <p:nvPr/>
        </p:nvSpPr>
        <p:spPr>
          <a:xfrm>
            <a:off x="5610675" y="81876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AasContributor</a:t>
            </a:r>
            <a:endParaRPr lang="en-DE" i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E320EF-086C-B89D-CD14-C34238C5A2B1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5126586" y="327285"/>
            <a:ext cx="484089" cy="1354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B53D138-C925-981B-3C06-19A590D1DC47}"/>
              </a:ext>
            </a:extLst>
          </p:cNvPr>
          <p:cNvSpPr/>
          <p:nvPr/>
        </p:nvSpPr>
        <p:spPr>
          <a:xfrm>
            <a:off x="2652641" y="5946798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AdminShellSemanticId</a:t>
            </a:r>
            <a:br>
              <a:rPr lang="en-GB" dirty="0"/>
            </a:br>
            <a:r>
              <a:rPr lang="en-GB" dirty="0" err="1"/>
              <a:t>ResolverDescriptor</a:t>
            </a:r>
            <a:endParaRPr lang="en-DE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FADE310-1D0C-2077-0BAF-5BCE27A265BB}"/>
              </a:ext>
            </a:extLst>
          </p:cNvPr>
          <p:cNvSpPr/>
          <p:nvPr/>
        </p:nvSpPr>
        <p:spPr>
          <a:xfrm rot="16200000">
            <a:off x="8078003" y="24626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0F02C88-ACB0-411C-7E26-1B1D062954D1}"/>
              </a:ext>
            </a:extLst>
          </p:cNvPr>
          <p:cNvSpPr/>
          <p:nvPr/>
        </p:nvSpPr>
        <p:spPr>
          <a:xfrm rot="16200000">
            <a:off x="5098746" y="1739059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FBEF9D-83EF-DC2E-913F-05F598CBAA99}"/>
              </a:ext>
            </a:extLst>
          </p:cNvPr>
          <p:cNvCxnSpPr>
            <a:cxnSpLocks/>
            <a:stCxn id="33" idx="3"/>
            <a:endCxn id="13" idx="3"/>
          </p:cNvCxnSpPr>
          <p:nvPr/>
        </p:nvCxnSpPr>
        <p:spPr>
          <a:xfrm flipH="1">
            <a:off x="5112003" y="1820079"/>
            <a:ext cx="176620" cy="583149"/>
          </a:xfrm>
          <a:prstGeom prst="bentConnector3">
            <a:avLst>
              <a:gd name="adj1" fmla="val -145191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463E41E-BE55-68CA-35CD-6EB6112FCBF4}"/>
              </a:ext>
            </a:extLst>
          </p:cNvPr>
          <p:cNvCxnSpPr>
            <a:cxnSpLocks/>
            <a:stCxn id="33" idx="3"/>
            <a:endCxn id="16" idx="3"/>
          </p:cNvCxnSpPr>
          <p:nvPr/>
        </p:nvCxnSpPr>
        <p:spPr>
          <a:xfrm flipH="1">
            <a:off x="5112003" y="1820079"/>
            <a:ext cx="176620" cy="1144901"/>
          </a:xfrm>
          <a:prstGeom prst="bentConnector3">
            <a:avLst>
              <a:gd name="adj1" fmla="val -145191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7DE7DA0-5C68-046B-F85C-E0B77A155E4D}"/>
              </a:ext>
            </a:extLst>
          </p:cNvPr>
          <p:cNvCxnSpPr>
            <a:cxnSpLocks/>
            <a:stCxn id="32" idx="3"/>
            <a:endCxn id="14" idx="3"/>
          </p:cNvCxnSpPr>
          <p:nvPr/>
        </p:nvCxnSpPr>
        <p:spPr>
          <a:xfrm flipH="1">
            <a:off x="8075735" y="327284"/>
            <a:ext cx="192145" cy="2090405"/>
          </a:xfrm>
          <a:prstGeom prst="bentConnector3">
            <a:avLst>
              <a:gd name="adj1" fmla="val -13346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7361B79-58FA-0D15-0B77-39F45866BF70}"/>
              </a:ext>
            </a:extLst>
          </p:cNvPr>
          <p:cNvCxnSpPr>
            <a:cxnSpLocks/>
            <a:stCxn id="32" idx="3"/>
            <a:endCxn id="15" idx="3"/>
          </p:cNvCxnSpPr>
          <p:nvPr/>
        </p:nvCxnSpPr>
        <p:spPr>
          <a:xfrm flipH="1">
            <a:off x="8075734" y="327284"/>
            <a:ext cx="192146" cy="2636985"/>
          </a:xfrm>
          <a:prstGeom prst="bentConnector3">
            <a:avLst>
              <a:gd name="adj1" fmla="val -133459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4C77C1F5-7F82-4910-E103-4789666BDF74}"/>
              </a:ext>
            </a:extLst>
          </p:cNvPr>
          <p:cNvSpPr/>
          <p:nvPr/>
        </p:nvSpPr>
        <p:spPr>
          <a:xfrm rot="16200000">
            <a:off x="5084165" y="373204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9CCEB0BF-91E2-3309-9CA2-0121C8B5DA71}"/>
              </a:ext>
            </a:extLst>
          </p:cNvPr>
          <p:cNvCxnSpPr>
            <a:cxnSpLocks/>
            <a:stCxn id="49" idx="3"/>
            <a:endCxn id="18" idx="1"/>
          </p:cNvCxnSpPr>
          <p:nvPr/>
        </p:nvCxnSpPr>
        <p:spPr>
          <a:xfrm flipV="1">
            <a:off x="5274042" y="3812514"/>
            <a:ext cx="342332" cy="54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9514567-9B15-DFC3-3DB0-934555A22E17}"/>
              </a:ext>
            </a:extLst>
          </p:cNvPr>
          <p:cNvCxnSpPr>
            <a:cxnSpLocks/>
            <a:stCxn id="49" idx="3"/>
            <a:endCxn id="19" idx="1"/>
          </p:cNvCxnSpPr>
          <p:nvPr/>
        </p:nvCxnSpPr>
        <p:spPr>
          <a:xfrm>
            <a:off x="5274042" y="3813060"/>
            <a:ext cx="342331" cy="60451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23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B994E5-B4C5-6F30-AEF5-FC76CAF5AB17}"/>
              </a:ext>
            </a:extLst>
          </p:cNvPr>
          <p:cNvSpPr/>
          <p:nvPr/>
        </p:nvSpPr>
        <p:spPr>
          <a:xfrm>
            <a:off x="4231439" y="178245"/>
            <a:ext cx="4965278" cy="24571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connectors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C7535-DAF0-407C-3BC1-CC5AE3D25EDC}"/>
              </a:ext>
            </a:extLst>
          </p:cNvPr>
          <p:cNvSpPr/>
          <p:nvPr/>
        </p:nvSpPr>
        <p:spPr>
          <a:xfrm>
            <a:off x="4465557" y="579427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/>
              <a:t>TransportConnector</a:t>
            </a:r>
            <a:endParaRPr lang="en-DE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F73087-0B12-F02B-F182-C8C09DD01199}"/>
              </a:ext>
            </a:extLst>
          </p:cNvPr>
          <p:cNvSpPr/>
          <p:nvPr/>
        </p:nvSpPr>
        <p:spPr>
          <a:xfrm>
            <a:off x="6896100" y="574664"/>
            <a:ext cx="191439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ReceptionCallback</a:t>
            </a:r>
            <a:endParaRPr lang="en-DE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D2C77F-7CEB-A6DE-34EE-00D27175F338}"/>
              </a:ext>
            </a:extLst>
          </p:cNvPr>
          <p:cNvSpPr/>
          <p:nvPr/>
        </p:nvSpPr>
        <p:spPr>
          <a:xfrm>
            <a:off x="4457937" y="1987954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TransportParameter</a:t>
            </a:r>
            <a:br>
              <a:rPr lang="en-GB" dirty="0"/>
            </a:br>
            <a:r>
              <a:rPr lang="en-GB" dirty="0"/>
              <a:t>(Builder)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31C48-DFC5-84ED-5487-1E63ACC5E48D}"/>
              </a:ext>
            </a:extLst>
          </p:cNvPr>
          <p:cNvSpPr txBox="1"/>
          <p:nvPr/>
        </p:nvSpPr>
        <p:spPr>
          <a:xfrm>
            <a:off x="8571670" y="317165"/>
            <a:ext cx="296876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T</a:t>
            </a:r>
            <a:endParaRPr lang="en-DE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CA4DCC1-E6DA-F349-BB31-139625910E38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545362" y="820073"/>
            <a:ext cx="350738" cy="4763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CD586-92B3-AEE8-2BB7-1525092B4C83}"/>
              </a:ext>
            </a:extLst>
          </p:cNvPr>
          <p:cNvSpPr/>
          <p:nvPr/>
        </p:nvSpPr>
        <p:spPr>
          <a:xfrm>
            <a:off x="1741398" y="584190"/>
            <a:ext cx="2079805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>
                <a:solidFill>
                  <a:schemeClr val="tx1"/>
                </a:solidFill>
              </a:rPr>
              <a:t>TransportFactory</a:t>
            </a:r>
            <a:endParaRPr lang="en-DE" i="1" dirty="0">
              <a:solidFill>
                <a:schemeClr val="tx1"/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6B33821-FE03-5B5A-3A85-8CCC48C40C56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 flipV="1">
            <a:off x="3821203" y="824836"/>
            <a:ext cx="644354" cy="4763"/>
          </a:xfrm>
          <a:prstGeom prst="bentConnector3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86407C6-5EB2-4889-6133-6A6493ADEE99}"/>
              </a:ext>
            </a:extLst>
          </p:cNvPr>
          <p:cNvSpPr txBox="1"/>
          <p:nvPr/>
        </p:nvSpPr>
        <p:spPr>
          <a:xfrm>
            <a:off x="6640303" y="523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DD8B0-5F2A-6440-7B6D-A3BA3F89C76E}"/>
              </a:ext>
            </a:extLst>
          </p:cNvPr>
          <p:cNvSpPr/>
          <p:nvPr/>
        </p:nvSpPr>
        <p:spPr>
          <a:xfrm>
            <a:off x="1743823" y="1484302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Transport</a:t>
            </a:r>
            <a:endParaRPr lang="en-DE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25DF1D5-982D-7C2A-EEB1-EEC067F0EA1E}"/>
              </a:ext>
            </a:extLst>
          </p:cNvPr>
          <p:cNvCxnSpPr>
            <a:cxnSpLocks/>
            <a:stCxn id="18" idx="0"/>
            <a:endCxn id="11" idx="2"/>
          </p:cNvCxnSpPr>
          <p:nvPr/>
        </p:nvCxnSpPr>
        <p:spPr>
          <a:xfrm rot="16200000" flipV="1">
            <a:off x="2577867" y="1278442"/>
            <a:ext cx="409294" cy="242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6E4BEB0-F1B2-A688-9B36-5C1DA781F981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3823628" y="824836"/>
            <a:ext cx="641929" cy="904875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528AF18-0E7B-306A-7328-9FCD07144AF7}"/>
              </a:ext>
            </a:extLst>
          </p:cNvPr>
          <p:cNvSpPr txBox="1"/>
          <p:nvPr/>
        </p:nvSpPr>
        <p:spPr>
          <a:xfrm>
            <a:off x="4231439" y="4578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  <a:endParaRPr lang="en-D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A7421C-33C3-0B61-F48B-3D010B84DCAF}"/>
              </a:ext>
            </a:extLst>
          </p:cNvPr>
          <p:cNvSpPr/>
          <p:nvPr/>
        </p:nvSpPr>
        <p:spPr>
          <a:xfrm>
            <a:off x="4231439" y="2863904"/>
            <a:ext cx="4965278" cy="3397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serialization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0EC82D-6222-773E-86E1-0287556F9D28}"/>
              </a:ext>
            </a:extLst>
          </p:cNvPr>
          <p:cNvSpPr/>
          <p:nvPr/>
        </p:nvSpPr>
        <p:spPr>
          <a:xfrm>
            <a:off x="4381480" y="4935170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SerializerRegistry</a:t>
            </a:r>
            <a:endParaRPr lang="en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22E9B7-4B0D-646D-79E1-6895696AA33B}"/>
              </a:ext>
            </a:extLst>
          </p:cNvPr>
          <p:cNvSpPr/>
          <p:nvPr/>
        </p:nvSpPr>
        <p:spPr>
          <a:xfrm>
            <a:off x="4392024" y="3258747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InputTypeTranslator</a:t>
            </a:r>
            <a:endParaRPr lang="en-DE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C6E273-F09D-D6CB-936E-33B5C89EF525}"/>
              </a:ext>
            </a:extLst>
          </p:cNvPr>
          <p:cNvSpPr txBox="1"/>
          <p:nvPr/>
        </p:nvSpPr>
        <p:spPr>
          <a:xfrm>
            <a:off x="6148466" y="2998396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C11757-8CAD-5955-C744-2BFF2F0DC324}"/>
              </a:ext>
            </a:extLst>
          </p:cNvPr>
          <p:cNvSpPr/>
          <p:nvPr/>
        </p:nvSpPr>
        <p:spPr>
          <a:xfrm>
            <a:off x="6696075" y="325874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OutputTypeTranslator</a:t>
            </a:r>
            <a:endParaRPr lang="en-DE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7204AA-8F69-1759-C321-F626964D93AA}"/>
              </a:ext>
            </a:extLst>
          </p:cNvPr>
          <p:cNvSpPr txBox="1"/>
          <p:nvPr/>
        </p:nvSpPr>
        <p:spPr>
          <a:xfrm>
            <a:off x="8588791" y="2998396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4224ED-1F4C-B224-49A9-981BAC590333}"/>
              </a:ext>
            </a:extLst>
          </p:cNvPr>
          <p:cNvSpPr/>
          <p:nvPr/>
        </p:nvSpPr>
        <p:spPr>
          <a:xfrm>
            <a:off x="6738074" y="4107462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TypeTranslator</a:t>
            </a:r>
            <a:endParaRPr lang="en-DE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EB6000-E905-FA46-DBAA-727E8D500DD0}"/>
              </a:ext>
            </a:extLst>
          </p:cNvPr>
          <p:cNvSpPr txBox="1"/>
          <p:nvPr/>
        </p:nvSpPr>
        <p:spPr>
          <a:xfrm>
            <a:off x="8494516" y="3847111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FB1579-EB2A-BF51-7389-338362AB3B10}"/>
              </a:ext>
            </a:extLst>
          </p:cNvPr>
          <p:cNvSpPr/>
          <p:nvPr/>
        </p:nvSpPr>
        <p:spPr>
          <a:xfrm>
            <a:off x="6738074" y="4930407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Serializer</a:t>
            </a:r>
            <a:endParaRPr lang="en-DE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8E983-20A2-77CE-6E98-807FB2EF12D9}"/>
              </a:ext>
            </a:extLst>
          </p:cNvPr>
          <p:cNvSpPr txBox="1"/>
          <p:nvPr/>
        </p:nvSpPr>
        <p:spPr>
          <a:xfrm>
            <a:off x="8494516" y="4670056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25CD74C-4A5E-EA45-F9F2-7B7E98E15A6A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6461285" y="5175816"/>
            <a:ext cx="276789" cy="4763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0B1CEF0-23E4-77FA-607D-BD301E1964D7}"/>
              </a:ext>
            </a:extLst>
          </p:cNvPr>
          <p:cNvSpPr txBox="1"/>
          <p:nvPr/>
        </p:nvSpPr>
        <p:spPr>
          <a:xfrm>
            <a:off x="6511707" y="48547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889103F0-9FD2-D924-671B-FC202AC07F69}"/>
              </a:ext>
            </a:extLst>
          </p:cNvPr>
          <p:cNvSpPr/>
          <p:nvPr/>
        </p:nvSpPr>
        <p:spPr>
          <a:xfrm>
            <a:off x="5287745" y="3766091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15DCBE7-444E-BBEF-E362-236CE74BDC9D}"/>
              </a:ext>
            </a:extLst>
          </p:cNvPr>
          <p:cNvSpPr/>
          <p:nvPr/>
        </p:nvSpPr>
        <p:spPr>
          <a:xfrm>
            <a:off x="7669119" y="377533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4DD547A2-960B-3078-F8EF-46A0F61CD928}"/>
              </a:ext>
            </a:extLst>
          </p:cNvPr>
          <p:cNvSpPr/>
          <p:nvPr/>
        </p:nvSpPr>
        <p:spPr>
          <a:xfrm>
            <a:off x="7671442" y="4606242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7853709-7714-C2DC-DBC4-DE41F3FF5958}"/>
              </a:ext>
            </a:extLst>
          </p:cNvPr>
          <p:cNvCxnSpPr>
            <a:stCxn id="40" idx="3"/>
            <a:endCxn id="32" idx="0"/>
          </p:cNvCxnSpPr>
          <p:nvPr/>
        </p:nvCxnSpPr>
        <p:spPr>
          <a:xfrm rot="16200000" flipH="1">
            <a:off x="6497623" y="2827108"/>
            <a:ext cx="179332" cy="2381375"/>
          </a:xfrm>
          <a:prstGeom prst="bentConnector3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B9E1B7E-356E-751C-449C-3FED89415487}"/>
              </a:ext>
            </a:extLst>
          </p:cNvPr>
          <p:cNvCxnSpPr>
            <a:cxnSpLocks/>
            <a:stCxn id="41" idx="3"/>
            <a:endCxn id="32" idx="0"/>
          </p:cNvCxnSpPr>
          <p:nvPr/>
        </p:nvCxnSpPr>
        <p:spPr>
          <a:xfrm rot="16200000" flipH="1">
            <a:off x="7692932" y="4022417"/>
            <a:ext cx="170088" cy="1"/>
          </a:xfrm>
          <a:prstGeom prst="bentConnector3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5172034-7A5E-0170-A643-1FE9ECF4E49A}"/>
              </a:ext>
            </a:extLst>
          </p:cNvPr>
          <p:cNvCxnSpPr>
            <a:cxnSpLocks/>
            <a:stCxn id="42" idx="3"/>
            <a:endCxn id="34" idx="0"/>
          </p:cNvCxnSpPr>
          <p:nvPr/>
        </p:nvCxnSpPr>
        <p:spPr>
          <a:xfrm rot="5400000">
            <a:off x="7698075" y="4848183"/>
            <a:ext cx="162126" cy="2322"/>
          </a:xfrm>
          <a:prstGeom prst="bentConnector3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565C1E7-EF0C-4365-2DE9-6138B01C51E6}"/>
              </a:ext>
            </a:extLst>
          </p:cNvPr>
          <p:cNvSpPr/>
          <p:nvPr/>
        </p:nvSpPr>
        <p:spPr>
          <a:xfrm>
            <a:off x="6997764" y="1350951"/>
            <a:ext cx="191439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AbstractReceptionCallback</a:t>
            </a:r>
            <a:endParaRPr lang="en-DE" dirty="0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587926D5-EDFA-75F4-085F-80AFF591E674}"/>
              </a:ext>
            </a:extLst>
          </p:cNvPr>
          <p:cNvSpPr/>
          <p:nvPr/>
        </p:nvSpPr>
        <p:spPr>
          <a:xfrm>
            <a:off x="7845505" y="1069506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FF2B39B-BCB4-3DEF-2D6E-51E86179F47B}"/>
              </a:ext>
            </a:extLst>
          </p:cNvPr>
          <p:cNvCxnSpPr>
            <a:cxnSpLocks/>
            <a:stCxn id="52" idx="3"/>
            <a:endCxn id="51" idx="0"/>
          </p:cNvCxnSpPr>
          <p:nvPr/>
        </p:nvCxnSpPr>
        <p:spPr>
          <a:xfrm rot="16200000" flipH="1">
            <a:off x="7894957" y="1290949"/>
            <a:ext cx="119406" cy="597"/>
          </a:xfrm>
          <a:prstGeom prst="bentConnector3">
            <a:avLst/>
          </a:prstGeom>
          <a:ln>
            <a:solidFill>
              <a:srgbClr val="0861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CABEF62-BBB6-5A58-D946-7146AF9A2E32}"/>
              </a:ext>
            </a:extLst>
          </p:cNvPr>
          <p:cNvSpPr/>
          <p:nvPr/>
        </p:nvSpPr>
        <p:spPr>
          <a:xfrm>
            <a:off x="4457937" y="1352988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AbstractTransport</a:t>
            </a:r>
            <a:br>
              <a:rPr lang="en-GB" dirty="0"/>
            </a:br>
            <a:r>
              <a:rPr lang="en-GB" dirty="0"/>
              <a:t>Connector</a:t>
            </a:r>
            <a:endParaRPr lang="en-DE" dirty="0"/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9ABB134C-042A-5CC8-DB5C-9BF559CF7B8E}"/>
              </a:ext>
            </a:extLst>
          </p:cNvPr>
          <p:cNvSpPr/>
          <p:nvPr/>
        </p:nvSpPr>
        <p:spPr>
          <a:xfrm>
            <a:off x="5383754" y="105437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33CB37D-D25D-CC33-A159-F7827983960A}"/>
              </a:ext>
            </a:extLst>
          </p:cNvPr>
          <p:cNvCxnSpPr>
            <a:cxnSpLocks/>
            <a:stCxn id="57" idx="3"/>
            <a:endCxn id="56" idx="0"/>
          </p:cNvCxnSpPr>
          <p:nvPr/>
        </p:nvCxnSpPr>
        <p:spPr>
          <a:xfrm rot="16200000" flipH="1">
            <a:off x="5426936" y="1282083"/>
            <a:ext cx="136579" cy="5229"/>
          </a:xfrm>
          <a:prstGeom prst="bentConnector3">
            <a:avLst/>
          </a:prstGeom>
          <a:ln>
            <a:solidFill>
              <a:srgbClr val="08617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6B3713B-CBD7-4C68-39C5-E22784CB6F74}"/>
              </a:ext>
            </a:extLst>
          </p:cNvPr>
          <p:cNvSpPr/>
          <p:nvPr/>
        </p:nvSpPr>
        <p:spPr>
          <a:xfrm>
            <a:off x="4343851" y="4107462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TypeTranslators</a:t>
            </a:r>
            <a:endParaRPr lang="en-DE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1F9BD489-7C06-025B-FD35-9E65E18B5A0E}"/>
              </a:ext>
            </a:extLst>
          </p:cNvPr>
          <p:cNvCxnSpPr>
            <a:cxnSpLocks/>
            <a:stCxn id="61" idx="3"/>
            <a:endCxn id="32" idx="1"/>
          </p:cNvCxnSpPr>
          <p:nvPr/>
        </p:nvCxnSpPr>
        <p:spPr>
          <a:xfrm>
            <a:off x="6423656" y="4352871"/>
            <a:ext cx="314418" cy="127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B58BEA9-B41E-FF36-6F7C-3C3D73EFDCF7}"/>
              </a:ext>
            </a:extLst>
          </p:cNvPr>
          <p:cNvSpPr/>
          <p:nvPr/>
        </p:nvSpPr>
        <p:spPr>
          <a:xfrm>
            <a:off x="4401090" y="5576723"/>
            <a:ext cx="229498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GenericJsonSerializer</a:t>
            </a:r>
            <a:endParaRPr lang="en-DE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1BC401-17E4-D0BA-F5F1-2279CA985AA5}"/>
              </a:ext>
            </a:extLst>
          </p:cNvPr>
          <p:cNvSpPr/>
          <p:nvPr/>
        </p:nvSpPr>
        <p:spPr>
          <a:xfrm>
            <a:off x="-706135" y="2863904"/>
            <a:ext cx="4716909" cy="2193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status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22712DA-0935-4543-5255-E40F198F66D3}"/>
              </a:ext>
            </a:extLst>
          </p:cNvPr>
          <p:cNvSpPr/>
          <p:nvPr/>
        </p:nvSpPr>
        <p:spPr>
          <a:xfrm>
            <a:off x="1832425" y="3271120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ActionType</a:t>
            </a:r>
            <a:endParaRPr lang="en-DE" i="1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1EF1C5-0BD9-1272-6C1E-D78507998D8C}"/>
              </a:ext>
            </a:extLst>
          </p:cNvPr>
          <p:cNvSpPr/>
          <p:nvPr/>
        </p:nvSpPr>
        <p:spPr>
          <a:xfrm>
            <a:off x="-601657" y="327201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ActionTypes</a:t>
            </a:r>
            <a:endParaRPr lang="en-DE" dirty="0"/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9B7786B8-CAE4-2285-6F4D-120922206C9F}"/>
              </a:ext>
            </a:extLst>
          </p:cNvPr>
          <p:cNvCxnSpPr>
            <a:cxnSpLocks/>
            <a:stCxn id="70" idx="3"/>
            <a:endCxn id="68" idx="1"/>
          </p:cNvCxnSpPr>
          <p:nvPr/>
        </p:nvCxnSpPr>
        <p:spPr>
          <a:xfrm flipV="1">
            <a:off x="1614422" y="3516529"/>
            <a:ext cx="218003" cy="895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7908028-6AAD-E77E-7F38-97971D88C051}"/>
              </a:ext>
            </a:extLst>
          </p:cNvPr>
          <p:cNvSpPr txBox="1"/>
          <p:nvPr/>
        </p:nvSpPr>
        <p:spPr>
          <a:xfrm>
            <a:off x="1587740" y="32186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A66C3E5-95E7-61A9-0DFC-3E8D4C92B0B2}"/>
              </a:ext>
            </a:extLst>
          </p:cNvPr>
          <p:cNvSpPr/>
          <p:nvPr/>
        </p:nvSpPr>
        <p:spPr>
          <a:xfrm>
            <a:off x="-582609" y="386533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ComponentTypes</a:t>
            </a:r>
            <a:endParaRPr lang="en-DE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A50F227-A8A9-D760-3415-B8ADBBE4BDDC}"/>
              </a:ext>
            </a:extLst>
          </p:cNvPr>
          <p:cNvSpPr/>
          <p:nvPr/>
        </p:nvSpPr>
        <p:spPr>
          <a:xfrm>
            <a:off x="1839599" y="3865335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ComponentType</a:t>
            </a:r>
            <a:endParaRPr lang="en-DE" i="1" dirty="0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A5B64470-9B4D-29B0-97A5-EA61F22AB202}"/>
              </a:ext>
            </a:extLst>
          </p:cNvPr>
          <p:cNvCxnSpPr>
            <a:cxnSpLocks/>
            <a:endCxn id="92" idx="1"/>
          </p:cNvCxnSpPr>
          <p:nvPr/>
        </p:nvCxnSpPr>
        <p:spPr>
          <a:xfrm flipV="1">
            <a:off x="1621596" y="4110744"/>
            <a:ext cx="218003" cy="895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A33ADAC-98EF-67B5-0096-32224743F233}"/>
              </a:ext>
            </a:extLst>
          </p:cNvPr>
          <p:cNvSpPr/>
          <p:nvPr/>
        </p:nvSpPr>
        <p:spPr>
          <a:xfrm>
            <a:off x="650718" y="4457013"/>
            <a:ext cx="169698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StatusMessage</a:t>
            </a:r>
            <a:endParaRPr lang="en-DE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832108D-7FEA-9FD4-EE52-810F01EAB5E6}"/>
              </a:ext>
            </a:extLst>
          </p:cNvPr>
          <p:cNvSpPr/>
          <p:nvPr/>
        </p:nvSpPr>
        <p:spPr>
          <a:xfrm>
            <a:off x="2468559" y="4442872"/>
            <a:ext cx="143537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TraceRecord</a:t>
            </a:r>
            <a:endParaRPr lang="en-DE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95F148E-6E4C-AAE8-682B-8CD24AE1D5EE}"/>
              </a:ext>
            </a:extLst>
          </p:cNvPr>
          <p:cNvSpPr/>
          <p:nvPr/>
        </p:nvSpPr>
        <p:spPr>
          <a:xfrm>
            <a:off x="-582609" y="4442872"/>
            <a:ext cx="11829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Alert</a:t>
            </a:r>
            <a:endParaRPr lang="en-DE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7B92A4CC-41B3-EF96-5274-8842029BAB23}"/>
              </a:ext>
            </a:extLst>
          </p:cNvPr>
          <p:cNvCxnSpPr>
            <a:cxnSpLocks/>
            <a:stCxn id="18" idx="2"/>
            <a:endCxn id="66" idx="0"/>
          </p:cNvCxnSpPr>
          <p:nvPr/>
        </p:nvCxnSpPr>
        <p:spPr>
          <a:xfrm rot="5400000">
            <a:off x="1773631" y="1853809"/>
            <a:ext cx="888784" cy="113140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323D457-53BA-0CDC-E6E0-DB60832AA046}"/>
              </a:ext>
            </a:extLst>
          </p:cNvPr>
          <p:cNvSpPr/>
          <p:nvPr/>
        </p:nvSpPr>
        <p:spPr>
          <a:xfrm>
            <a:off x="-694657" y="5132498"/>
            <a:ext cx="4716909" cy="11289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streams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6744307-B200-3F40-7D79-EE7965BEB665}"/>
              </a:ext>
            </a:extLst>
          </p:cNvPr>
          <p:cNvSpPr/>
          <p:nvPr/>
        </p:nvSpPr>
        <p:spPr>
          <a:xfrm>
            <a:off x="-587742" y="5567932"/>
            <a:ext cx="165454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StreamNames</a:t>
            </a:r>
            <a:endParaRPr lang="en-DE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FE4306C-0F9C-8ECE-C59F-E500833D5379}"/>
              </a:ext>
            </a:extLst>
          </p:cNvPr>
          <p:cNvSpPr/>
          <p:nvPr/>
        </p:nvSpPr>
        <p:spPr>
          <a:xfrm>
            <a:off x="-743792" y="1497614"/>
            <a:ext cx="20798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TransportAas</a:t>
            </a:r>
            <a:endParaRPr lang="en-DE" dirty="0"/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42D11B51-5C8E-904B-C988-8357C51F0D2A}"/>
              </a:ext>
            </a:extLst>
          </p:cNvPr>
          <p:cNvCxnSpPr>
            <a:cxnSpLocks/>
            <a:stCxn id="103" idx="0"/>
            <a:endCxn id="11" idx="1"/>
          </p:cNvCxnSpPr>
          <p:nvPr/>
        </p:nvCxnSpPr>
        <p:spPr>
          <a:xfrm rot="5400000" flipH="1" flipV="1">
            <a:off x="684747" y="440964"/>
            <a:ext cx="668015" cy="1445287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4D44BD1-A382-4D85-1317-4775E1965498}"/>
              </a:ext>
            </a:extLst>
          </p:cNvPr>
          <p:cNvSpPr txBox="1"/>
          <p:nvPr/>
        </p:nvSpPr>
        <p:spPr>
          <a:xfrm>
            <a:off x="1595841" y="37904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EDAD48-5EC2-4265-C75C-E37AD7F41B2F}"/>
              </a:ext>
            </a:extLst>
          </p:cNvPr>
          <p:cNvSpPr/>
          <p:nvPr/>
        </p:nvSpPr>
        <p:spPr>
          <a:xfrm>
            <a:off x="6997764" y="1993226"/>
            <a:ext cx="191439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ConnectorFactory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862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1B1F0-A2DB-7A0B-87A2-BD9201BD194B}"/>
              </a:ext>
            </a:extLst>
          </p:cNvPr>
          <p:cNvSpPr/>
          <p:nvPr/>
        </p:nvSpPr>
        <p:spPr>
          <a:xfrm>
            <a:off x="768761" y="984205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protocol: Protocol</a:t>
            </a:r>
            <a:endParaRPr lang="en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7A589-3DC3-F972-AF85-9BE1651AFC67}"/>
              </a:ext>
            </a:extLst>
          </p:cNvPr>
          <p:cNvSpPr/>
          <p:nvPr/>
        </p:nvSpPr>
        <p:spPr>
          <a:xfrm>
            <a:off x="3446642" y="971505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connector: Connector</a:t>
            </a:r>
            <a:endParaRPr lang="en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F0134-C875-A6A8-81CD-078556CDD097}"/>
              </a:ext>
            </a:extLst>
          </p:cNvPr>
          <p:cNvSpPr/>
          <p:nvPr/>
        </p:nvSpPr>
        <p:spPr>
          <a:xfrm>
            <a:off x="6096000" y="971505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adapter: </a:t>
            </a:r>
            <a:r>
              <a:rPr lang="en-GB" dirty="0" err="1"/>
              <a:t>ProtocolAdapter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18CF6-DCFD-B2F0-F287-6A1B31E6181E}"/>
              </a:ext>
            </a:extLst>
          </p:cNvPr>
          <p:cNvSpPr/>
          <p:nvPr/>
        </p:nvSpPr>
        <p:spPr>
          <a:xfrm>
            <a:off x="8792158" y="971505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service: Service</a:t>
            </a:r>
            <a:endParaRPr lang="en-DE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1BACD4A-99A0-F41F-ACF4-0B6236F0FA3B}"/>
              </a:ext>
            </a:extLst>
          </p:cNvPr>
          <p:cNvCxnSpPr>
            <a:cxnSpLocks/>
            <a:stCxn id="2" idx="0"/>
            <a:endCxn id="35" idx="0"/>
          </p:cNvCxnSpPr>
          <p:nvPr/>
        </p:nvCxnSpPr>
        <p:spPr>
          <a:xfrm rot="5400000" flipH="1" flipV="1">
            <a:off x="3152415" y="-169768"/>
            <a:ext cx="12700" cy="2307947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5F94E7A-3E98-7360-D6FD-C5DC8BD50CB7}"/>
              </a:ext>
            </a:extLst>
          </p:cNvPr>
          <p:cNvCxnSpPr>
            <a:cxnSpLocks/>
            <a:stCxn id="36" idx="0"/>
            <a:endCxn id="5" idx="0"/>
          </p:cNvCxnSpPr>
          <p:nvPr/>
        </p:nvCxnSpPr>
        <p:spPr>
          <a:xfrm rot="5400000" flipH="1" flipV="1">
            <a:off x="6336777" y="-17398"/>
            <a:ext cx="12700" cy="1977807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CA64DCE-A5C8-53C3-2EDF-89F91EC5F52B}"/>
              </a:ext>
            </a:extLst>
          </p:cNvPr>
          <p:cNvCxnSpPr>
            <a:cxnSpLocks/>
            <a:stCxn id="36" idx="0"/>
            <a:endCxn id="6" idx="0"/>
          </p:cNvCxnSpPr>
          <p:nvPr/>
        </p:nvCxnSpPr>
        <p:spPr>
          <a:xfrm rot="5400000" flipH="1" flipV="1">
            <a:off x="7684856" y="-1365477"/>
            <a:ext cx="12700" cy="4673965"/>
          </a:xfrm>
          <a:prstGeom prst="bentConnector3">
            <a:avLst>
              <a:gd name="adj1" fmla="val 516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CF8E794-916A-0565-2CB3-F167D3E3BA0C}"/>
              </a:ext>
            </a:extLst>
          </p:cNvPr>
          <p:cNvCxnSpPr>
            <a:cxnSpLocks/>
            <a:stCxn id="37" idx="2"/>
            <a:endCxn id="5" idx="2"/>
          </p:cNvCxnSpPr>
          <p:nvPr/>
        </p:nvCxnSpPr>
        <p:spPr>
          <a:xfrm rot="16200000" flipH="1">
            <a:off x="6347451" y="484093"/>
            <a:ext cx="12700" cy="1956459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E71A9AF-4DBC-B159-7B3C-445845113AD9}"/>
              </a:ext>
            </a:extLst>
          </p:cNvPr>
          <p:cNvSpPr txBox="1"/>
          <p:nvPr/>
        </p:nvSpPr>
        <p:spPr>
          <a:xfrm>
            <a:off x="5398481" y="1656514"/>
            <a:ext cx="1629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5: </a:t>
            </a:r>
            <a:r>
              <a:rPr lang="de-DE" dirty="0" err="1"/>
              <a:t>adaptOutput</a:t>
            </a:r>
            <a:endParaRPr lang="en-DE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A7E3E63-1675-A207-DF43-C914B6275012}"/>
              </a:ext>
            </a:extLst>
          </p:cNvPr>
          <p:cNvCxnSpPr>
            <a:cxnSpLocks/>
            <a:stCxn id="38" idx="2"/>
            <a:endCxn id="2" idx="2"/>
          </p:cNvCxnSpPr>
          <p:nvPr/>
        </p:nvCxnSpPr>
        <p:spPr>
          <a:xfrm rot="5400000">
            <a:off x="3164201" y="309265"/>
            <a:ext cx="12700" cy="2331517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38658A6-2253-8EBC-7C5A-4F93F6656D42}"/>
              </a:ext>
            </a:extLst>
          </p:cNvPr>
          <p:cNvSpPr txBox="1"/>
          <p:nvPr/>
        </p:nvSpPr>
        <p:spPr>
          <a:xfrm>
            <a:off x="2445510" y="394475"/>
            <a:ext cx="121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1: </a:t>
            </a:r>
            <a:r>
              <a:rPr lang="de-DE" dirty="0" err="1"/>
              <a:t>received</a:t>
            </a:r>
            <a:endParaRPr lang="en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6B422F-C9FC-7D46-7562-4F6528FBF09F}"/>
              </a:ext>
            </a:extLst>
          </p:cNvPr>
          <p:cNvSpPr/>
          <p:nvPr/>
        </p:nvSpPr>
        <p:spPr>
          <a:xfrm>
            <a:off x="4197531" y="984205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C939EB-479A-FCC8-AB02-15EB0FF5A909}"/>
              </a:ext>
            </a:extLst>
          </p:cNvPr>
          <p:cNvSpPr/>
          <p:nvPr/>
        </p:nvSpPr>
        <p:spPr>
          <a:xfrm>
            <a:off x="5239016" y="971505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B3DEE6-846E-EA2A-2A43-854A5A8FBE3C}"/>
              </a:ext>
            </a:extLst>
          </p:cNvPr>
          <p:cNvSpPr/>
          <p:nvPr/>
        </p:nvSpPr>
        <p:spPr>
          <a:xfrm>
            <a:off x="5260364" y="1331831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3E28BF-184C-1FD4-5D4E-E870A8BD551C}"/>
              </a:ext>
            </a:extLst>
          </p:cNvPr>
          <p:cNvSpPr/>
          <p:nvPr/>
        </p:nvSpPr>
        <p:spPr>
          <a:xfrm>
            <a:off x="4221101" y="1344531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A416DF-E078-8C87-B383-53F8BD3AB1AE}"/>
              </a:ext>
            </a:extLst>
          </p:cNvPr>
          <p:cNvSpPr txBox="1"/>
          <p:nvPr/>
        </p:nvSpPr>
        <p:spPr>
          <a:xfrm>
            <a:off x="2475426" y="1716663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6: send/</a:t>
            </a:r>
            <a:r>
              <a:rPr lang="de-DE" dirty="0" err="1"/>
              <a:t>write</a:t>
            </a:r>
            <a:endParaRPr lang="en-DE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AF8A6-5D80-A33E-20F5-06FDDBAC725D}"/>
              </a:ext>
            </a:extLst>
          </p:cNvPr>
          <p:cNvSpPr txBox="1"/>
          <p:nvPr/>
        </p:nvSpPr>
        <p:spPr>
          <a:xfrm>
            <a:off x="5484242" y="370937"/>
            <a:ext cx="145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2: </a:t>
            </a:r>
            <a:r>
              <a:rPr lang="de-DE" dirty="0" err="1"/>
              <a:t>adaptInput</a:t>
            </a:r>
            <a:endParaRPr lang="en-DE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ABEDD9-9E79-91A2-11B0-5261806AAC56}"/>
              </a:ext>
            </a:extLst>
          </p:cNvPr>
          <p:cNvSpPr txBox="1"/>
          <p:nvPr/>
        </p:nvSpPr>
        <p:spPr>
          <a:xfrm>
            <a:off x="7170515" y="-9192"/>
            <a:ext cx="96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3: </a:t>
            </a:r>
            <a:r>
              <a:rPr lang="de-DE" dirty="0" err="1"/>
              <a:t>notify</a:t>
            </a:r>
            <a:endParaRPr lang="en-DE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8128563C-7D06-277D-A8C7-4C2B88F5D2B5}"/>
              </a:ext>
            </a:extLst>
          </p:cNvPr>
          <p:cNvCxnSpPr>
            <a:cxnSpLocks/>
            <a:stCxn id="6" idx="2"/>
            <a:endCxn id="37" idx="2"/>
          </p:cNvCxnSpPr>
          <p:nvPr/>
        </p:nvCxnSpPr>
        <p:spPr>
          <a:xfrm rot="5400000">
            <a:off x="7695531" y="-863985"/>
            <a:ext cx="12700" cy="4652617"/>
          </a:xfrm>
          <a:prstGeom prst="bentConnector3">
            <a:avLst>
              <a:gd name="adj1" fmla="val 564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F5BBA2D-D059-2DF6-4EB8-20A443538C16}"/>
              </a:ext>
            </a:extLst>
          </p:cNvPr>
          <p:cNvSpPr txBox="1"/>
          <p:nvPr/>
        </p:nvSpPr>
        <p:spPr>
          <a:xfrm>
            <a:off x="11251519" y="10360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3C115D-68FC-4C09-EABF-B3BEBE7712E2}"/>
              </a:ext>
            </a:extLst>
          </p:cNvPr>
          <p:cNvSpPr txBox="1"/>
          <p:nvPr/>
        </p:nvSpPr>
        <p:spPr>
          <a:xfrm>
            <a:off x="7192962" y="2134311"/>
            <a:ext cx="97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4: </a:t>
            </a:r>
            <a:r>
              <a:rPr lang="de-DE" dirty="0" err="1"/>
              <a:t>ingest</a:t>
            </a:r>
            <a:endParaRPr lang="en-DE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7F28E6-AECB-BF4A-4B01-EF75E5A3EC24}"/>
              </a:ext>
            </a:extLst>
          </p:cNvPr>
          <p:cNvSpPr/>
          <p:nvPr/>
        </p:nvSpPr>
        <p:spPr>
          <a:xfrm>
            <a:off x="571605" y="453294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protocol: Protocol</a:t>
            </a:r>
            <a:endParaRPr lang="en-DE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7D0410-ACE5-4FC8-DBAB-D4171CB53A88}"/>
              </a:ext>
            </a:extLst>
          </p:cNvPr>
          <p:cNvSpPr/>
          <p:nvPr/>
        </p:nvSpPr>
        <p:spPr>
          <a:xfrm>
            <a:off x="3249486" y="452024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connector: Connector</a:t>
            </a:r>
            <a:endParaRPr lang="en-DE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BE136A-9861-C746-BC72-758A6F4DF3E9}"/>
              </a:ext>
            </a:extLst>
          </p:cNvPr>
          <p:cNvSpPr/>
          <p:nvPr/>
        </p:nvSpPr>
        <p:spPr>
          <a:xfrm>
            <a:off x="5898844" y="452024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adapter: </a:t>
            </a:r>
            <a:r>
              <a:rPr lang="en-GB" dirty="0" err="1"/>
              <a:t>ProtocolAdapter</a:t>
            </a:r>
            <a:endParaRPr lang="en-DE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218585E-58C7-2DD7-E649-29CAA8A78FEE}"/>
              </a:ext>
            </a:extLst>
          </p:cNvPr>
          <p:cNvSpPr/>
          <p:nvPr/>
        </p:nvSpPr>
        <p:spPr>
          <a:xfrm>
            <a:off x="8595002" y="4520249"/>
            <a:ext cx="245936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service: Service</a:t>
            </a:r>
            <a:endParaRPr lang="en-DE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4BDB331-4D04-E512-40C1-5C63D146F999}"/>
              </a:ext>
            </a:extLst>
          </p:cNvPr>
          <p:cNvCxnSpPr>
            <a:cxnSpLocks/>
            <a:stCxn id="72" idx="0"/>
            <a:endCxn id="61" idx="0"/>
          </p:cNvCxnSpPr>
          <p:nvPr/>
        </p:nvCxnSpPr>
        <p:spPr>
          <a:xfrm rot="16200000" flipH="1" flipV="1">
            <a:off x="2946551" y="3370266"/>
            <a:ext cx="17418" cy="2307947"/>
          </a:xfrm>
          <a:prstGeom prst="bentConnector3">
            <a:avLst>
              <a:gd name="adj1" fmla="val -1312435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031C8FF-E897-8BE9-4EE5-F95D09EE75EB}"/>
              </a:ext>
            </a:extLst>
          </p:cNvPr>
          <p:cNvCxnSpPr>
            <a:cxnSpLocks/>
            <a:stCxn id="73" idx="0"/>
            <a:endCxn id="63" idx="0"/>
          </p:cNvCxnSpPr>
          <p:nvPr/>
        </p:nvCxnSpPr>
        <p:spPr>
          <a:xfrm rot="5400000" flipH="1" flipV="1">
            <a:off x="6139621" y="3531346"/>
            <a:ext cx="12700" cy="1977807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7F4E3D3-C957-FA2B-7244-02B934C7E407}"/>
              </a:ext>
            </a:extLst>
          </p:cNvPr>
          <p:cNvCxnSpPr>
            <a:cxnSpLocks/>
            <a:stCxn id="73" idx="0"/>
            <a:endCxn id="64" idx="0"/>
          </p:cNvCxnSpPr>
          <p:nvPr/>
        </p:nvCxnSpPr>
        <p:spPr>
          <a:xfrm rot="5400000" flipH="1" flipV="1">
            <a:off x="7487700" y="2183267"/>
            <a:ext cx="12700" cy="4673965"/>
          </a:xfrm>
          <a:prstGeom prst="bentConnector3">
            <a:avLst>
              <a:gd name="adj1" fmla="val 5228567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13EAD9F-14A7-CBA2-020B-CE82AFC04CB4}"/>
              </a:ext>
            </a:extLst>
          </p:cNvPr>
          <p:cNvCxnSpPr>
            <a:cxnSpLocks/>
            <a:stCxn id="74" idx="2"/>
            <a:endCxn id="63" idx="2"/>
          </p:cNvCxnSpPr>
          <p:nvPr/>
        </p:nvCxnSpPr>
        <p:spPr>
          <a:xfrm rot="16200000" flipH="1">
            <a:off x="6150295" y="4032837"/>
            <a:ext cx="12700" cy="1956459"/>
          </a:xfrm>
          <a:prstGeom prst="bentConnector3">
            <a:avLst>
              <a:gd name="adj1" fmla="val 180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8AADD6B-7ADF-86D2-5031-5736FCFADD57}"/>
              </a:ext>
            </a:extLst>
          </p:cNvPr>
          <p:cNvSpPr txBox="1"/>
          <p:nvPr/>
        </p:nvSpPr>
        <p:spPr>
          <a:xfrm>
            <a:off x="7076930" y="5657720"/>
            <a:ext cx="97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4: </a:t>
            </a:r>
            <a:r>
              <a:rPr lang="de-DE" dirty="0" err="1"/>
              <a:t>ingest</a:t>
            </a:r>
            <a:endParaRPr lang="en-DE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B2FCB65A-E6BE-7668-64E8-3F0C035870DF}"/>
              </a:ext>
            </a:extLst>
          </p:cNvPr>
          <p:cNvCxnSpPr>
            <a:cxnSpLocks/>
            <a:stCxn id="75" idx="2"/>
            <a:endCxn id="61" idx="2"/>
          </p:cNvCxnSpPr>
          <p:nvPr/>
        </p:nvCxnSpPr>
        <p:spPr>
          <a:xfrm rot="5400000">
            <a:off x="2950522" y="3849719"/>
            <a:ext cx="24813" cy="2323283"/>
          </a:xfrm>
          <a:prstGeom prst="bentConnector3">
            <a:avLst>
              <a:gd name="adj1" fmla="val 1021291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18C46F8-A752-620E-7DAE-2DC140C8B996}"/>
              </a:ext>
            </a:extLst>
          </p:cNvPr>
          <p:cNvSpPr txBox="1"/>
          <p:nvPr/>
        </p:nvSpPr>
        <p:spPr>
          <a:xfrm>
            <a:off x="2426667" y="3933495"/>
            <a:ext cx="1281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1: </a:t>
            </a:r>
            <a:r>
              <a:rPr lang="de-DE" dirty="0" err="1"/>
              <a:t>poll</a:t>
            </a:r>
            <a:r>
              <a:rPr lang="de-DE" dirty="0"/>
              <a:t>/</a:t>
            </a:r>
            <a:r>
              <a:rPr lang="de-DE" dirty="0" err="1"/>
              <a:t>read</a:t>
            </a:r>
            <a:endParaRPr lang="en-DE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84AE345-F475-F7B8-55A1-63AED4FF0F4B}"/>
              </a:ext>
            </a:extLst>
          </p:cNvPr>
          <p:cNvSpPr/>
          <p:nvPr/>
        </p:nvSpPr>
        <p:spPr>
          <a:xfrm>
            <a:off x="4000375" y="4515531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3AB418-1749-269A-F965-42F621EC1DB3}"/>
              </a:ext>
            </a:extLst>
          </p:cNvPr>
          <p:cNvSpPr/>
          <p:nvPr/>
        </p:nvSpPr>
        <p:spPr>
          <a:xfrm>
            <a:off x="5041860" y="4520249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E682DA-DC3C-0E45-B622-58E2E42D48FC}"/>
              </a:ext>
            </a:extLst>
          </p:cNvPr>
          <p:cNvSpPr/>
          <p:nvPr/>
        </p:nvSpPr>
        <p:spPr>
          <a:xfrm>
            <a:off x="5063208" y="4880575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FC80EF5-A956-37E0-B9AB-8CC834A563BD}"/>
              </a:ext>
            </a:extLst>
          </p:cNvPr>
          <p:cNvSpPr/>
          <p:nvPr/>
        </p:nvSpPr>
        <p:spPr>
          <a:xfrm>
            <a:off x="4015711" y="4868462"/>
            <a:ext cx="217715" cy="130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2FDB9E-D792-4952-75CE-B427D59C86EB}"/>
              </a:ext>
            </a:extLst>
          </p:cNvPr>
          <p:cNvSpPr txBox="1"/>
          <p:nvPr/>
        </p:nvSpPr>
        <p:spPr>
          <a:xfrm>
            <a:off x="2426667" y="5176219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6: send/</a:t>
            </a:r>
            <a:r>
              <a:rPr lang="de-DE" dirty="0" err="1"/>
              <a:t>write</a:t>
            </a:r>
            <a:endParaRPr lang="en-DE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093DF8-18DB-A595-AB10-976946A533F6}"/>
              </a:ext>
            </a:extLst>
          </p:cNvPr>
          <p:cNvSpPr txBox="1"/>
          <p:nvPr/>
        </p:nvSpPr>
        <p:spPr>
          <a:xfrm>
            <a:off x="5180774" y="3930531"/>
            <a:ext cx="145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2: </a:t>
            </a:r>
            <a:r>
              <a:rPr lang="de-DE" dirty="0" err="1"/>
              <a:t>adaptInput</a:t>
            </a:r>
            <a:endParaRPr lang="en-DE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4E234E-F76E-F81A-10BB-6F2154B36BBE}"/>
              </a:ext>
            </a:extLst>
          </p:cNvPr>
          <p:cNvSpPr txBox="1"/>
          <p:nvPr/>
        </p:nvSpPr>
        <p:spPr>
          <a:xfrm>
            <a:off x="7204952" y="3542527"/>
            <a:ext cx="96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3: </a:t>
            </a:r>
            <a:r>
              <a:rPr lang="de-DE" dirty="0" err="1"/>
              <a:t>notify</a:t>
            </a:r>
            <a:endParaRPr lang="en-DE" dirty="0"/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9E0B1648-6E8A-AC36-7300-A17F19374FC6}"/>
              </a:ext>
            </a:extLst>
          </p:cNvPr>
          <p:cNvCxnSpPr>
            <a:cxnSpLocks/>
            <a:stCxn id="64" idx="2"/>
            <a:endCxn id="74" idx="2"/>
          </p:cNvCxnSpPr>
          <p:nvPr/>
        </p:nvCxnSpPr>
        <p:spPr>
          <a:xfrm rot="5400000">
            <a:off x="7498375" y="2684759"/>
            <a:ext cx="12700" cy="4652617"/>
          </a:xfrm>
          <a:prstGeom prst="bentConnector3">
            <a:avLst>
              <a:gd name="adj1" fmla="val 5571433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273D253-0813-76B9-64CF-9F80F7B700DF}"/>
              </a:ext>
            </a:extLst>
          </p:cNvPr>
          <p:cNvSpPr txBox="1"/>
          <p:nvPr/>
        </p:nvSpPr>
        <p:spPr>
          <a:xfrm>
            <a:off x="11054363" y="45848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4F0617F-8AEF-76AB-CC2A-31C1CA994A0E}"/>
              </a:ext>
            </a:extLst>
          </p:cNvPr>
          <p:cNvSpPr txBox="1"/>
          <p:nvPr/>
        </p:nvSpPr>
        <p:spPr>
          <a:xfrm>
            <a:off x="5182677" y="5189824"/>
            <a:ext cx="1629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5: </a:t>
            </a:r>
            <a:r>
              <a:rPr lang="de-DE" dirty="0" err="1"/>
              <a:t>adaptOutput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673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474ED8-BEE4-EFE6-441C-D4E5BE98F82F}"/>
              </a:ext>
            </a:extLst>
          </p:cNvPr>
          <p:cNvSpPr/>
          <p:nvPr/>
        </p:nvSpPr>
        <p:spPr>
          <a:xfrm>
            <a:off x="6029281" y="219725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Connector</a:t>
            </a:r>
            <a:endParaRPr lang="en-DE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75430-4FCA-A9A2-A4E7-7A0F415D1E38}"/>
              </a:ext>
            </a:extLst>
          </p:cNvPr>
          <p:cNvSpPr txBox="1"/>
          <p:nvPr/>
        </p:nvSpPr>
        <p:spPr>
          <a:xfrm>
            <a:off x="7574334" y="1951190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20ED1F-8557-B1EE-BBD9-3EDF1DB2F136}"/>
              </a:ext>
            </a:extLst>
          </p:cNvPr>
          <p:cNvSpPr/>
          <p:nvPr/>
        </p:nvSpPr>
        <p:spPr>
          <a:xfrm>
            <a:off x="7535472" y="3134029"/>
            <a:ext cx="234955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ConnectorParameter</a:t>
            </a:r>
            <a:br>
              <a:rPr lang="en-GB" dirty="0"/>
            </a:br>
            <a:r>
              <a:rPr lang="en-GB" dirty="0"/>
              <a:t>(Builder)</a:t>
            </a:r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33277-E2D0-3C21-58F0-07533BCD2D84}"/>
              </a:ext>
            </a:extLst>
          </p:cNvPr>
          <p:cNvSpPr/>
          <p:nvPr/>
        </p:nvSpPr>
        <p:spPr>
          <a:xfrm>
            <a:off x="4614862" y="313466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AbstractConnector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063FB-A1BD-5770-56FC-8FAF9B0FB521}"/>
              </a:ext>
            </a:extLst>
          </p:cNvPr>
          <p:cNvSpPr txBox="1"/>
          <p:nvPr/>
        </p:nvSpPr>
        <p:spPr>
          <a:xfrm>
            <a:off x="6159915" y="2888597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368FF-6E41-79A3-399E-8FB4212FB591}"/>
              </a:ext>
            </a:extLst>
          </p:cNvPr>
          <p:cNvSpPr/>
          <p:nvPr/>
        </p:nvSpPr>
        <p:spPr>
          <a:xfrm>
            <a:off x="4783454" y="3962031"/>
            <a:ext cx="2216079" cy="526331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Abstract</a:t>
            </a:r>
            <a:br>
              <a:rPr lang="en-GB" dirty="0"/>
            </a:br>
            <a:r>
              <a:rPr lang="en-GB" dirty="0" err="1"/>
              <a:t>ChannelConnector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07D0E-19B3-8611-99CA-1F72F16158D2}"/>
              </a:ext>
            </a:extLst>
          </p:cNvPr>
          <p:cNvSpPr txBox="1"/>
          <p:nvPr/>
        </p:nvSpPr>
        <p:spPr>
          <a:xfrm>
            <a:off x="6328507" y="3715969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51BF9-C0FE-6BFF-9B3C-B4D5D20A0E8C}"/>
              </a:ext>
            </a:extLst>
          </p:cNvPr>
          <p:cNvSpPr/>
          <p:nvPr/>
        </p:nvSpPr>
        <p:spPr>
          <a:xfrm>
            <a:off x="1728042" y="313787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AdapterSelector</a:t>
            </a:r>
            <a:endParaRPr lang="en-DE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A1D664-7EBA-4E2E-C811-1FFB8C2C0D88}"/>
              </a:ext>
            </a:extLst>
          </p:cNvPr>
          <p:cNvSpPr txBox="1"/>
          <p:nvPr/>
        </p:nvSpPr>
        <p:spPr>
          <a:xfrm>
            <a:off x="3335569" y="2904274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394BD-5EDA-B0EC-E11F-EF60327FCCDC}"/>
              </a:ext>
            </a:extLst>
          </p:cNvPr>
          <p:cNvSpPr/>
          <p:nvPr/>
        </p:nvSpPr>
        <p:spPr>
          <a:xfrm>
            <a:off x="6023143" y="1207973"/>
            <a:ext cx="221607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ConnectorDescriptor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C5F96-3126-1A43-A6E3-E56C0145BA67}"/>
              </a:ext>
            </a:extLst>
          </p:cNvPr>
          <p:cNvSpPr/>
          <p:nvPr/>
        </p:nvSpPr>
        <p:spPr>
          <a:xfrm>
            <a:off x="8771105" y="121058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ConnectorRegistry</a:t>
            </a:r>
            <a:endParaRPr lang="en-DE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F6186DF-6834-9B63-5E02-3E91B75E5F72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rot="10800000">
            <a:off x="8239223" y="1453383"/>
            <a:ext cx="531883" cy="2613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F05806-9C0C-37E7-966B-E212CCE11C39}"/>
              </a:ext>
            </a:extLst>
          </p:cNvPr>
          <p:cNvSpPr txBox="1"/>
          <p:nvPr/>
        </p:nvSpPr>
        <p:spPr>
          <a:xfrm>
            <a:off x="8182231" y="1107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DC764-C914-DAEA-95BE-50FB45878F91}"/>
              </a:ext>
            </a:extLst>
          </p:cNvPr>
          <p:cNvSpPr/>
          <p:nvPr/>
        </p:nvSpPr>
        <p:spPr>
          <a:xfrm>
            <a:off x="8820116" y="191606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ConnectorAas</a:t>
            </a:r>
            <a:endParaRPr lang="en-DE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32F4E67-FD40-F8D8-26D9-03BA3521B78A}"/>
              </a:ext>
            </a:extLst>
          </p:cNvPr>
          <p:cNvCxnSpPr>
            <a:cxnSpLocks/>
            <a:stCxn id="19" idx="3"/>
            <a:endCxn id="14" idx="3"/>
          </p:cNvCxnSpPr>
          <p:nvPr/>
        </p:nvCxnSpPr>
        <p:spPr>
          <a:xfrm flipH="1" flipV="1">
            <a:off x="10987184" y="1455995"/>
            <a:ext cx="49011" cy="705474"/>
          </a:xfrm>
          <a:prstGeom prst="bentConnector3">
            <a:avLst>
              <a:gd name="adj1" fmla="val -466426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1993B-C15E-0747-1250-88D5CFD4173A}"/>
              </a:ext>
            </a:extLst>
          </p:cNvPr>
          <p:cNvSpPr/>
          <p:nvPr/>
        </p:nvSpPr>
        <p:spPr>
          <a:xfrm>
            <a:off x="8838701" y="249383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ConnectorFactory</a:t>
            </a:r>
            <a:endParaRPr lang="en-DE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FF5F917-9512-E18C-2846-5F8A1162055E}"/>
              </a:ext>
            </a:extLst>
          </p:cNvPr>
          <p:cNvCxnSpPr>
            <a:cxnSpLocks/>
            <a:stCxn id="23" idx="3"/>
            <a:endCxn id="14" idx="3"/>
          </p:cNvCxnSpPr>
          <p:nvPr/>
        </p:nvCxnSpPr>
        <p:spPr>
          <a:xfrm flipH="1" flipV="1">
            <a:off x="10987184" y="1455995"/>
            <a:ext cx="67596" cy="1283249"/>
          </a:xfrm>
          <a:prstGeom prst="bentConnector3">
            <a:avLst>
              <a:gd name="adj1" fmla="val -383277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0D566AD-DFFE-54D0-90CA-7FF6E2705E89}"/>
              </a:ext>
            </a:extLst>
          </p:cNvPr>
          <p:cNvSpPr/>
          <p:nvPr/>
        </p:nvSpPr>
        <p:spPr>
          <a:xfrm>
            <a:off x="1679019" y="421258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ProtocolAdapter</a:t>
            </a:r>
            <a:endParaRPr lang="en-DE" i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03214D-229D-214D-26D9-BD33168D2373}"/>
              </a:ext>
            </a:extLst>
          </p:cNvPr>
          <p:cNvSpPr/>
          <p:nvPr/>
        </p:nvSpPr>
        <p:spPr>
          <a:xfrm>
            <a:off x="1667081" y="501140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Translating</a:t>
            </a:r>
            <a:br>
              <a:rPr lang="en-GB" dirty="0"/>
            </a:br>
            <a:r>
              <a:rPr lang="en-GB" dirty="0" err="1"/>
              <a:t>ProtocolAdapter</a:t>
            </a:r>
            <a:endParaRPr lang="en-DE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90D1B0E-9C45-674F-A264-3C9E3E399C22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rot="10800000" flipV="1">
            <a:off x="3944122" y="3380068"/>
            <a:ext cx="670741" cy="3211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B123AEF-07A1-0E26-F569-42CBC6C6D951}"/>
              </a:ext>
            </a:extLst>
          </p:cNvPr>
          <p:cNvCxnSpPr>
            <a:cxnSpLocks/>
            <a:stCxn id="7" idx="1"/>
            <a:endCxn id="29" idx="3"/>
          </p:cNvCxnSpPr>
          <p:nvPr/>
        </p:nvCxnSpPr>
        <p:spPr>
          <a:xfrm rot="10800000" flipV="1">
            <a:off x="3895098" y="3380069"/>
            <a:ext cx="719764" cy="1077922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6FA88E84-E8C1-E73C-006A-D64607DD16C8}"/>
              </a:ext>
            </a:extLst>
          </p:cNvPr>
          <p:cNvSpPr/>
          <p:nvPr/>
        </p:nvSpPr>
        <p:spPr>
          <a:xfrm>
            <a:off x="2664649" y="4717824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7ACA932-F9E1-57D8-7A22-AA0AF131F1A1}"/>
              </a:ext>
            </a:extLst>
          </p:cNvPr>
          <p:cNvCxnSpPr>
            <a:cxnSpLocks/>
            <a:stCxn id="39" idx="3"/>
            <a:endCxn id="30" idx="0"/>
          </p:cNvCxnSpPr>
          <p:nvPr/>
        </p:nvCxnSpPr>
        <p:spPr>
          <a:xfrm rot="16200000" flipH="1">
            <a:off x="2708543" y="4944825"/>
            <a:ext cx="131541" cy="161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117779F-0CD5-7324-0142-2585566E3C26}"/>
              </a:ext>
            </a:extLst>
          </p:cNvPr>
          <p:cNvSpPr/>
          <p:nvPr/>
        </p:nvSpPr>
        <p:spPr>
          <a:xfrm>
            <a:off x="1508760" y="3735152"/>
            <a:ext cx="3106102" cy="19176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types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55858C-7867-A5DE-44E7-343BCE971945}"/>
              </a:ext>
            </a:extLst>
          </p:cNvPr>
          <p:cNvSpPr txBox="1"/>
          <p:nvPr/>
        </p:nvSpPr>
        <p:spPr>
          <a:xfrm>
            <a:off x="3335568" y="3967754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993BC2-EA17-C2FC-8256-1F208787C9A9}"/>
              </a:ext>
            </a:extLst>
          </p:cNvPr>
          <p:cNvSpPr txBox="1"/>
          <p:nvPr/>
        </p:nvSpPr>
        <p:spPr>
          <a:xfrm>
            <a:off x="3335567" y="4787818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48191B-90BB-5300-85A2-59BE6215E2E1}"/>
              </a:ext>
            </a:extLst>
          </p:cNvPr>
          <p:cNvSpPr/>
          <p:nvPr/>
        </p:nvSpPr>
        <p:spPr>
          <a:xfrm>
            <a:off x="-78754" y="6162458"/>
            <a:ext cx="2079805" cy="49081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InputTypeTranslator</a:t>
            </a:r>
            <a:endParaRPr lang="en-GB" i="1" dirty="0"/>
          </a:p>
          <a:p>
            <a:pPr algn="ctr"/>
            <a:r>
              <a:rPr lang="en-GB" dirty="0"/>
              <a:t>(from transport)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ADBA5D-D38A-3F3E-05D8-E99F562C54F0}"/>
              </a:ext>
            </a:extLst>
          </p:cNvPr>
          <p:cNvSpPr txBox="1"/>
          <p:nvPr/>
        </p:nvSpPr>
        <p:spPr>
          <a:xfrm>
            <a:off x="1677688" y="5902107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B0F4D8-D5FD-FEF3-5BC4-031CF3061884}"/>
              </a:ext>
            </a:extLst>
          </p:cNvPr>
          <p:cNvSpPr/>
          <p:nvPr/>
        </p:nvSpPr>
        <p:spPr>
          <a:xfrm>
            <a:off x="2231381" y="6176668"/>
            <a:ext cx="2216079" cy="49081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OutputTypeTranslator</a:t>
            </a:r>
            <a:endParaRPr lang="en-GB" i="1" dirty="0"/>
          </a:p>
          <a:p>
            <a:pPr algn="ctr"/>
            <a:r>
              <a:rPr lang="en-GB" dirty="0"/>
              <a:t>(from transport)</a:t>
            </a:r>
            <a:endParaRPr lang="en-DE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902942-8085-5AA2-5CF0-BD298AAF7991}"/>
              </a:ext>
            </a:extLst>
          </p:cNvPr>
          <p:cNvSpPr txBox="1"/>
          <p:nvPr/>
        </p:nvSpPr>
        <p:spPr>
          <a:xfrm>
            <a:off x="4124097" y="5916317"/>
            <a:ext cx="513282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S, T</a:t>
            </a:r>
            <a:endParaRPr lang="en-DE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862CB85-530C-3C2F-FBA4-1515EFFA533D}"/>
              </a:ext>
            </a:extLst>
          </p:cNvPr>
          <p:cNvCxnSpPr>
            <a:cxnSpLocks/>
            <a:stCxn id="30" idx="2"/>
            <a:endCxn id="48" idx="0"/>
          </p:cNvCxnSpPr>
          <p:nvPr/>
        </p:nvCxnSpPr>
        <p:spPr>
          <a:xfrm rot="16200000" flipH="1">
            <a:off x="2720048" y="5557295"/>
            <a:ext cx="674446" cy="5643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88225CA4-1DFC-6321-CA20-0713CB30BFE3}"/>
              </a:ext>
            </a:extLst>
          </p:cNvPr>
          <p:cNvCxnSpPr>
            <a:cxnSpLocks/>
            <a:stCxn id="30" idx="2"/>
            <a:endCxn id="46" idx="0"/>
          </p:cNvCxnSpPr>
          <p:nvPr/>
        </p:nvCxnSpPr>
        <p:spPr>
          <a:xfrm rot="5400000">
            <a:off x="1538017" y="4925354"/>
            <a:ext cx="660236" cy="181397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8FD845F-4A61-F4EC-BE2F-05BFAA2A1CB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6830941" y="3379438"/>
            <a:ext cx="704531" cy="63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2D8B873E-B051-F36F-68AE-26C5C2088526}"/>
              </a:ext>
            </a:extLst>
          </p:cNvPr>
          <p:cNvSpPr/>
          <p:nvPr/>
        </p:nvSpPr>
        <p:spPr>
          <a:xfrm>
            <a:off x="5987143" y="2694989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0B2DECF-8326-A3B2-C3D1-35669AC24241}"/>
              </a:ext>
            </a:extLst>
          </p:cNvPr>
          <p:cNvCxnSpPr>
            <a:cxnSpLocks/>
            <a:stCxn id="60" idx="3"/>
            <a:endCxn id="7" idx="0"/>
          </p:cNvCxnSpPr>
          <p:nvPr/>
        </p:nvCxnSpPr>
        <p:spPr>
          <a:xfrm rot="5400000">
            <a:off x="5770635" y="2809295"/>
            <a:ext cx="277632" cy="37309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E7B77B1-2288-F7EF-CD79-8E260F2426A8}"/>
              </a:ext>
            </a:extLst>
          </p:cNvPr>
          <p:cNvCxnSpPr>
            <a:cxnSpLocks/>
            <a:stCxn id="13" idx="2"/>
            <a:endCxn id="4" idx="0"/>
          </p:cNvCxnSpPr>
          <p:nvPr/>
        </p:nvCxnSpPr>
        <p:spPr>
          <a:xfrm rot="16200000" flipH="1">
            <a:off x="6885021" y="1944953"/>
            <a:ext cx="498462" cy="613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397D12F3-F6C4-0E18-B943-A5FD6F42890C}"/>
              </a:ext>
            </a:extLst>
          </p:cNvPr>
          <p:cNvSpPr/>
          <p:nvPr/>
        </p:nvSpPr>
        <p:spPr>
          <a:xfrm>
            <a:off x="4773183" y="4639158"/>
            <a:ext cx="2557245" cy="25089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08391B-11D5-D706-1420-336CB2B8AA83}"/>
              </a:ext>
            </a:extLst>
          </p:cNvPr>
          <p:cNvSpPr/>
          <p:nvPr/>
        </p:nvSpPr>
        <p:spPr>
          <a:xfrm>
            <a:off x="4921242" y="501316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ModelAccess</a:t>
            </a:r>
            <a:endParaRPr lang="en-DE" i="1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A4480FBC-24C1-617C-4C00-D2DC6074C547}"/>
              </a:ext>
            </a:extLst>
          </p:cNvPr>
          <p:cNvCxnSpPr>
            <a:cxnSpLocks/>
            <a:stCxn id="30" idx="3"/>
            <a:endCxn id="68" idx="1"/>
          </p:cNvCxnSpPr>
          <p:nvPr/>
        </p:nvCxnSpPr>
        <p:spPr>
          <a:xfrm>
            <a:off x="3883160" y="5256813"/>
            <a:ext cx="1038082" cy="176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90C06122-D193-9870-E3BC-204E7EDE40FC}"/>
              </a:ext>
            </a:extLst>
          </p:cNvPr>
          <p:cNvSpPr/>
          <p:nvPr/>
        </p:nvSpPr>
        <p:spPr>
          <a:xfrm>
            <a:off x="5771770" y="3639316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B8CAA0F-BFB1-41CE-442C-D64756FD23AE}"/>
              </a:ext>
            </a:extLst>
          </p:cNvPr>
          <p:cNvCxnSpPr>
            <a:cxnSpLocks/>
            <a:stCxn id="73" idx="3"/>
            <a:endCxn id="9" idx="0"/>
          </p:cNvCxnSpPr>
          <p:nvPr/>
        </p:nvCxnSpPr>
        <p:spPr>
          <a:xfrm rot="16200000" flipH="1">
            <a:off x="5805722" y="3876259"/>
            <a:ext cx="160676" cy="1086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C20C8B20-BDE2-4B02-152B-128B858C0DDB}"/>
              </a:ext>
            </a:extLst>
          </p:cNvPr>
          <p:cNvSpPr/>
          <p:nvPr/>
        </p:nvSpPr>
        <p:spPr>
          <a:xfrm>
            <a:off x="1448383" y="791257"/>
            <a:ext cx="2842564" cy="20448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279E88B-E23C-C1B2-F516-5DEF822704C4}"/>
              </a:ext>
            </a:extLst>
          </p:cNvPr>
          <p:cNvSpPr/>
          <p:nvPr/>
        </p:nvSpPr>
        <p:spPr>
          <a:xfrm>
            <a:off x="1745906" y="164233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ConnectorInput</a:t>
            </a:r>
            <a:endParaRPr lang="en-GB" i="1" dirty="0"/>
          </a:p>
          <a:p>
            <a:pPr algn="ctr"/>
            <a:r>
              <a:rPr lang="en-GB" i="1" dirty="0"/>
              <a:t>Handler</a:t>
            </a:r>
            <a:endParaRPr lang="en-DE" i="1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86F5E63-2B88-B64D-F7F9-9116BAC50F8F}"/>
              </a:ext>
            </a:extLst>
          </p:cNvPr>
          <p:cNvSpPr/>
          <p:nvPr/>
        </p:nvSpPr>
        <p:spPr>
          <a:xfrm>
            <a:off x="1745904" y="110914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EventHandling</a:t>
            </a:r>
            <a:endParaRPr lang="en-GB" i="1" dirty="0"/>
          </a:p>
          <a:p>
            <a:pPr algn="ctr"/>
            <a:r>
              <a:rPr lang="en-GB" i="1" dirty="0"/>
              <a:t>Connector</a:t>
            </a:r>
            <a:endParaRPr lang="en-DE" i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AF586F0-96FC-DF39-54F1-1827DABEC98E}"/>
              </a:ext>
            </a:extLst>
          </p:cNvPr>
          <p:cNvSpPr/>
          <p:nvPr/>
        </p:nvSpPr>
        <p:spPr>
          <a:xfrm>
            <a:off x="1745905" y="221789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ConnectorTrigger</a:t>
            </a:r>
            <a:endParaRPr lang="en-GB" i="1" dirty="0"/>
          </a:p>
          <a:p>
            <a:pPr algn="ctr"/>
            <a:r>
              <a:rPr lang="en-GB" i="1" dirty="0"/>
              <a:t>Query</a:t>
            </a:r>
            <a:endParaRPr lang="en-DE" i="1" dirty="0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DBA12FB1-CC77-FE9A-4571-755043C0E0ED}"/>
              </a:ext>
            </a:extLst>
          </p:cNvPr>
          <p:cNvSpPr/>
          <p:nvPr/>
        </p:nvSpPr>
        <p:spPr>
          <a:xfrm rot="16200000">
            <a:off x="3941766" y="127353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1BBC7C3-13CD-ADE9-CC2A-716D3B8595E3}"/>
              </a:ext>
            </a:extLst>
          </p:cNvPr>
          <p:cNvCxnSpPr>
            <a:cxnSpLocks/>
            <a:stCxn id="80" idx="3"/>
            <a:endCxn id="7" idx="0"/>
          </p:cNvCxnSpPr>
          <p:nvPr/>
        </p:nvCxnSpPr>
        <p:spPr>
          <a:xfrm>
            <a:off x="4131643" y="1354555"/>
            <a:ext cx="1591259" cy="1780105"/>
          </a:xfrm>
          <a:prstGeom prst="bentConnector2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4F2E4EA0-2C3A-D068-6428-373CCE047163}"/>
              </a:ext>
            </a:extLst>
          </p:cNvPr>
          <p:cNvSpPr/>
          <p:nvPr/>
        </p:nvSpPr>
        <p:spPr>
          <a:xfrm>
            <a:off x="4912563" y="5811986"/>
            <a:ext cx="223343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GB" dirty="0" err="1"/>
              <a:t>AbstractModel</a:t>
            </a:r>
            <a:br>
              <a:rPr lang="en-GB" dirty="0"/>
            </a:br>
            <a:r>
              <a:rPr lang="en-GB" dirty="0"/>
              <a:t>Access</a:t>
            </a:r>
            <a:endParaRPr lang="en-DE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2622DA-5A3A-B900-501B-55CD4D2579DB}"/>
              </a:ext>
            </a:extLst>
          </p:cNvPr>
          <p:cNvSpPr/>
          <p:nvPr/>
        </p:nvSpPr>
        <p:spPr>
          <a:xfrm>
            <a:off x="4912272" y="641016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GB" dirty="0" err="1"/>
              <a:t>SharedSpace</a:t>
            </a:r>
            <a:endParaRPr lang="en-DE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E5381BA-FD0C-B407-628B-0CC29FC0B02F}"/>
              </a:ext>
            </a:extLst>
          </p:cNvPr>
          <p:cNvSpPr/>
          <p:nvPr/>
        </p:nvSpPr>
        <p:spPr>
          <a:xfrm>
            <a:off x="7629142" y="6066563"/>
            <a:ext cx="2557245" cy="17768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formatter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79D32F7-E712-D3A5-6BDA-C853A8B4F818}"/>
              </a:ext>
            </a:extLst>
          </p:cNvPr>
          <p:cNvSpPr/>
          <p:nvPr/>
        </p:nvSpPr>
        <p:spPr>
          <a:xfrm>
            <a:off x="7777201" y="644056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OutputFormatter</a:t>
            </a:r>
            <a:endParaRPr lang="en-DE" i="1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F6F845E-E445-C1CE-DCFF-F75002B4DC13}"/>
              </a:ext>
            </a:extLst>
          </p:cNvPr>
          <p:cNvSpPr/>
          <p:nvPr/>
        </p:nvSpPr>
        <p:spPr>
          <a:xfrm>
            <a:off x="7759844" y="6998522"/>
            <a:ext cx="223343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GB" dirty="0" err="1"/>
              <a:t>JsonOutputFormatter</a:t>
            </a:r>
            <a:endParaRPr lang="en-DE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58A0724-7CE7-89B3-6D70-5B2DCF52BB69}"/>
              </a:ext>
            </a:extLst>
          </p:cNvPr>
          <p:cNvSpPr/>
          <p:nvPr/>
        </p:nvSpPr>
        <p:spPr>
          <a:xfrm>
            <a:off x="7627383" y="4212998"/>
            <a:ext cx="2557245" cy="17768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E312E7D-12B6-18C3-80C2-A6D58DE22627}"/>
              </a:ext>
            </a:extLst>
          </p:cNvPr>
          <p:cNvSpPr/>
          <p:nvPr/>
        </p:nvSpPr>
        <p:spPr>
          <a:xfrm>
            <a:off x="7775442" y="458700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Inp</a:t>
            </a:r>
            <a:r>
              <a:rPr lang="de-DE" i="1" dirty="0" err="1"/>
              <a:t>utParser</a:t>
            </a:r>
            <a:endParaRPr lang="en-GB" i="1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82B8E3C-D2D9-E296-DAF9-BF8CA713391F}"/>
              </a:ext>
            </a:extLst>
          </p:cNvPr>
          <p:cNvSpPr/>
          <p:nvPr/>
        </p:nvSpPr>
        <p:spPr>
          <a:xfrm>
            <a:off x="7758085" y="5144957"/>
            <a:ext cx="223343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GB" dirty="0" err="1"/>
              <a:t>JsonInputParser</a:t>
            </a:r>
            <a:endParaRPr lang="en-DE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BF3FA3-6077-65AB-3EB6-274BCC02CD1A}"/>
              </a:ext>
            </a:extLst>
          </p:cNvPr>
          <p:cNvSpPr txBox="1"/>
          <p:nvPr/>
        </p:nvSpPr>
        <p:spPr>
          <a:xfrm>
            <a:off x="8771105" y="748172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50F6B9-9F0D-4C58-4F11-FA174408B380}"/>
              </a:ext>
            </a:extLst>
          </p:cNvPr>
          <p:cNvSpPr txBox="1"/>
          <p:nvPr/>
        </p:nvSpPr>
        <p:spPr>
          <a:xfrm>
            <a:off x="8728772" y="565411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9E3AC97-7E2F-E2E6-02E2-034A289AF841}"/>
              </a:ext>
            </a:extLst>
          </p:cNvPr>
          <p:cNvCxnSpPr>
            <a:cxnSpLocks/>
            <a:stCxn id="68" idx="3"/>
            <a:endCxn id="91" idx="1"/>
          </p:cNvCxnSpPr>
          <p:nvPr/>
        </p:nvCxnSpPr>
        <p:spPr>
          <a:xfrm>
            <a:off x="7137321" y="5258573"/>
            <a:ext cx="639880" cy="142740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5B2ED03-F23C-D39C-E5B4-726A197215E8}"/>
              </a:ext>
            </a:extLst>
          </p:cNvPr>
          <p:cNvCxnSpPr>
            <a:cxnSpLocks/>
            <a:stCxn id="68" idx="3"/>
            <a:endCxn id="95" idx="1"/>
          </p:cNvCxnSpPr>
          <p:nvPr/>
        </p:nvCxnSpPr>
        <p:spPr>
          <a:xfrm flipV="1">
            <a:off x="7137321" y="4832413"/>
            <a:ext cx="638121" cy="42616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AC049A60-61A4-F6E8-29EB-0D77F59FE20B}"/>
              </a:ext>
            </a:extLst>
          </p:cNvPr>
          <p:cNvSpPr/>
          <p:nvPr/>
        </p:nvSpPr>
        <p:spPr>
          <a:xfrm>
            <a:off x="5913607" y="5504474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5A0ED0A2-9CAA-2141-2266-90C58B4EEC33}"/>
              </a:ext>
            </a:extLst>
          </p:cNvPr>
          <p:cNvCxnSpPr>
            <a:cxnSpLocks/>
            <a:stCxn id="107" idx="3"/>
            <a:endCxn id="88" idx="0"/>
          </p:cNvCxnSpPr>
          <p:nvPr/>
        </p:nvCxnSpPr>
        <p:spPr>
          <a:xfrm rot="16200000" flipH="1">
            <a:off x="5953136" y="5735840"/>
            <a:ext cx="145473" cy="681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66CFB898-F949-F22B-3C3E-8F3369EAC55B}"/>
              </a:ext>
            </a:extLst>
          </p:cNvPr>
          <p:cNvSpPr txBox="1"/>
          <p:nvPr/>
        </p:nvSpPr>
        <p:spPr>
          <a:xfrm>
            <a:off x="3731953" y="2119817"/>
            <a:ext cx="296876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T</a:t>
            </a:r>
            <a:endParaRPr lang="en-DE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8E8DBF7-8553-256F-54A1-01D6FB7C5601}"/>
              </a:ext>
            </a:extLst>
          </p:cNvPr>
          <p:cNvSpPr/>
          <p:nvPr/>
        </p:nvSpPr>
        <p:spPr>
          <a:xfrm>
            <a:off x="4910205" y="616603"/>
            <a:ext cx="1914390" cy="49081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ReceptionCallback</a:t>
            </a:r>
            <a:endParaRPr lang="en-GB" i="1" dirty="0"/>
          </a:p>
          <a:p>
            <a:pPr algn="ctr"/>
            <a:r>
              <a:rPr lang="en-GB" dirty="0"/>
              <a:t>(from transport)</a:t>
            </a:r>
            <a:endParaRPr lang="en-DE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2C66BBD-A409-EB9A-3738-26B9EB8F22A6}"/>
              </a:ext>
            </a:extLst>
          </p:cNvPr>
          <p:cNvSpPr txBox="1"/>
          <p:nvPr/>
        </p:nvSpPr>
        <p:spPr>
          <a:xfrm>
            <a:off x="6585775" y="359104"/>
            <a:ext cx="296876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T</a:t>
            </a:r>
            <a:endParaRPr lang="en-DE" dirty="0"/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E6D2C776-7C7F-BAE6-ED4C-94B3F61068E4}"/>
              </a:ext>
            </a:extLst>
          </p:cNvPr>
          <p:cNvCxnSpPr>
            <a:cxnSpLocks/>
            <a:stCxn id="4" idx="1"/>
            <a:endCxn id="133" idx="2"/>
          </p:cNvCxnSpPr>
          <p:nvPr/>
        </p:nvCxnSpPr>
        <p:spPr>
          <a:xfrm rot="10800000">
            <a:off x="5867401" y="1107422"/>
            <a:ext cx="161881" cy="1335241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8425A48-9BB7-2B67-D7E1-B0284FE21E27}"/>
              </a:ext>
            </a:extLst>
          </p:cNvPr>
          <p:cNvSpPr/>
          <p:nvPr/>
        </p:nvSpPr>
        <p:spPr>
          <a:xfrm>
            <a:off x="8843800" y="366525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ConnectorFactory</a:t>
            </a:r>
            <a:br>
              <a:rPr lang="en-GB" i="1" dirty="0"/>
            </a:br>
            <a:r>
              <a:rPr lang="en-GB" i="1" dirty="0"/>
              <a:t>Descriptor</a:t>
            </a:r>
            <a:endParaRPr lang="en-DE" i="1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6220D87-568C-D2E5-E44F-43871140989D}"/>
              </a:ext>
            </a:extLst>
          </p:cNvPr>
          <p:cNvCxnSpPr>
            <a:cxnSpLocks/>
            <a:stCxn id="23" idx="2"/>
            <a:endCxn id="3" idx="0"/>
          </p:cNvCxnSpPr>
          <p:nvPr/>
        </p:nvCxnSpPr>
        <p:spPr>
          <a:xfrm rot="16200000" flipH="1">
            <a:off x="9608989" y="3322404"/>
            <a:ext cx="680602" cy="509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59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804BB2-E209-6A60-CA2C-866E5567C73F}"/>
              </a:ext>
            </a:extLst>
          </p:cNvPr>
          <p:cNvSpPr/>
          <p:nvPr/>
        </p:nvSpPr>
        <p:spPr>
          <a:xfrm>
            <a:off x="-271054" y="181624"/>
            <a:ext cx="10363200" cy="707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environment (Java)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32BA2-95C9-882A-21FF-ADA8A854A7AF}"/>
              </a:ext>
            </a:extLst>
          </p:cNvPr>
          <p:cNvSpPr/>
          <p:nvPr/>
        </p:nvSpPr>
        <p:spPr>
          <a:xfrm>
            <a:off x="4846526" y="619456"/>
            <a:ext cx="125510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Service</a:t>
            </a:r>
            <a:endParaRPr lang="en-DE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E8746-244D-554C-A001-FAA3D060EA4B}"/>
              </a:ext>
            </a:extLst>
          </p:cNvPr>
          <p:cNvSpPr/>
          <p:nvPr/>
        </p:nvSpPr>
        <p:spPr>
          <a:xfrm>
            <a:off x="1490278" y="633081"/>
            <a:ext cx="157960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«</a:t>
            </a:r>
            <a:r>
              <a:rPr lang="en-GB" i="1" dirty="0" err="1"/>
              <a:t>enum</a:t>
            </a:r>
            <a:r>
              <a:rPr lang="en-GB" i="1" dirty="0"/>
              <a:t>»</a:t>
            </a:r>
            <a:br>
              <a:rPr lang="en-GB" i="1" dirty="0"/>
            </a:br>
            <a:r>
              <a:rPr lang="en-GB" dirty="0" err="1"/>
              <a:t>ServiceState</a:t>
            </a:r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BE108-2955-E41A-2BC9-5A4907A22E5D}"/>
              </a:ext>
            </a:extLst>
          </p:cNvPr>
          <p:cNvSpPr/>
          <p:nvPr/>
        </p:nvSpPr>
        <p:spPr>
          <a:xfrm>
            <a:off x="3220311" y="145778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AbstractService</a:t>
            </a:r>
            <a:endParaRPr lang="en-DE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5BC98-B3E5-E478-15D3-C7ECC7B3DBFF}"/>
              </a:ext>
            </a:extLst>
          </p:cNvPr>
          <p:cNvSpPr/>
          <p:nvPr/>
        </p:nvSpPr>
        <p:spPr>
          <a:xfrm>
            <a:off x="10305752" y="181625"/>
            <a:ext cx="3055751" cy="55589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serviceEnvironment</a:t>
            </a:r>
            <a:r>
              <a:rPr lang="en-GB" dirty="0">
                <a:solidFill>
                  <a:schemeClr val="tx1"/>
                </a:solidFill>
              </a:rPr>
              <a:t> (Python)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E010D-C38F-5851-C341-414C342ACD99}"/>
              </a:ext>
            </a:extLst>
          </p:cNvPr>
          <p:cNvSpPr/>
          <p:nvPr/>
        </p:nvSpPr>
        <p:spPr>
          <a:xfrm>
            <a:off x="10643651" y="425785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Service</a:t>
            </a:r>
            <a:endParaRPr lang="en-DE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C2CB7-A621-8FE8-FA9D-E027A7A7D2C9}"/>
              </a:ext>
            </a:extLst>
          </p:cNvPr>
          <p:cNvSpPr/>
          <p:nvPr/>
        </p:nvSpPr>
        <p:spPr>
          <a:xfrm>
            <a:off x="10665420" y="116583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»</a:t>
            </a:r>
            <a:r>
              <a:rPr lang="en-GB" i="1" dirty="0" err="1"/>
              <a:t>enum</a:t>
            </a:r>
            <a:r>
              <a:rPr lang="en-GB" i="1" dirty="0"/>
              <a:t>«</a:t>
            </a:r>
            <a:br>
              <a:rPr lang="en-GB" i="1" dirty="0"/>
            </a:br>
            <a:r>
              <a:rPr lang="en-GB" i="1" dirty="0" err="1"/>
              <a:t>ServiceState</a:t>
            </a:r>
            <a:endParaRPr lang="en-DE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AFAC2-0F71-080B-2F41-5BF5EBD3CF64}"/>
              </a:ext>
            </a:extLst>
          </p:cNvPr>
          <p:cNvSpPr/>
          <p:nvPr/>
        </p:nvSpPr>
        <p:spPr>
          <a:xfrm>
            <a:off x="10620833" y="364574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ServiceEnvironment</a:t>
            </a:r>
            <a:endParaRPr lang="en-DE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7FCFB1-25E6-51E7-DC01-B535914B491F}"/>
              </a:ext>
            </a:extLst>
          </p:cNvPr>
          <p:cNvSpPr/>
          <p:nvPr/>
        </p:nvSpPr>
        <p:spPr>
          <a:xfrm>
            <a:off x="5365222" y="112622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165301B-9714-FED2-8BCD-3E3A6C2E4E55}"/>
              </a:ext>
            </a:extLst>
          </p:cNvPr>
          <p:cNvCxnSpPr>
            <a:cxnSpLocks/>
            <a:stCxn id="16" idx="3"/>
            <a:endCxn id="7" idx="0"/>
          </p:cNvCxnSpPr>
          <p:nvPr/>
        </p:nvCxnSpPr>
        <p:spPr>
          <a:xfrm rot="5400000">
            <a:off x="4816453" y="800162"/>
            <a:ext cx="169525" cy="114572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A5A2421-A0FE-FF3F-54DB-71EFB1A8C7AE}"/>
              </a:ext>
            </a:extLst>
          </p:cNvPr>
          <p:cNvSpPr/>
          <p:nvPr/>
        </p:nvSpPr>
        <p:spPr>
          <a:xfrm>
            <a:off x="5542523" y="1457789"/>
            <a:ext cx="247493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GenericMultiTypeService</a:t>
            </a:r>
            <a:endParaRPr lang="en-DE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4611D3-18B6-250B-0C1F-4148C5980B80}"/>
              </a:ext>
            </a:extLst>
          </p:cNvPr>
          <p:cNvSpPr/>
          <p:nvPr/>
        </p:nvSpPr>
        <p:spPr>
          <a:xfrm>
            <a:off x="3153121" y="618923"/>
            <a:ext cx="157960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«</a:t>
            </a:r>
            <a:r>
              <a:rPr lang="en-GB" i="1" dirty="0" err="1"/>
              <a:t>enum</a:t>
            </a:r>
            <a:r>
              <a:rPr lang="en-GB" i="1" dirty="0"/>
              <a:t>» </a:t>
            </a:r>
            <a:br>
              <a:rPr lang="en-GB" i="1" dirty="0"/>
            </a:br>
            <a:r>
              <a:rPr lang="en-GB" dirty="0" err="1"/>
              <a:t>ServiceKind</a:t>
            </a:r>
            <a:endParaRPr lang="en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9FC579-8249-6618-1F64-D5C661B2E69B}"/>
              </a:ext>
            </a:extLst>
          </p:cNvPr>
          <p:cNvSpPr/>
          <p:nvPr/>
        </p:nvSpPr>
        <p:spPr>
          <a:xfrm>
            <a:off x="6206343" y="61953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ServiceMapper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8BF5C6-6762-29E2-526F-DC30BA79F00F}"/>
              </a:ext>
            </a:extLst>
          </p:cNvPr>
          <p:cNvSpPr/>
          <p:nvPr/>
        </p:nvSpPr>
        <p:spPr>
          <a:xfrm>
            <a:off x="385286" y="3291431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AbstractProcessService</a:t>
            </a:r>
            <a:endParaRPr lang="en-DE" i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F573CD-3C5E-E1AA-7E46-929667E0693C}"/>
              </a:ext>
            </a:extLst>
          </p:cNvPr>
          <p:cNvSpPr/>
          <p:nvPr/>
        </p:nvSpPr>
        <p:spPr>
          <a:xfrm>
            <a:off x="4057410" y="3300693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AbstractPython</a:t>
            </a:r>
            <a:br>
              <a:rPr lang="en-GB" i="1" dirty="0"/>
            </a:br>
            <a:r>
              <a:rPr lang="en-GB" i="1" dirty="0" err="1"/>
              <a:t>ProcessService</a:t>
            </a:r>
            <a:endParaRPr lang="en-DE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1AF36A-486C-4BA1-BAD4-AC869918C1E9}"/>
              </a:ext>
            </a:extLst>
          </p:cNvPr>
          <p:cNvSpPr/>
          <p:nvPr/>
        </p:nvSpPr>
        <p:spPr>
          <a:xfrm>
            <a:off x="2787405" y="4160547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PythonAsync</a:t>
            </a:r>
            <a:br>
              <a:rPr lang="en-GB" dirty="0"/>
            </a:br>
            <a:r>
              <a:rPr lang="en-GB" dirty="0" err="1"/>
              <a:t>ProcessService</a:t>
            </a:r>
            <a:endParaRPr lang="en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379B72-886E-16AC-2D6F-CAF6E2EAED56}"/>
              </a:ext>
            </a:extLst>
          </p:cNvPr>
          <p:cNvSpPr/>
          <p:nvPr/>
        </p:nvSpPr>
        <p:spPr>
          <a:xfrm>
            <a:off x="5177484" y="4160547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PythonSync</a:t>
            </a:r>
            <a:br>
              <a:rPr lang="en-GB" dirty="0"/>
            </a:br>
            <a:r>
              <a:rPr lang="en-GB" dirty="0" err="1"/>
              <a:t>ProcessService</a:t>
            </a:r>
            <a:endParaRPr lang="en-D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C2C749-2D02-78A2-83EC-C0CEB9A39AD0}"/>
              </a:ext>
            </a:extLst>
          </p:cNvPr>
          <p:cNvSpPr/>
          <p:nvPr/>
        </p:nvSpPr>
        <p:spPr>
          <a:xfrm>
            <a:off x="378028" y="4081867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AbstractString</a:t>
            </a:r>
            <a:br>
              <a:rPr lang="en-GB" i="1" dirty="0"/>
            </a:br>
            <a:r>
              <a:rPr lang="en-GB" i="1" dirty="0" err="1"/>
              <a:t>ProcessService</a:t>
            </a:r>
            <a:endParaRPr lang="en-DE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3DEF1A-8F24-506E-715F-FB6B830542FF}"/>
              </a:ext>
            </a:extLst>
          </p:cNvPr>
          <p:cNvSpPr/>
          <p:nvPr/>
        </p:nvSpPr>
        <p:spPr>
          <a:xfrm>
            <a:off x="10643653" y="306642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Registry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D043E4-E527-BED4-061F-275082F95DEB}"/>
              </a:ext>
            </a:extLst>
          </p:cNvPr>
          <p:cNvSpPr/>
          <p:nvPr/>
        </p:nvSpPr>
        <p:spPr>
          <a:xfrm>
            <a:off x="10662702" y="507109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AbstractService</a:t>
            </a:r>
            <a:endParaRPr lang="en-DE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AC8DE7-10BE-CF64-30A5-B635C63CA7F4}"/>
              </a:ext>
            </a:extLst>
          </p:cNvPr>
          <p:cNvSpPr/>
          <p:nvPr/>
        </p:nvSpPr>
        <p:spPr>
          <a:xfrm>
            <a:off x="10662702" y="182360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ServiceMapper</a:t>
            </a:r>
            <a:endParaRPr lang="en-DE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83B145-2C4A-F9B3-5A62-99266178DECF}"/>
              </a:ext>
            </a:extLst>
          </p:cNvPr>
          <p:cNvSpPr/>
          <p:nvPr/>
        </p:nvSpPr>
        <p:spPr>
          <a:xfrm>
            <a:off x="10643650" y="245068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Serializer</a:t>
            </a:r>
            <a:endParaRPr lang="en-DE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24529-B645-A96D-4A12-295F8C6523F2}"/>
              </a:ext>
            </a:extLst>
          </p:cNvPr>
          <p:cNvSpPr/>
          <p:nvPr/>
        </p:nvSpPr>
        <p:spPr>
          <a:xfrm>
            <a:off x="2280078" y="2290007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AbstractRunnables</a:t>
            </a:r>
            <a:br>
              <a:rPr lang="en-GB" i="1" dirty="0"/>
            </a:br>
            <a:r>
              <a:rPr lang="en-GB" i="1" dirty="0"/>
              <a:t>Service</a:t>
            </a:r>
            <a:endParaRPr lang="en-DE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2A82B1-6EE6-2632-3EA9-EFF3F935A9E3}"/>
              </a:ext>
            </a:extLst>
          </p:cNvPr>
          <p:cNvSpPr/>
          <p:nvPr/>
        </p:nvSpPr>
        <p:spPr>
          <a:xfrm>
            <a:off x="6600637" y="2298994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MultiConnector</a:t>
            </a:r>
            <a:br>
              <a:rPr lang="en-GB" dirty="0"/>
            </a:br>
            <a:r>
              <a:rPr lang="en-GB" dirty="0" err="1"/>
              <a:t>ServiceWrapper</a:t>
            </a:r>
            <a:endParaRPr lang="en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A9ED87-DBD2-244E-DF06-986FAA3AC712}"/>
              </a:ext>
            </a:extLst>
          </p:cNvPr>
          <p:cNvSpPr/>
          <p:nvPr/>
        </p:nvSpPr>
        <p:spPr>
          <a:xfrm>
            <a:off x="6558546" y="3300693"/>
            <a:ext cx="268372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MockingMulti</a:t>
            </a:r>
            <a:br>
              <a:rPr lang="en-GB" dirty="0"/>
            </a:br>
            <a:r>
              <a:rPr lang="en-GB" dirty="0" err="1"/>
              <a:t>ConnectorServiceWrapper</a:t>
            </a:r>
            <a:endParaRPr lang="en-D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1F76CA-4D77-892E-8BD7-C4F99ACA0D2E}"/>
              </a:ext>
            </a:extLst>
          </p:cNvPr>
          <p:cNvSpPr txBox="1"/>
          <p:nvPr/>
        </p:nvSpPr>
        <p:spPr>
          <a:xfrm>
            <a:off x="8540720" y="2076588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28599-37FA-BF76-CA26-FA785235D243}"/>
              </a:ext>
            </a:extLst>
          </p:cNvPr>
          <p:cNvSpPr txBox="1"/>
          <p:nvPr/>
        </p:nvSpPr>
        <p:spPr>
          <a:xfrm>
            <a:off x="8632455" y="3030561"/>
            <a:ext cx="1170513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O, I, CO, CI</a:t>
            </a:r>
            <a:endParaRPr lang="en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51D5B9-6348-ADDB-5D8E-8650D046B435}"/>
              </a:ext>
            </a:extLst>
          </p:cNvPr>
          <p:cNvSpPr/>
          <p:nvPr/>
        </p:nvSpPr>
        <p:spPr>
          <a:xfrm>
            <a:off x="-100295" y="230979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DefaultServiceImpl</a:t>
            </a:r>
            <a:endParaRPr lang="en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7E683B-C654-F5C9-BBEA-3CD9416123F6}"/>
              </a:ext>
            </a:extLst>
          </p:cNvPr>
          <p:cNvSpPr/>
          <p:nvPr/>
        </p:nvSpPr>
        <p:spPr>
          <a:xfrm>
            <a:off x="2456013" y="657442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TraceToAasService</a:t>
            </a:r>
            <a:endParaRPr lang="en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41A0B8-4656-443B-7646-5EFD18AE0064}"/>
              </a:ext>
            </a:extLst>
          </p:cNvPr>
          <p:cNvSpPr/>
          <p:nvPr/>
        </p:nvSpPr>
        <p:spPr>
          <a:xfrm>
            <a:off x="6806550" y="6193620"/>
            <a:ext cx="1385719" cy="4908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switching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50E25D-63B6-2461-7A85-5E1F4051E506}"/>
              </a:ext>
            </a:extLst>
          </p:cNvPr>
          <p:cNvSpPr/>
          <p:nvPr/>
        </p:nvSpPr>
        <p:spPr>
          <a:xfrm>
            <a:off x="4913925" y="6195056"/>
            <a:ext cx="1771602" cy="9712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33BD96-0055-46CF-DAE1-DF52BC492F8E}"/>
              </a:ext>
            </a:extLst>
          </p:cNvPr>
          <p:cNvSpPr/>
          <p:nvPr/>
        </p:nvSpPr>
        <p:spPr>
          <a:xfrm>
            <a:off x="-30418" y="6193620"/>
            <a:ext cx="4855368" cy="9726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services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3FD3CE-C67F-6DCA-4FAE-27DF1E5B549D}"/>
              </a:ext>
            </a:extLst>
          </p:cNvPr>
          <p:cNvSpPr/>
          <p:nvPr/>
        </p:nvSpPr>
        <p:spPr>
          <a:xfrm>
            <a:off x="104758" y="658906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TransportConverter</a:t>
            </a:r>
            <a:br>
              <a:rPr lang="en-GB" dirty="0"/>
            </a:br>
            <a:r>
              <a:rPr lang="en-GB" dirty="0"/>
              <a:t>Factory</a:t>
            </a:r>
            <a:endParaRPr lang="en-D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2D361E-2622-4BB2-8BC9-D66F5970A738}"/>
              </a:ext>
            </a:extLst>
          </p:cNvPr>
          <p:cNvSpPr/>
          <p:nvPr/>
        </p:nvSpPr>
        <p:spPr>
          <a:xfrm>
            <a:off x="8281245" y="6193620"/>
            <a:ext cx="1686943" cy="4908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metricsProvider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C954D4E-6632-7214-3481-4E2B25D1B5C9}"/>
              </a:ext>
            </a:extLst>
          </p:cNvPr>
          <p:cNvSpPr/>
          <p:nvPr/>
        </p:nvSpPr>
        <p:spPr>
          <a:xfrm>
            <a:off x="5108773" y="381443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232B308-3F5E-8081-E2C0-77719EA51329}"/>
              </a:ext>
            </a:extLst>
          </p:cNvPr>
          <p:cNvCxnSpPr>
            <a:cxnSpLocks/>
            <a:stCxn id="46" idx="3"/>
            <a:endCxn id="24" idx="0"/>
          </p:cNvCxnSpPr>
          <p:nvPr/>
        </p:nvCxnSpPr>
        <p:spPr>
          <a:xfrm rot="5400000">
            <a:off x="4490813" y="3433729"/>
            <a:ext cx="184075" cy="126956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906F064-68BD-DFB9-7624-38AFE124DFDF}"/>
              </a:ext>
            </a:extLst>
          </p:cNvPr>
          <p:cNvCxnSpPr>
            <a:cxnSpLocks/>
            <a:stCxn id="46" idx="3"/>
            <a:endCxn id="25" idx="0"/>
          </p:cNvCxnSpPr>
          <p:nvPr/>
        </p:nvCxnSpPr>
        <p:spPr>
          <a:xfrm rot="16200000" flipH="1">
            <a:off x="5685852" y="3508249"/>
            <a:ext cx="184075" cy="112051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865C5A17-C91D-5D27-1600-A9E0F264A8A8}"/>
              </a:ext>
            </a:extLst>
          </p:cNvPr>
          <p:cNvSpPr/>
          <p:nvPr/>
        </p:nvSpPr>
        <p:spPr>
          <a:xfrm>
            <a:off x="1430989" y="3782249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3416E4B-8CD8-5B7A-B18C-5F2A77BC6ED5}"/>
              </a:ext>
            </a:extLst>
          </p:cNvPr>
          <p:cNvCxnSpPr>
            <a:cxnSpLocks/>
            <a:stCxn id="54" idx="3"/>
            <a:endCxn id="27" idx="0"/>
          </p:cNvCxnSpPr>
          <p:nvPr/>
        </p:nvCxnSpPr>
        <p:spPr>
          <a:xfrm rot="5400000">
            <a:off x="1470481" y="4012501"/>
            <a:ext cx="137579" cy="115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B44DC707-C0CC-15CC-2ED4-C92AE09BAF35}"/>
              </a:ext>
            </a:extLst>
          </p:cNvPr>
          <p:cNvSpPr/>
          <p:nvPr/>
        </p:nvSpPr>
        <p:spPr>
          <a:xfrm>
            <a:off x="3331886" y="2800401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66B5870-8748-2CB4-83E1-4D6DBD06336F}"/>
              </a:ext>
            </a:extLst>
          </p:cNvPr>
          <p:cNvCxnSpPr>
            <a:cxnSpLocks/>
            <a:stCxn id="57" idx="3"/>
            <a:endCxn id="22" idx="0"/>
          </p:cNvCxnSpPr>
          <p:nvPr/>
        </p:nvCxnSpPr>
        <p:spPr>
          <a:xfrm rot="5400000">
            <a:off x="2328852" y="2179539"/>
            <a:ext cx="328991" cy="1894792"/>
          </a:xfrm>
          <a:prstGeom prst="bentConnector3">
            <a:avLst>
              <a:gd name="adj1" fmla="val 25552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1EF3AEF7-C269-F18A-B64D-7B4E92DB3EC6}"/>
              </a:ext>
            </a:extLst>
          </p:cNvPr>
          <p:cNvSpPr/>
          <p:nvPr/>
        </p:nvSpPr>
        <p:spPr>
          <a:xfrm>
            <a:off x="4203774" y="197615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1EB3238D-543D-B3BF-922A-A5BE0C81DFBD}"/>
              </a:ext>
            </a:extLst>
          </p:cNvPr>
          <p:cNvCxnSpPr>
            <a:cxnSpLocks/>
            <a:endCxn id="33" idx="0"/>
          </p:cNvCxnSpPr>
          <p:nvPr/>
        </p:nvCxnSpPr>
        <p:spPr>
          <a:xfrm rot="5400000">
            <a:off x="3838880" y="1816256"/>
            <a:ext cx="75614" cy="871888"/>
          </a:xfrm>
          <a:prstGeom prst="bentConnector3">
            <a:avLst>
              <a:gd name="adj1" fmla="val 1714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53AC7C8-5E97-6884-441B-CF0FF0EDC1AB}"/>
              </a:ext>
            </a:extLst>
          </p:cNvPr>
          <p:cNvCxnSpPr>
            <a:cxnSpLocks/>
            <a:stCxn id="61" idx="3"/>
            <a:endCxn id="34" idx="0"/>
          </p:cNvCxnSpPr>
          <p:nvPr/>
        </p:nvCxnSpPr>
        <p:spPr>
          <a:xfrm rot="16200000" flipH="1">
            <a:off x="5956564" y="494255"/>
            <a:ext cx="160805" cy="344867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F50B751-5326-DA16-D734-1032ED0D3849}"/>
              </a:ext>
            </a:extLst>
          </p:cNvPr>
          <p:cNvCxnSpPr>
            <a:cxnSpLocks/>
            <a:stCxn id="38" idx="0"/>
            <a:endCxn id="61" idx="3"/>
          </p:cNvCxnSpPr>
          <p:nvPr/>
        </p:nvCxnSpPr>
        <p:spPr>
          <a:xfrm rot="5400000" flipH="1" flipV="1">
            <a:off x="2574385" y="571549"/>
            <a:ext cx="171606" cy="330488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21F1756-A196-D60B-BF72-3C1C51B15A8F}"/>
              </a:ext>
            </a:extLst>
          </p:cNvPr>
          <p:cNvCxnSpPr>
            <a:cxnSpLocks/>
            <a:stCxn id="57" idx="3"/>
            <a:endCxn id="23" idx="0"/>
          </p:cNvCxnSpPr>
          <p:nvPr/>
        </p:nvCxnSpPr>
        <p:spPr>
          <a:xfrm rot="16200000" flipH="1">
            <a:off x="4160283" y="2242900"/>
            <a:ext cx="338253" cy="1777332"/>
          </a:xfrm>
          <a:prstGeom prst="bentConnector3">
            <a:avLst>
              <a:gd name="adj1" fmla="val 24969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DD44CBFD-8C2B-A38E-C832-0C1BA9A87AF2}"/>
              </a:ext>
            </a:extLst>
          </p:cNvPr>
          <p:cNvSpPr/>
          <p:nvPr/>
        </p:nvSpPr>
        <p:spPr>
          <a:xfrm>
            <a:off x="7796204" y="280874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9FEF62AF-B293-2883-53ED-5798DC737A08}"/>
              </a:ext>
            </a:extLst>
          </p:cNvPr>
          <p:cNvCxnSpPr>
            <a:cxnSpLocks/>
            <a:stCxn id="74" idx="3"/>
            <a:endCxn id="35" idx="0"/>
          </p:cNvCxnSpPr>
          <p:nvPr/>
        </p:nvCxnSpPr>
        <p:spPr>
          <a:xfrm rot="5400000">
            <a:off x="7737782" y="3133414"/>
            <a:ext cx="329906" cy="465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90C8636F-3DA7-4684-86C9-E5893A10041B}"/>
              </a:ext>
            </a:extLst>
          </p:cNvPr>
          <p:cNvSpPr/>
          <p:nvPr/>
        </p:nvSpPr>
        <p:spPr>
          <a:xfrm>
            <a:off x="5024827" y="6574429"/>
            <a:ext cx="151873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DataRecorder</a:t>
            </a:r>
            <a:endParaRPr lang="en-DE" dirty="0"/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134072BE-DBD3-D3D7-3BDA-2CA90F9FE76A}"/>
              </a:ext>
            </a:extLst>
          </p:cNvPr>
          <p:cNvCxnSpPr>
            <a:cxnSpLocks/>
            <a:stCxn id="88" idx="2"/>
            <a:endCxn id="155" idx="1"/>
          </p:cNvCxnSpPr>
          <p:nvPr/>
        </p:nvCxnSpPr>
        <p:spPr>
          <a:xfrm rot="16200000" flipH="1">
            <a:off x="8269770" y="1701513"/>
            <a:ext cx="264819" cy="4391671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857EA153-E860-0F5A-33D6-449AFFF14A95}"/>
              </a:ext>
            </a:extLst>
          </p:cNvPr>
          <p:cNvSpPr/>
          <p:nvPr/>
        </p:nvSpPr>
        <p:spPr>
          <a:xfrm>
            <a:off x="6050229" y="3563283"/>
            <a:ext cx="312229" cy="201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CD4AF74-8BCD-BA15-1D1B-472A7059A5A8}"/>
              </a:ext>
            </a:extLst>
          </p:cNvPr>
          <p:cNvCxnSpPr>
            <a:cxnSpLocks/>
            <a:stCxn id="29" idx="3"/>
            <a:endCxn id="32" idx="3"/>
          </p:cNvCxnSpPr>
          <p:nvPr/>
        </p:nvCxnSpPr>
        <p:spPr>
          <a:xfrm flipH="1" flipV="1">
            <a:off x="12859729" y="2696094"/>
            <a:ext cx="3" cy="615737"/>
          </a:xfrm>
          <a:prstGeom prst="bentConnector3">
            <a:avLst>
              <a:gd name="adj1" fmla="val -762000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271AC58-EC68-4C23-8BA0-696E2A03C57D}"/>
              </a:ext>
            </a:extLst>
          </p:cNvPr>
          <p:cNvSpPr txBox="1"/>
          <p:nvPr/>
        </p:nvSpPr>
        <p:spPr>
          <a:xfrm>
            <a:off x="12819352" y="41693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969700AA-879E-6316-B32B-70096289A24B}"/>
              </a:ext>
            </a:extLst>
          </p:cNvPr>
          <p:cNvCxnSpPr>
            <a:cxnSpLocks/>
            <a:stCxn id="29" idx="3"/>
            <a:endCxn id="11" idx="3"/>
          </p:cNvCxnSpPr>
          <p:nvPr/>
        </p:nvCxnSpPr>
        <p:spPr>
          <a:xfrm flipH="1">
            <a:off x="12859730" y="3311831"/>
            <a:ext cx="2" cy="1191432"/>
          </a:xfrm>
          <a:prstGeom prst="bentConnector3">
            <a:avLst>
              <a:gd name="adj1" fmla="val -1143000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B7857F5-6B80-98C0-43C1-37B61479C434}"/>
              </a:ext>
            </a:extLst>
          </p:cNvPr>
          <p:cNvSpPr txBox="1"/>
          <p:nvPr/>
        </p:nvSpPr>
        <p:spPr>
          <a:xfrm>
            <a:off x="12819352" y="2421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A7243C6-A5BD-C5BB-190E-0868E1D07904}"/>
              </a:ext>
            </a:extLst>
          </p:cNvPr>
          <p:cNvCxnSpPr>
            <a:cxnSpLocks/>
            <a:stCxn id="16" idx="3"/>
            <a:endCxn id="19" idx="0"/>
          </p:cNvCxnSpPr>
          <p:nvPr/>
        </p:nvCxnSpPr>
        <p:spPr>
          <a:xfrm rot="16200000" flipH="1">
            <a:off x="6042272" y="720071"/>
            <a:ext cx="169525" cy="130591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DA2DE07B-8CC8-3329-5556-8DB2395FF98C}"/>
              </a:ext>
            </a:extLst>
          </p:cNvPr>
          <p:cNvSpPr/>
          <p:nvPr/>
        </p:nvSpPr>
        <p:spPr>
          <a:xfrm>
            <a:off x="11663633" y="4747261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0C13495F-7913-5707-7577-D1D10EB6F35F}"/>
              </a:ext>
            </a:extLst>
          </p:cNvPr>
          <p:cNvCxnSpPr>
            <a:cxnSpLocks/>
            <a:stCxn id="107" idx="3"/>
            <a:endCxn id="30" idx="0"/>
          </p:cNvCxnSpPr>
          <p:nvPr/>
        </p:nvCxnSpPr>
        <p:spPr>
          <a:xfrm rot="5400000">
            <a:off x="11690718" y="4989324"/>
            <a:ext cx="161797" cy="174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C8E2128-2C52-E9B1-CA0C-BA62A219680A}"/>
              </a:ext>
            </a:extLst>
          </p:cNvPr>
          <p:cNvCxnSpPr>
            <a:cxnSpLocks/>
            <a:stCxn id="13" idx="1"/>
            <a:endCxn id="29" idx="1"/>
          </p:cNvCxnSpPr>
          <p:nvPr/>
        </p:nvCxnSpPr>
        <p:spPr>
          <a:xfrm rot="10800000" flipH="1">
            <a:off x="10620833" y="3311831"/>
            <a:ext cx="22820" cy="579318"/>
          </a:xfrm>
          <a:prstGeom prst="bentConnector3">
            <a:avLst>
              <a:gd name="adj1" fmla="val -1001753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1FE7D8FB-A299-C676-F208-1F7C64366878}"/>
              </a:ext>
            </a:extLst>
          </p:cNvPr>
          <p:cNvCxnSpPr>
            <a:cxnSpLocks/>
            <a:stCxn id="13" idx="1"/>
            <a:endCxn id="31" idx="1"/>
          </p:cNvCxnSpPr>
          <p:nvPr/>
        </p:nvCxnSpPr>
        <p:spPr>
          <a:xfrm rot="10800000" flipH="1">
            <a:off x="10620832" y="2069011"/>
            <a:ext cx="41869" cy="1822139"/>
          </a:xfrm>
          <a:prstGeom prst="bentConnector3">
            <a:avLst>
              <a:gd name="adj1" fmla="val -545989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44CEA05-5861-D500-F3AD-73D01EF7034E}"/>
              </a:ext>
            </a:extLst>
          </p:cNvPr>
          <p:cNvSpPr/>
          <p:nvPr/>
        </p:nvSpPr>
        <p:spPr>
          <a:xfrm>
            <a:off x="10662702" y="55876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»</a:t>
            </a:r>
            <a:r>
              <a:rPr lang="en-GB" i="1" dirty="0" err="1"/>
              <a:t>enum</a:t>
            </a:r>
            <a:r>
              <a:rPr lang="en-GB" i="1" dirty="0"/>
              <a:t>«</a:t>
            </a:r>
            <a:br>
              <a:rPr lang="en-GB" i="1" dirty="0"/>
            </a:br>
            <a:r>
              <a:rPr lang="en-GB" i="1" dirty="0" err="1"/>
              <a:t>ServiceKind</a:t>
            </a:r>
            <a:endParaRPr lang="en-DE" i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AAE3F89-C353-4D48-AC0D-8776BB2E30DC}"/>
              </a:ext>
            </a:extLst>
          </p:cNvPr>
          <p:cNvSpPr/>
          <p:nvPr/>
        </p:nvSpPr>
        <p:spPr>
          <a:xfrm>
            <a:off x="378028" y="5498037"/>
            <a:ext cx="221362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YamlArtifact</a:t>
            </a:r>
            <a:endParaRPr lang="en-DE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D703EBA-3848-ED5F-6C26-D9FA81D002AF}"/>
              </a:ext>
            </a:extLst>
          </p:cNvPr>
          <p:cNvSpPr/>
          <p:nvPr/>
        </p:nvSpPr>
        <p:spPr>
          <a:xfrm>
            <a:off x="2794764" y="5498162"/>
            <a:ext cx="221362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YamlService</a:t>
            </a:r>
            <a:endParaRPr lang="en-DE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DC06237-C2EA-AFA7-5240-5C75E2B55F6A}"/>
              </a:ext>
            </a:extLst>
          </p:cNvPr>
          <p:cNvSpPr/>
          <p:nvPr/>
        </p:nvSpPr>
        <p:spPr>
          <a:xfrm>
            <a:off x="7589826" y="5498238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YamlServer</a:t>
            </a:r>
            <a:endParaRPr lang="en-DE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FEE8134-0B73-5D7F-1549-3601462F3F80}"/>
              </a:ext>
            </a:extLst>
          </p:cNvPr>
          <p:cNvSpPr/>
          <p:nvPr/>
        </p:nvSpPr>
        <p:spPr>
          <a:xfrm>
            <a:off x="5192295" y="5495134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YamlProcess</a:t>
            </a:r>
            <a:endParaRPr lang="en-DE" dirty="0"/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4A6731FE-DFF3-AC8C-4C28-0DA95AE157D1}"/>
              </a:ext>
            </a:extLst>
          </p:cNvPr>
          <p:cNvCxnSpPr>
            <a:cxnSpLocks/>
            <a:stCxn id="118" idx="3"/>
            <a:endCxn id="119" idx="1"/>
          </p:cNvCxnSpPr>
          <p:nvPr/>
        </p:nvCxnSpPr>
        <p:spPr>
          <a:xfrm>
            <a:off x="2591654" y="5743446"/>
            <a:ext cx="203110" cy="12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B8AC63BA-C2A8-9086-3018-BAC2E67EC3EB}"/>
              </a:ext>
            </a:extLst>
          </p:cNvPr>
          <p:cNvCxnSpPr>
            <a:cxnSpLocks/>
            <a:stCxn id="119" idx="3"/>
            <a:endCxn id="121" idx="1"/>
          </p:cNvCxnSpPr>
          <p:nvPr/>
        </p:nvCxnSpPr>
        <p:spPr>
          <a:xfrm flipV="1">
            <a:off x="5008390" y="5740543"/>
            <a:ext cx="183905" cy="302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92ECE106-E5B3-7D67-15D5-34AD8496EEE2}"/>
              </a:ext>
            </a:extLst>
          </p:cNvPr>
          <p:cNvCxnSpPr>
            <a:cxnSpLocks/>
            <a:stCxn id="119" idx="2"/>
            <a:endCxn id="120" idx="2"/>
          </p:cNvCxnSpPr>
          <p:nvPr/>
        </p:nvCxnSpPr>
        <p:spPr>
          <a:xfrm rot="16200000" flipH="1">
            <a:off x="6325996" y="3564561"/>
            <a:ext cx="76" cy="4848914"/>
          </a:xfrm>
          <a:prstGeom prst="bentConnector3">
            <a:avLst>
              <a:gd name="adj1" fmla="val 199557895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46DCEBFD-85B0-2CCC-C5EB-E1C5D6B7C83E}"/>
              </a:ext>
            </a:extLst>
          </p:cNvPr>
          <p:cNvSpPr txBox="1"/>
          <p:nvPr/>
        </p:nvSpPr>
        <p:spPr>
          <a:xfrm>
            <a:off x="2435961" y="3106689"/>
            <a:ext cx="1187120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I, SI, SO, O</a:t>
            </a:r>
            <a:endParaRPr lang="en-DE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115CD37-FBFA-55CE-F2E2-4918FCE73D87}"/>
              </a:ext>
            </a:extLst>
          </p:cNvPr>
          <p:cNvSpPr txBox="1"/>
          <p:nvPr/>
        </p:nvSpPr>
        <p:spPr>
          <a:xfrm>
            <a:off x="2228465" y="3854242"/>
            <a:ext cx="505267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I, O</a:t>
            </a:r>
            <a:endParaRPr lang="en-DE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87AA897-784E-F6CC-5707-F93D982D2650}"/>
              </a:ext>
            </a:extLst>
          </p:cNvPr>
          <p:cNvSpPr/>
          <p:nvPr/>
        </p:nvSpPr>
        <p:spPr>
          <a:xfrm>
            <a:off x="376085" y="4879908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AbstractRest</a:t>
            </a:r>
            <a:br>
              <a:rPr lang="en-GB" i="1" dirty="0"/>
            </a:br>
            <a:r>
              <a:rPr lang="en-GB" i="1" dirty="0" err="1"/>
              <a:t>ProcessService</a:t>
            </a:r>
            <a:endParaRPr lang="en-DE" i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253FA00-F666-71B1-FEA8-D241ACF5F6F1}"/>
              </a:ext>
            </a:extLst>
          </p:cNvPr>
          <p:cNvSpPr txBox="1"/>
          <p:nvPr/>
        </p:nvSpPr>
        <p:spPr>
          <a:xfrm>
            <a:off x="2226522" y="4652283"/>
            <a:ext cx="505267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dirty="0"/>
              <a:t>I, O</a:t>
            </a:r>
            <a:endParaRPr lang="en-DE" dirty="0"/>
          </a:p>
        </p:txBody>
      </p:sp>
      <p:sp>
        <p:nvSpPr>
          <p:cNvPr id="150" name="Isosceles Triangle 149">
            <a:extLst>
              <a:ext uri="{FF2B5EF4-FFF2-40B4-BE49-F238E27FC236}">
                <a16:creationId xmlns:a16="http://schemas.microsoft.com/office/drawing/2014/main" id="{AF2746DE-2A57-F3C0-C251-51D58AFD6083}"/>
              </a:ext>
            </a:extLst>
          </p:cNvPr>
          <p:cNvSpPr/>
          <p:nvPr/>
        </p:nvSpPr>
        <p:spPr>
          <a:xfrm>
            <a:off x="1428758" y="458232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854837DE-507C-6CF7-E60A-A35824BC469F}"/>
              </a:ext>
            </a:extLst>
          </p:cNvPr>
          <p:cNvCxnSpPr>
            <a:cxnSpLocks/>
            <a:stCxn id="150" idx="3"/>
            <a:endCxn id="146" idx="0"/>
          </p:cNvCxnSpPr>
          <p:nvPr/>
        </p:nvCxnSpPr>
        <p:spPr>
          <a:xfrm rot="5400000">
            <a:off x="1469411" y="4811704"/>
            <a:ext cx="135544" cy="86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52CFB9A-D12F-6C59-A7B0-8A7D06EA234B}"/>
              </a:ext>
            </a:extLst>
          </p:cNvPr>
          <p:cNvSpPr/>
          <p:nvPr/>
        </p:nvSpPr>
        <p:spPr>
          <a:xfrm>
            <a:off x="10598015" y="3928930"/>
            <a:ext cx="312229" cy="201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C7BD68-10EA-9906-A0A9-3CC5F4756BCA}"/>
              </a:ext>
            </a:extLst>
          </p:cNvPr>
          <p:cNvSpPr/>
          <p:nvPr/>
        </p:nvSpPr>
        <p:spPr>
          <a:xfrm>
            <a:off x="2804524" y="4895587"/>
            <a:ext cx="232133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PythonAsyncWs</a:t>
            </a:r>
            <a:br>
              <a:rPr lang="en-GB" dirty="0"/>
            </a:br>
            <a:r>
              <a:rPr lang="en-GB" dirty="0" err="1"/>
              <a:t>ProcessService</a:t>
            </a:r>
            <a:endParaRPr lang="en-DE" dirty="0"/>
          </a:p>
        </p:txBody>
      </p:sp>
      <p:sp>
        <p:nvSpPr>
          <p:cNvPr id="158" name="Isosceles Triangle 157">
            <a:extLst>
              <a:ext uri="{FF2B5EF4-FFF2-40B4-BE49-F238E27FC236}">
                <a16:creationId xmlns:a16="http://schemas.microsoft.com/office/drawing/2014/main" id="{959648B0-11C2-BC2C-4C6F-2283F52EA04B}"/>
              </a:ext>
            </a:extLst>
          </p:cNvPr>
          <p:cNvSpPr/>
          <p:nvPr/>
        </p:nvSpPr>
        <p:spPr>
          <a:xfrm>
            <a:off x="3854023" y="4651622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81DDD292-BDAF-3F43-B2BD-C16FC5A25B33}"/>
              </a:ext>
            </a:extLst>
          </p:cNvPr>
          <p:cNvCxnSpPr>
            <a:cxnSpLocks/>
            <a:stCxn id="157" idx="0"/>
            <a:endCxn id="158" idx="3"/>
          </p:cNvCxnSpPr>
          <p:nvPr/>
        </p:nvCxnSpPr>
        <p:spPr>
          <a:xfrm rot="16200000" flipV="1">
            <a:off x="3923072" y="4853469"/>
            <a:ext cx="81926" cy="230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7121091-EE1E-C4CB-427B-C5665D832A0F}"/>
              </a:ext>
            </a:extLst>
          </p:cNvPr>
          <p:cNvSpPr/>
          <p:nvPr/>
        </p:nvSpPr>
        <p:spPr>
          <a:xfrm>
            <a:off x="855893" y="1486901"/>
            <a:ext cx="114572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Starter</a:t>
            </a:r>
            <a:endParaRPr lang="en-DE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A61B449-01F6-8298-6F88-C0C330989D39}"/>
              </a:ext>
            </a:extLst>
          </p:cNvPr>
          <p:cNvSpPr/>
          <p:nvPr/>
        </p:nvSpPr>
        <p:spPr>
          <a:xfrm>
            <a:off x="-280385" y="7430296"/>
            <a:ext cx="10363200" cy="1111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Environment.spring</a:t>
            </a:r>
            <a:r>
              <a:rPr lang="en-GB" dirty="0">
                <a:solidFill>
                  <a:schemeClr val="tx1"/>
                </a:solidFill>
              </a:rPr>
              <a:t> (Java)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E542450-33A8-5BC3-8176-8A788A50AE0E}"/>
              </a:ext>
            </a:extLst>
          </p:cNvPr>
          <p:cNvSpPr/>
          <p:nvPr/>
        </p:nvSpPr>
        <p:spPr>
          <a:xfrm>
            <a:off x="67068" y="7868446"/>
            <a:ext cx="114572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Starter</a:t>
            </a:r>
            <a:endParaRPr lang="en-DE" dirty="0"/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A4510177-CBE0-7815-FBEC-ACEE8CE9956F}"/>
              </a:ext>
            </a:extLst>
          </p:cNvPr>
          <p:cNvSpPr/>
          <p:nvPr/>
        </p:nvSpPr>
        <p:spPr>
          <a:xfrm rot="5400000">
            <a:off x="612750" y="166844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AC4C6318-3DB5-C0E8-D88A-E04C71C9FA3C}"/>
              </a:ext>
            </a:extLst>
          </p:cNvPr>
          <p:cNvCxnSpPr>
            <a:cxnSpLocks/>
            <a:stCxn id="166" idx="3"/>
            <a:endCxn id="165" idx="1"/>
          </p:cNvCxnSpPr>
          <p:nvPr/>
        </p:nvCxnSpPr>
        <p:spPr>
          <a:xfrm rot="10800000" flipV="1">
            <a:off x="67068" y="1749463"/>
            <a:ext cx="573520" cy="6364392"/>
          </a:xfrm>
          <a:prstGeom prst="bentConnector3">
            <a:avLst>
              <a:gd name="adj1" fmla="val 198599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2BB23947-F3D5-EBAB-5D43-73682D019C04}"/>
              </a:ext>
            </a:extLst>
          </p:cNvPr>
          <p:cNvSpPr txBox="1"/>
          <p:nvPr/>
        </p:nvSpPr>
        <p:spPr>
          <a:xfrm>
            <a:off x="1313159" y="798919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2510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81B1F0-A2DB-7A0B-87A2-BD9201BD194B}"/>
              </a:ext>
            </a:extLst>
          </p:cNvPr>
          <p:cNvSpPr/>
          <p:nvPr/>
        </p:nvSpPr>
        <p:spPr>
          <a:xfrm>
            <a:off x="669701" y="984205"/>
            <a:ext cx="123602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AVAILABLE</a:t>
            </a:r>
            <a:endParaRPr lang="en-DE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1AEBEA-B83D-4487-807B-BED936390A14}"/>
              </a:ext>
            </a:extLst>
          </p:cNvPr>
          <p:cNvSpPr/>
          <p:nvPr/>
        </p:nvSpPr>
        <p:spPr>
          <a:xfrm>
            <a:off x="2118278" y="985475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DEPLOYING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4FF7CEC-A347-A62D-5EF8-A897A2623A4C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1905730" y="1229614"/>
            <a:ext cx="212548" cy="127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00623A-E34F-853A-C416-4BC2B6A32436}"/>
              </a:ext>
            </a:extLst>
          </p:cNvPr>
          <p:cNvSpPr/>
          <p:nvPr/>
        </p:nvSpPr>
        <p:spPr>
          <a:xfrm>
            <a:off x="3601529" y="394328"/>
            <a:ext cx="8938421" cy="1480193"/>
          </a:xfrm>
          <a:prstGeom prst="roundRect">
            <a:avLst>
              <a:gd name="adj" fmla="val 8181"/>
            </a:avLst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Normal Operations</a:t>
            </a:r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832999-02F9-3EE9-2D3F-F57F58629BF8}"/>
              </a:ext>
            </a:extLst>
          </p:cNvPr>
          <p:cNvSpPr/>
          <p:nvPr/>
        </p:nvSpPr>
        <p:spPr>
          <a:xfrm>
            <a:off x="3596096" y="768320"/>
            <a:ext cx="8945154" cy="3134656"/>
          </a:xfrm>
          <a:prstGeom prst="roundRect">
            <a:avLst>
              <a:gd name="adj" fmla="val 4892"/>
            </a:avLst>
          </a:prstGeom>
          <a:solidFill>
            <a:srgbClr val="9CC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95BC050-B4B1-B9E1-2399-81C0E4068453}"/>
              </a:ext>
            </a:extLst>
          </p:cNvPr>
          <p:cNvSpPr/>
          <p:nvPr/>
        </p:nvSpPr>
        <p:spPr>
          <a:xfrm>
            <a:off x="4429563" y="982636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CREATED</a:t>
            </a:r>
            <a:endParaRPr lang="en-DE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37709F7-A102-D718-52D5-C7447DA9D404}"/>
              </a:ext>
            </a:extLst>
          </p:cNvPr>
          <p:cNvSpPr/>
          <p:nvPr/>
        </p:nvSpPr>
        <p:spPr>
          <a:xfrm>
            <a:off x="3696485" y="1021429"/>
            <a:ext cx="472871" cy="410693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de-DE" dirty="0"/>
              <a:t>H*</a:t>
            </a:r>
            <a:endParaRPr lang="en-DE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EBFDF87-EDD9-CD4F-83F1-B700FA4570C8}"/>
              </a:ext>
            </a:extLst>
          </p:cNvPr>
          <p:cNvCxnSpPr>
            <a:cxnSpLocks/>
            <a:stCxn id="15" idx="3"/>
            <a:endCxn id="24" idx="2"/>
          </p:cNvCxnSpPr>
          <p:nvPr/>
        </p:nvCxnSpPr>
        <p:spPr>
          <a:xfrm flipV="1">
            <a:off x="3421647" y="1226776"/>
            <a:ext cx="274838" cy="410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264676-11F8-FB51-BA1E-5D303EEC73A3}"/>
              </a:ext>
            </a:extLst>
          </p:cNvPr>
          <p:cNvSpPr/>
          <p:nvPr/>
        </p:nvSpPr>
        <p:spPr>
          <a:xfrm>
            <a:off x="5998997" y="975016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STARTING</a:t>
            </a:r>
            <a:endParaRPr lang="en-DE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3A8F1D-A4B7-538A-1FD8-F3996ABE6333}"/>
              </a:ext>
            </a:extLst>
          </p:cNvPr>
          <p:cNvCxnSpPr>
            <a:cxnSpLocks/>
            <a:stCxn id="24" idx="6"/>
            <a:endCxn id="22" idx="1"/>
          </p:cNvCxnSpPr>
          <p:nvPr/>
        </p:nvCxnSpPr>
        <p:spPr>
          <a:xfrm>
            <a:off x="4169356" y="1226776"/>
            <a:ext cx="260207" cy="126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8F65AF7-8AF9-13F6-A863-6A4B2C68A93C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 flipV="1">
            <a:off x="5732932" y="1220425"/>
            <a:ext cx="266065" cy="762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2A4FA32-3619-D3F8-AF80-3A82B5FBE499}"/>
              </a:ext>
            </a:extLst>
          </p:cNvPr>
          <p:cNvSpPr/>
          <p:nvPr/>
        </p:nvSpPr>
        <p:spPr>
          <a:xfrm>
            <a:off x="7509195" y="974578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RUNNING</a:t>
            </a:r>
            <a:endParaRPr lang="en-DE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373265B-2411-085B-53CB-BEF12A1F58F1}"/>
              </a:ext>
            </a:extLst>
          </p:cNvPr>
          <p:cNvCxnSpPr>
            <a:cxnSpLocks/>
            <a:stCxn id="30" idx="3"/>
            <a:endCxn id="42" idx="1"/>
          </p:cNvCxnSpPr>
          <p:nvPr/>
        </p:nvCxnSpPr>
        <p:spPr>
          <a:xfrm flipV="1">
            <a:off x="7302366" y="1219987"/>
            <a:ext cx="206829" cy="43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EF1363C-3778-E91B-B366-2588D7CC0950}"/>
              </a:ext>
            </a:extLst>
          </p:cNvPr>
          <p:cNvSpPr/>
          <p:nvPr/>
        </p:nvSpPr>
        <p:spPr>
          <a:xfrm>
            <a:off x="9019393" y="975016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STOPPING</a:t>
            </a:r>
            <a:endParaRPr lang="en-DE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B149367-E3ED-BFDF-1356-238FEBEB2B3D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8812564" y="1219987"/>
            <a:ext cx="206829" cy="43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AE83A92-B243-DD1A-5E15-E536215FAAE3}"/>
              </a:ext>
            </a:extLst>
          </p:cNvPr>
          <p:cNvSpPr/>
          <p:nvPr/>
        </p:nvSpPr>
        <p:spPr>
          <a:xfrm>
            <a:off x="10988977" y="972635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STOPPED</a:t>
            </a:r>
            <a:endParaRPr lang="en-DE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5168684-4783-40B5-B196-E2BCB2BA11E2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 flipV="1">
            <a:off x="10322762" y="1218044"/>
            <a:ext cx="666215" cy="238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40E9374-1567-CCBF-1C00-EC04FEFA3924}"/>
              </a:ext>
            </a:extLst>
          </p:cNvPr>
          <p:cNvSpPr/>
          <p:nvPr/>
        </p:nvSpPr>
        <p:spPr>
          <a:xfrm>
            <a:off x="6258990" y="1883390"/>
            <a:ext cx="143640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PASSIVATING</a:t>
            </a:r>
            <a:endParaRPr lang="en-DE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0E2123B-CD6A-D937-DBFB-35E31806C553}"/>
              </a:ext>
            </a:extLst>
          </p:cNvPr>
          <p:cNvSpPr/>
          <p:nvPr/>
        </p:nvSpPr>
        <p:spPr>
          <a:xfrm>
            <a:off x="7868845" y="1882165"/>
            <a:ext cx="190093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RECONFIGURING</a:t>
            </a:r>
            <a:endParaRPr lang="en-DE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BADAC39-94DC-57E4-EBBC-F103ED8F7E61}"/>
              </a:ext>
            </a:extLst>
          </p:cNvPr>
          <p:cNvSpPr/>
          <p:nvPr/>
        </p:nvSpPr>
        <p:spPr>
          <a:xfrm>
            <a:off x="9948037" y="1881530"/>
            <a:ext cx="143640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ACTIVATING</a:t>
            </a:r>
            <a:endParaRPr lang="en-DE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8E95069-7DB9-997D-5DFB-332CE397CC1C}"/>
              </a:ext>
            </a:extLst>
          </p:cNvPr>
          <p:cNvSpPr/>
          <p:nvPr/>
        </p:nvSpPr>
        <p:spPr>
          <a:xfrm>
            <a:off x="8088172" y="2511565"/>
            <a:ext cx="1478278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PASSIVATED</a:t>
            </a:r>
            <a:endParaRPr lang="en-DE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91D33C4-6A45-D03E-F144-A19ED505751F}"/>
              </a:ext>
            </a:extLst>
          </p:cNvPr>
          <p:cNvSpPr/>
          <p:nvPr/>
        </p:nvSpPr>
        <p:spPr>
          <a:xfrm>
            <a:off x="8218000" y="3195970"/>
            <a:ext cx="1348450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MIGRATING</a:t>
            </a:r>
            <a:endParaRPr lang="en-DE" dirty="0"/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C5D274DB-75DC-4BFA-82BD-25A7EB307E97}"/>
              </a:ext>
            </a:extLst>
          </p:cNvPr>
          <p:cNvCxnSpPr>
            <a:cxnSpLocks/>
          </p:cNvCxnSpPr>
          <p:nvPr/>
        </p:nvCxnSpPr>
        <p:spPr>
          <a:xfrm flipV="1">
            <a:off x="7695392" y="2112703"/>
            <a:ext cx="173453" cy="122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CA16C866-69A4-BB6C-B5C9-71B606FB95A2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9769784" y="2126939"/>
            <a:ext cx="178253" cy="63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C06BCF8-0FAA-1727-9C5F-51CFC497F1DA}"/>
              </a:ext>
            </a:extLst>
          </p:cNvPr>
          <p:cNvCxnSpPr>
            <a:cxnSpLocks/>
            <a:stCxn id="98" idx="2"/>
            <a:endCxn id="58" idx="0"/>
          </p:cNvCxnSpPr>
          <p:nvPr/>
        </p:nvCxnSpPr>
        <p:spPr>
          <a:xfrm rot="5400000">
            <a:off x="7196373" y="1245664"/>
            <a:ext cx="418544" cy="85690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E37EF616-1EA9-302C-DDA7-CE133F14354F}"/>
              </a:ext>
            </a:extLst>
          </p:cNvPr>
          <p:cNvCxnSpPr>
            <a:cxnSpLocks/>
            <a:stCxn id="101" idx="2"/>
            <a:endCxn id="102" idx="0"/>
          </p:cNvCxnSpPr>
          <p:nvPr/>
        </p:nvCxnSpPr>
        <p:spPr>
          <a:xfrm rot="16200000" flipH="1">
            <a:off x="7847379" y="1672545"/>
            <a:ext cx="416699" cy="1299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8B854461-40DD-28ED-50FF-D3916A1585C5}"/>
              </a:ext>
            </a:extLst>
          </p:cNvPr>
          <p:cNvSpPr/>
          <p:nvPr/>
        </p:nvSpPr>
        <p:spPr>
          <a:xfrm>
            <a:off x="7752660" y="1350399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187464-422A-D5B8-3836-403DCB6F68ED}"/>
              </a:ext>
            </a:extLst>
          </p:cNvPr>
          <p:cNvSpPr/>
          <p:nvPr/>
        </p:nvSpPr>
        <p:spPr>
          <a:xfrm>
            <a:off x="7973640" y="1350399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EAD329-84DC-5DD0-05C4-40DD3897FA3D}"/>
              </a:ext>
            </a:extLst>
          </p:cNvPr>
          <p:cNvSpPr/>
          <p:nvPr/>
        </p:nvSpPr>
        <p:spPr>
          <a:xfrm>
            <a:off x="7974939" y="1881545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1E483F-5130-39E5-420C-4194DE299D82}"/>
              </a:ext>
            </a:extLst>
          </p:cNvPr>
          <p:cNvSpPr/>
          <p:nvPr/>
        </p:nvSpPr>
        <p:spPr>
          <a:xfrm>
            <a:off x="8192175" y="135129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0142F67-B3CA-CAE4-DD5B-9B6E8F63D3CC}"/>
              </a:ext>
            </a:extLst>
          </p:cNvPr>
          <p:cNvSpPr/>
          <p:nvPr/>
        </p:nvSpPr>
        <p:spPr>
          <a:xfrm>
            <a:off x="8412560" y="135129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A024F13-DC2C-4E26-3A2E-BFA97FE08C6D}"/>
              </a:ext>
            </a:extLst>
          </p:cNvPr>
          <p:cNvSpPr/>
          <p:nvPr/>
        </p:nvSpPr>
        <p:spPr>
          <a:xfrm>
            <a:off x="8191859" y="1881545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A582F857-A1AB-B48A-9202-226AB03ED1DB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rot="5400000" flipH="1" flipV="1">
            <a:off x="8065553" y="1673484"/>
            <a:ext cx="415807" cy="31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D63DF9F-CA98-5289-CDC5-92C03949D86B}"/>
              </a:ext>
            </a:extLst>
          </p:cNvPr>
          <p:cNvCxnSpPr>
            <a:cxnSpLocks/>
            <a:stCxn id="78" idx="0"/>
            <a:endCxn id="104" idx="2"/>
          </p:cNvCxnSpPr>
          <p:nvPr/>
        </p:nvCxnSpPr>
        <p:spPr>
          <a:xfrm rot="16200000" flipV="1">
            <a:off x="9372223" y="587514"/>
            <a:ext cx="415792" cy="2172239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8BF770C3-6056-117A-A2A9-3BD29C7229A9}"/>
              </a:ext>
            </a:extLst>
          </p:cNvPr>
          <p:cNvCxnSpPr>
            <a:cxnSpLocks/>
            <a:stCxn id="58" idx="2"/>
            <a:endCxn id="79" idx="1"/>
          </p:cNvCxnSpPr>
          <p:nvPr/>
        </p:nvCxnSpPr>
        <p:spPr>
          <a:xfrm rot="16200000" flipH="1">
            <a:off x="7341298" y="2010100"/>
            <a:ext cx="382766" cy="1110981"/>
          </a:xfrm>
          <a:prstGeom prst="bentConnector2">
            <a:avLst/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1C39E117-503C-7C84-3EDB-A16EA8AD7EE9}"/>
              </a:ext>
            </a:extLst>
          </p:cNvPr>
          <p:cNvCxnSpPr>
            <a:cxnSpLocks/>
            <a:stCxn id="79" idx="3"/>
            <a:endCxn id="78" idx="2"/>
          </p:cNvCxnSpPr>
          <p:nvPr/>
        </p:nvCxnSpPr>
        <p:spPr>
          <a:xfrm flipV="1">
            <a:off x="9566450" y="2372348"/>
            <a:ext cx="1099788" cy="384626"/>
          </a:xfrm>
          <a:prstGeom prst="bentConnector2">
            <a:avLst/>
          </a:prstGeom>
          <a:ln>
            <a:solidFill>
              <a:srgbClr val="D76A6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2E649DC3-4917-DD51-66EE-6381C2763EC1}"/>
              </a:ext>
            </a:extLst>
          </p:cNvPr>
          <p:cNvCxnSpPr>
            <a:cxnSpLocks/>
            <a:stCxn id="126" idx="2"/>
            <a:endCxn id="127" idx="0"/>
          </p:cNvCxnSpPr>
          <p:nvPr/>
        </p:nvCxnSpPr>
        <p:spPr>
          <a:xfrm rot="16200000" flipH="1">
            <a:off x="8626287" y="3099942"/>
            <a:ext cx="194449" cy="129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3CE1C21-25AE-CB88-514E-7A9E4CCCD29A}"/>
              </a:ext>
            </a:extLst>
          </p:cNvPr>
          <p:cNvSpPr/>
          <p:nvPr/>
        </p:nvSpPr>
        <p:spPr>
          <a:xfrm>
            <a:off x="8641423" y="288892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FF99E24-9459-7A26-DB2C-B77350E72CED}"/>
              </a:ext>
            </a:extLst>
          </p:cNvPr>
          <p:cNvSpPr/>
          <p:nvPr/>
        </p:nvSpPr>
        <p:spPr>
          <a:xfrm>
            <a:off x="8642722" y="3197817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458E771-7D14-08B1-B076-728B42D3D134}"/>
              </a:ext>
            </a:extLst>
          </p:cNvPr>
          <p:cNvSpPr/>
          <p:nvPr/>
        </p:nvSpPr>
        <p:spPr>
          <a:xfrm>
            <a:off x="8859958" y="2889813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21A5B0D-7DA5-07C5-B482-F98CEB3E68C4}"/>
              </a:ext>
            </a:extLst>
          </p:cNvPr>
          <p:cNvSpPr/>
          <p:nvPr/>
        </p:nvSpPr>
        <p:spPr>
          <a:xfrm>
            <a:off x="8859642" y="3197817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B54A6554-310D-BE4A-0754-620B59313DBB}"/>
              </a:ext>
            </a:extLst>
          </p:cNvPr>
          <p:cNvCxnSpPr>
            <a:cxnSpLocks/>
            <a:stCxn id="129" idx="0"/>
            <a:endCxn id="128" idx="2"/>
          </p:cNvCxnSpPr>
          <p:nvPr/>
        </p:nvCxnSpPr>
        <p:spPr>
          <a:xfrm rot="5400000" flipH="1" flipV="1">
            <a:off x="8844461" y="3100881"/>
            <a:ext cx="193557" cy="31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66FA3B99-E4E5-39D3-66B6-84C0264F02DD}"/>
              </a:ext>
            </a:extLst>
          </p:cNvPr>
          <p:cNvSpPr/>
          <p:nvPr/>
        </p:nvSpPr>
        <p:spPr>
          <a:xfrm>
            <a:off x="12704308" y="973804"/>
            <a:ext cx="162129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UNDEPLOYING</a:t>
            </a:r>
            <a:endParaRPr lang="en-DE" dirty="0"/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7E7DCC6E-B9BB-026C-9EF2-45EC90D7F4D1}"/>
              </a:ext>
            </a:extLst>
          </p:cNvPr>
          <p:cNvCxnSpPr>
            <a:cxnSpLocks/>
            <a:stCxn id="53" idx="3"/>
            <a:endCxn id="131" idx="1"/>
          </p:cNvCxnSpPr>
          <p:nvPr/>
        </p:nvCxnSpPr>
        <p:spPr>
          <a:xfrm>
            <a:off x="12292346" y="1218044"/>
            <a:ext cx="411962" cy="116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958068E2-CF22-DDBE-9447-9C9FC159C9C7}"/>
              </a:ext>
            </a:extLst>
          </p:cNvPr>
          <p:cNvSpPr/>
          <p:nvPr/>
        </p:nvSpPr>
        <p:spPr>
          <a:xfrm>
            <a:off x="3559066" y="3937135"/>
            <a:ext cx="8365852" cy="1373366"/>
          </a:xfrm>
          <a:prstGeom prst="roundRect">
            <a:avLst>
              <a:gd name="adj" fmla="val 8181"/>
            </a:avLst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Failed</a:t>
            </a:r>
            <a:endParaRPr lang="en-DE" dirty="0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435A6F0-81AF-D28C-D47C-4C80A227F5A2}"/>
              </a:ext>
            </a:extLst>
          </p:cNvPr>
          <p:cNvSpPr/>
          <p:nvPr/>
        </p:nvSpPr>
        <p:spPr>
          <a:xfrm>
            <a:off x="3553632" y="4328688"/>
            <a:ext cx="8371286" cy="1059466"/>
          </a:xfrm>
          <a:prstGeom prst="roundRect">
            <a:avLst>
              <a:gd name="adj" fmla="val 12983"/>
            </a:avLst>
          </a:prstGeom>
          <a:solidFill>
            <a:srgbClr val="9CC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45A36C78-A809-EC03-7B6F-9B78C4CB9CC7}"/>
              </a:ext>
            </a:extLst>
          </p:cNvPr>
          <p:cNvSpPr/>
          <p:nvPr/>
        </p:nvSpPr>
        <p:spPr>
          <a:xfrm>
            <a:off x="6912484" y="4617240"/>
            <a:ext cx="143640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RECOVERED</a:t>
            </a:r>
            <a:endParaRPr lang="en-DE" dirty="0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4CCE4694-50B0-82D5-4CA7-7F32EFD8DD46}"/>
              </a:ext>
            </a:extLst>
          </p:cNvPr>
          <p:cNvSpPr/>
          <p:nvPr/>
        </p:nvSpPr>
        <p:spPr>
          <a:xfrm>
            <a:off x="9185537" y="4617212"/>
            <a:ext cx="1676207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RECOVERING</a:t>
            </a:r>
            <a:endParaRPr lang="en-DE" dirty="0"/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FA066F5C-4BDE-5F10-DEDB-5D5562FD150B}"/>
              </a:ext>
            </a:extLst>
          </p:cNvPr>
          <p:cNvCxnSpPr>
            <a:cxnSpLocks/>
            <a:stCxn id="137" idx="1"/>
            <a:endCxn id="24" idx="4"/>
          </p:cNvCxnSpPr>
          <p:nvPr/>
        </p:nvCxnSpPr>
        <p:spPr>
          <a:xfrm rot="10800000">
            <a:off x="3932922" y="1432123"/>
            <a:ext cx="2979563" cy="3430527"/>
          </a:xfrm>
          <a:prstGeom prst="bentConnector2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186815B0-32F8-4FD0-3F06-05314B3C9388}"/>
              </a:ext>
            </a:extLst>
          </p:cNvPr>
          <p:cNvCxnSpPr>
            <a:cxnSpLocks/>
            <a:stCxn id="15" idx="2"/>
            <a:endCxn id="143" idx="1"/>
          </p:cNvCxnSpPr>
          <p:nvPr/>
        </p:nvCxnSpPr>
        <p:spPr>
          <a:xfrm rot="16200000" flipH="1">
            <a:off x="1529857" y="2716399"/>
            <a:ext cx="3255642" cy="775430"/>
          </a:xfrm>
          <a:prstGeom prst="bentConnector2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EBD4BE5-CA95-A13C-D590-A321E717ACAE}"/>
              </a:ext>
            </a:extLst>
          </p:cNvPr>
          <p:cNvSpPr/>
          <p:nvPr/>
        </p:nvSpPr>
        <p:spPr>
          <a:xfrm>
            <a:off x="3545393" y="467471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2751523-7F2D-B6A4-34F7-0DF1A6981624}"/>
              </a:ext>
            </a:extLst>
          </p:cNvPr>
          <p:cNvSpPr/>
          <p:nvPr/>
        </p:nvSpPr>
        <p:spPr>
          <a:xfrm>
            <a:off x="3554581" y="4898969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9C1F8963-44EE-8107-D90B-2C071A3820DE}"/>
              </a:ext>
            </a:extLst>
          </p:cNvPr>
          <p:cNvCxnSpPr>
            <a:cxnSpLocks/>
            <a:stCxn id="2" idx="2"/>
            <a:endCxn id="144" idx="1"/>
          </p:cNvCxnSpPr>
          <p:nvPr/>
        </p:nvCxnSpPr>
        <p:spPr>
          <a:xfrm rot="16200000" flipH="1">
            <a:off x="680563" y="2082175"/>
            <a:ext cx="3481170" cy="2266865"/>
          </a:xfrm>
          <a:prstGeom prst="bentConnector2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DE808218-9A86-023B-EED0-47096D9AFA8F}"/>
              </a:ext>
            </a:extLst>
          </p:cNvPr>
          <p:cNvSpPr/>
          <p:nvPr/>
        </p:nvSpPr>
        <p:spPr>
          <a:xfrm>
            <a:off x="11139235" y="4745159"/>
            <a:ext cx="233953" cy="229834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3A2C23B2-4E52-441B-CAC6-4B61385CF2FF}"/>
              </a:ext>
            </a:extLst>
          </p:cNvPr>
          <p:cNvCxnSpPr>
            <a:cxnSpLocks/>
            <a:stCxn id="152" idx="2"/>
            <a:endCxn id="138" idx="3"/>
          </p:cNvCxnSpPr>
          <p:nvPr/>
        </p:nvCxnSpPr>
        <p:spPr>
          <a:xfrm rot="10800000" flipV="1">
            <a:off x="10861745" y="4860075"/>
            <a:ext cx="277491" cy="254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1838A3BC-1273-E674-7F8E-F9D1A3CD84E9}"/>
              </a:ext>
            </a:extLst>
          </p:cNvPr>
          <p:cNvCxnSpPr>
            <a:cxnSpLocks/>
            <a:stCxn id="138" idx="0"/>
            <a:endCxn id="179" idx="2"/>
          </p:cNvCxnSpPr>
          <p:nvPr/>
        </p:nvCxnSpPr>
        <p:spPr>
          <a:xfrm rot="5400000" flipH="1" flipV="1">
            <a:off x="9203743" y="2281506"/>
            <a:ext cx="3155604" cy="151580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B4D8CB99-3E42-AE13-1033-6D0AAC148868}"/>
              </a:ext>
            </a:extLst>
          </p:cNvPr>
          <p:cNvCxnSpPr>
            <a:cxnSpLocks/>
            <a:stCxn id="138" idx="1"/>
            <a:endCxn id="137" idx="3"/>
          </p:cNvCxnSpPr>
          <p:nvPr/>
        </p:nvCxnSpPr>
        <p:spPr>
          <a:xfrm rot="10800000" flipV="1">
            <a:off x="8348887" y="4862621"/>
            <a:ext cx="836651" cy="2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D47C9411-2797-525A-A34B-9CF42B07BBA5}"/>
              </a:ext>
            </a:extLst>
          </p:cNvPr>
          <p:cNvCxnSpPr>
            <a:cxnSpLocks/>
            <a:stCxn id="131" idx="0"/>
            <a:endCxn id="200" idx="0"/>
          </p:cNvCxnSpPr>
          <p:nvPr/>
        </p:nvCxnSpPr>
        <p:spPr>
          <a:xfrm rot="16200000" flipH="1" flipV="1">
            <a:off x="6569273" y="-5966643"/>
            <a:ext cx="5235" cy="13886127"/>
          </a:xfrm>
          <a:prstGeom prst="bentConnector3">
            <a:avLst>
              <a:gd name="adj1" fmla="val -12190544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8AA65215-C528-39B1-E6FF-93F1756CF114}"/>
              </a:ext>
            </a:extLst>
          </p:cNvPr>
          <p:cNvSpPr/>
          <p:nvPr/>
        </p:nvSpPr>
        <p:spPr>
          <a:xfrm>
            <a:off x="1467172" y="1616324"/>
            <a:ext cx="233953" cy="229834"/>
          </a:xfrm>
          <a:prstGeom prst="ellips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5F2BA54-F274-7D31-B924-892BDCFE2CEA}"/>
              </a:ext>
            </a:extLst>
          </p:cNvPr>
          <p:cNvSpPr/>
          <p:nvPr/>
        </p:nvSpPr>
        <p:spPr>
          <a:xfrm>
            <a:off x="1511959" y="1658458"/>
            <a:ext cx="150286" cy="147640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91F1BBE-D16E-EC5C-4D40-CAB247203CAE}"/>
              </a:ext>
            </a:extLst>
          </p:cNvPr>
          <p:cNvSpPr/>
          <p:nvPr/>
        </p:nvSpPr>
        <p:spPr>
          <a:xfrm>
            <a:off x="1505107" y="1360575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7CC458A0-0423-88E7-6B35-88A3074A4B9E}"/>
              </a:ext>
            </a:extLst>
          </p:cNvPr>
          <p:cNvCxnSpPr>
            <a:cxnSpLocks/>
            <a:stCxn id="169" idx="2"/>
            <a:endCxn id="167" idx="0"/>
          </p:cNvCxnSpPr>
          <p:nvPr/>
        </p:nvCxnSpPr>
        <p:spPr>
          <a:xfrm rot="5400000">
            <a:off x="1514697" y="1544475"/>
            <a:ext cx="141302" cy="239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425A44E9-2AAB-72BB-F183-724705964A46}"/>
              </a:ext>
            </a:extLst>
          </p:cNvPr>
          <p:cNvCxnSpPr>
            <a:cxnSpLocks/>
            <a:stCxn id="53" idx="0"/>
            <a:endCxn id="30" idx="0"/>
          </p:cNvCxnSpPr>
          <p:nvPr/>
        </p:nvCxnSpPr>
        <p:spPr>
          <a:xfrm rot="16200000" flipH="1" flipV="1">
            <a:off x="9144481" y="-1521165"/>
            <a:ext cx="2381" cy="4989980"/>
          </a:xfrm>
          <a:prstGeom prst="bentConnector3">
            <a:avLst>
              <a:gd name="adj1" fmla="val -5200546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0A213C-6234-0E06-44D1-96A0C91A53B6}"/>
              </a:ext>
            </a:extLst>
          </p:cNvPr>
          <p:cNvSpPr/>
          <p:nvPr/>
        </p:nvSpPr>
        <p:spPr>
          <a:xfrm>
            <a:off x="11458011" y="134716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A1C2D20-BE2C-D18A-6338-C1A7393B5B7E}"/>
              </a:ext>
            </a:extLst>
          </p:cNvPr>
          <p:cNvSpPr/>
          <p:nvPr/>
        </p:nvSpPr>
        <p:spPr>
          <a:xfrm>
            <a:off x="11676539" y="1345885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CD0411F-9E76-315E-0DB8-565955CE95E3}"/>
              </a:ext>
            </a:extLst>
          </p:cNvPr>
          <p:cNvSpPr/>
          <p:nvPr/>
        </p:nvSpPr>
        <p:spPr>
          <a:xfrm>
            <a:off x="11910227" y="1375278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621FC85-2FA7-842D-8C7D-B29928DEC644}"/>
              </a:ext>
            </a:extLst>
          </p:cNvPr>
          <p:cNvSpPr/>
          <p:nvPr/>
        </p:nvSpPr>
        <p:spPr>
          <a:xfrm>
            <a:off x="-1181819" y="979039"/>
            <a:ext cx="162129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UNKNOWN</a:t>
            </a:r>
            <a:endParaRPr lang="en-DE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607367E-55B0-B2C4-0691-528705CAFA5B}"/>
              </a:ext>
            </a:extLst>
          </p:cNvPr>
          <p:cNvSpPr/>
          <p:nvPr/>
        </p:nvSpPr>
        <p:spPr>
          <a:xfrm>
            <a:off x="-1607814" y="1112652"/>
            <a:ext cx="233953" cy="229834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23697F8B-6855-4698-E853-8A0160E72A49}"/>
              </a:ext>
            </a:extLst>
          </p:cNvPr>
          <p:cNvCxnSpPr>
            <a:cxnSpLocks/>
            <a:stCxn id="201" idx="6"/>
            <a:endCxn id="200" idx="1"/>
          </p:cNvCxnSpPr>
          <p:nvPr/>
        </p:nvCxnSpPr>
        <p:spPr>
          <a:xfrm flipV="1">
            <a:off x="-1373861" y="1224448"/>
            <a:ext cx="192042" cy="312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777F9338-ACF8-6CC7-DAAF-F0BFA3090587}"/>
              </a:ext>
            </a:extLst>
          </p:cNvPr>
          <p:cNvCxnSpPr>
            <a:cxnSpLocks/>
            <a:stCxn id="200" idx="3"/>
            <a:endCxn id="2" idx="1"/>
          </p:cNvCxnSpPr>
          <p:nvPr/>
        </p:nvCxnSpPr>
        <p:spPr>
          <a:xfrm>
            <a:off x="439473" y="1224448"/>
            <a:ext cx="230228" cy="516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89A73E-7D5A-992A-9A68-6FE89858781A}"/>
              </a:ext>
            </a:extLst>
          </p:cNvPr>
          <p:cNvSpPr/>
          <p:nvPr/>
        </p:nvSpPr>
        <p:spPr>
          <a:xfrm>
            <a:off x="6096000" y="3185264"/>
            <a:ext cx="1810424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UPDATING</a:t>
            </a:r>
            <a:endParaRPr lang="en-DE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3D5032E-518E-2926-F2FA-E0CDF93CC44C}"/>
              </a:ext>
            </a:extLst>
          </p:cNvPr>
          <p:cNvCxnSpPr>
            <a:cxnSpLocks/>
            <a:stCxn id="53" idx="2"/>
            <a:endCxn id="37" idx="2"/>
          </p:cNvCxnSpPr>
          <p:nvPr/>
        </p:nvCxnSpPr>
        <p:spPr>
          <a:xfrm rot="5400000">
            <a:off x="7842205" y="-119762"/>
            <a:ext cx="2215242" cy="5381672"/>
          </a:xfrm>
          <a:prstGeom prst="bentConnector3">
            <a:avLst>
              <a:gd name="adj1" fmla="val 105446"/>
            </a:avLst>
          </a:prstGeom>
          <a:ln>
            <a:solidFill>
              <a:srgbClr val="D76A63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294B085-D38C-91EA-C5CB-A8BB1D9ABCBD}"/>
              </a:ext>
            </a:extLst>
          </p:cNvPr>
          <p:cNvCxnSpPr>
            <a:cxnSpLocks/>
            <a:stCxn id="14" idx="1"/>
            <a:endCxn id="12" idx="0"/>
          </p:cNvCxnSpPr>
          <p:nvPr/>
        </p:nvCxnSpPr>
        <p:spPr>
          <a:xfrm rot="10800000" flipV="1">
            <a:off x="7663761" y="2888469"/>
            <a:ext cx="418948" cy="302737"/>
          </a:xfrm>
          <a:prstGeom prst="bentConnector2">
            <a:avLst/>
          </a:prstGeom>
          <a:ln>
            <a:solidFill>
              <a:srgbClr val="D76A63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9071D68-9386-6F71-3E8E-0ADB3D96B6EF}"/>
              </a:ext>
            </a:extLst>
          </p:cNvPr>
          <p:cNvSpPr/>
          <p:nvPr/>
        </p:nvSpPr>
        <p:spPr>
          <a:xfrm>
            <a:off x="7421097" y="3191207"/>
            <a:ext cx="485327" cy="135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9A3D93-BB7D-1B1F-13CC-5BFCFFFDD25D}"/>
              </a:ext>
            </a:extLst>
          </p:cNvPr>
          <p:cNvSpPr/>
          <p:nvPr/>
        </p:nvSpPr>
        <p:spPr>
          <a:xfrm>
            <a:off x="8082709" y="2774557"/>
            <a:ext cx="152198" cy="227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D995C-597C-4596-45AE-716661716976}"/>
              </a:ext>
            </a:extLst>
          </p:cNvPr>
          <p:cNvSpPr/>
          <p:nvPr/>
        </p:nvSpPr>
        <p:spPr>
          <a:xfrm>
            <a:off x="6118061" y="3542830"/>
            <a:ext cx="281857" cy="135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1F9B2DC-EDEF-5EA3-401D-88BF183F9C26}"/>
              </a:ext>
            </a:extLst>
          </p:cNvPr>
          <p:cNvCxnSpPr>
            <a:cxnSpLocks/>
            <a:stCxn id="22" idx="2"/>
            <a:endCxn id="3" idx="1"/>
          </p:cNvCxnSpPr>
          <p:nvPr/>
        </p:nvCxnSpPr>
        <p:spPr>
          <a:xfrm rot="16200000" flipH="1">
            <a:off x="4610015" y="1944687"/>
            <a:ext cx="1957219" cy="1014752"/>
          </a:xfrm>
          <a:prstGeom prst="bentConnector2">
            <a:avLst/>
          </a:prstGeom>
          <a:ln>
            <a:solidFill>
              <a:srgbClr val="D76A63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95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2DDC764-C914-DAEA-95BE-50FB45878F91}"/>
              </a:ext>
            </a:extLst>
          </p:cNvPr>
          <p:cNvSpPr/>
          <p:nvPr/>
        </p:nvSpPr>
        <p:spPr>
          <a:xfrm>
            <a:off x="5595479" y="322832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ServicesAas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7D4CC-E755-9D7E-ADB9-6039470C1650}"/>
              </a:ext>
            </a:extLst>
          </p:cNvPr>
          <p:cNvSpPr/>
          <p:nvPr/>
        </p:nvSpPr>
        <p:spPr>
          <a:xfrm>
            <a:off x="5595479" y="2338430"/>
            <a:ext cx="2079805" cy="49081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Service</a:t>
            </a:r>
          </a:p>
          <a:p>
            <a:pPr algn="ctr"/>
            <a:r>
              <a:rPr lang="en-GB" dirty="0"/>
              <a:t>(from environment)</a:t>
            </a:r>
            <a:endParaRPr lang="en-DE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1BAA6A32-62A2-074C-4B0C-C20651661B41}"/>
              </a:ext>
            </a:extLst>
          </p:cNvPr>
          <p:cNvCxnSpPr>
            <a:cxnSpLocks/>
            <a:stCxn id="19" idx="3"/>
            <a:endCxn id="4" idx="3"/>
          </p:cNvCxnSpPr>
          <p:nvPr/>
        </p:nvCxnSpPr>
        <p:spPr>
          <a:xfrm flipH="1" flipV="1">
            <a:off x="7675284" y="2583839"/>
            <a:ext cx="136274" cy="889898"/>
          </a:xfrm>
          <a:prstGeom prst="bentConnector3">
            <a:avLst>
              <a:gd name="adj1" fmla="val -16775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6D14E47-6E45-EC42-EC3E-4DD261312690}"/>
              </a:ext>
            </a:extLst>
          </p:cNvPr>
          <p:cNvSpPr/>
          <p:nvPr/>
        </p:nvSpPr>
        <p:spPr>
          <a:xfrm>
            <a:off x="3112771" y="323785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ServicesClient</a:t>
            </a:r>
            <a:endParaRPr lang="en-DE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D0DF27A-045F-701A-A7B6-75C335E18D1E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5328850" y="3473737"/>
            <a:ext cx="266629" cy="952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988F4-E609-40D5-5025-68DB8D3D748F}"/>
              </a:ext>
            </a:extLst>
          </p:cNvPr>
          <p:cNvSpPr/>
          <p:nvPr/>
        </p:nvSpPr>
        <p:spPr>
          <a:xfrm>
            <a:off x="3313237" y="1458020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SubmodelElements</a:t>
            </a:r>
            <a:br>
              <a:rPr lang="en-GB" i="1" dirty="0"/>
            </a:br>
            <a:r>
              <a:rPr lang="en-GB" i="1" dirty="0" err="1"/>
              <a:t>CollectionClient</a:t>
            </a:r>
            <a:endParaRPr lang="en-GB" i="1" dirty="0"/>
          </a:p>
          <a:p>
            <a:pPr algn="ctr"/>
            <a:r>
              <a:rPr lang="en-GB" dirty="0"/>
              <a:t>(from </a:t>
            </a:r>
            <a:r>
              <a:rPr lang="en-GB" dirty="0" err="1"/>
              <a:t>iip-aas</a:t>
            </a:r>
            <a:r>
              <a:rPr lang="en-GB" dirty="0"/>
              <a:t>)</a:t>
            </a:r>
            <a:endParaRPr lang="en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87B533-863A-6781-43BD-1F3E0C1EB439}"/>
              </a:ext>
            </a:extLst>
          </p:cNvPr>
          <p:cNvSpPr/>
          <p:nvPr/>
        </p:nvSpPr>
        <p:spPr>
          <a:xfrm>
            <a:off x="5527341" y="94157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ArtifactDescriptor</a:t>
            </a:r>
            <a:endParaRPr lang="en-DE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7E4C6-6BD5-ECD5-5579-73704FA0EAD9}"/>
              </a:ext>
            </a:extLst>
          </p:cNvPr>
          <p:cNvSpPr/>
          <p:nvPr/>
        </p:nvSpPr>
        <p:spPr>
          <a:xfrm>
            <a:off x="5527215" y="161758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ServiceDescriptor</a:t>
            </a:r>
            <a:endParaRPr lang="en-DE" i="1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02CCBC8-6576-C9D4-EDE2-8CF478DEF84D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 rot="16200000" flipH="1">
            <a:off x="6520302" y="2223350"/>
            <a:ext cx="230032" cy="12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DDD759D-5F05-1146-3FA9-DB86A7A8890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6542725" y="1524924"/>
            <a:ext cx="185186" cy="126"/>
          </a:xfrm>
          <a:prstGeom prst="bentConnector3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FD93DE0-A722-BEA3-58B3-C5989CB59991}"/>
              </a:ext>
            </a:extLst>
          </p:cNvPr>
          <p:cNvSpPr txBox="1"/>
          <p:nvPr/>
        </p:nvSpPr>
        <p:spPr>
          <a:xfrm>
            <a:off x="6603605" y="13875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496F3-6154-7724-CD6F-2C1965CB7CB1}"/>
              </a:ext>
            </a:extLst>
          </p:cNvPr>
          <p:cNvSpPr/>
          <p:nvPr/>
        </p:nvSpPr>
        <p:spPr>
          <a:xfrm>
            <a:off x="8159169" y="1610691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AbstractServiceDescriptor</a:t>
            </a:r>
            <a:endParaRPr lang="en-DE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E9530-FF2A-BB11-6A9C-0CEE38A6F3D6}"/>
              </a:ext>
            </a:extLst>
          </p:cNvPr>
          <p:cNvSpPr/>
          <p:nvPr/>
        </p:nvSpPr>
        <p:spPr>
          <a:xfrm>
            <a:off x="8159169" y="967965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AbstractArtifactDescriptor</a:t>
            </a:r>
            <a:endParaRPr lang="en-DE" i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AB08ED-0932-48AB-D332-340913F728FD}"/>
              </a:ext>
            </a:extLst>
          </p:cNvPr>
          <p:cNvSpPr/>
          <p:nvPr/>
        </p:nvSpPr>
        <p:spPr>
          <a:xfrm>
            <a:off x="10657803" y="4533870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SpringCloud</a:t>
            </a:r>
            <a:br>
              <a:rPr lang="en-GB" dirty="0"/>
            </a:br>
            <a:r>
              <a:rPr lang="en-GB" dirty="0" err="1"/>
              <a:t>ArtifactDescriptor</a:t>
            </a:r>
            <a:endParaRPr lang="en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0559FB-73E3-F077-D3CB-232A1175F753}"/>
              </a:ext>
            </a:extLst>
          </p:cNvPr>
          <p:cNvSpPr/>
          <p:nvPr/>
        </p:nvSpPr>
        <p:spPr>
          <a:xfrm>
            <a:off x="8369562" y="4527520"/>
            <a:ext cx="206635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SpringCloud</a:t>
            </a:r>
            <a:br>
              <a:rPr lang="en-GB" dirty="0"/>
            </a:br>
            <a:r>
              <a:rPr lang="en-GB" dirty="0" err="1"/>
              <a:t>ServiceDescriptor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E1ECBF-0C86-B326-67B1-93488EADCC63}"/>
              </a:ext>
            </a:extLst>
          </p:cNvPr>
          <p:cNvSpPr/>
          <p:nvPr/>
        </p:nvSpPr>
        <p:spPr>
          <a:xfrm>
            <a:off x="60340" y="2338430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ServiceManager</a:t>
            </a:r>
            <a:endParaRPr lang="en-DE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AE92AD-DF12-A393-C370-1327FEF173DF}"/>
              </a:ext>
            </a:extLst>
          </p:cNvPr>
          <p:cNvSpPr/>
          <p:nvPr/>
        </p:nvSpPr>
        <p:spPr>
          <a:xfrm>
            <a:off x="60340" y="3228328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AbstractServiceManager</a:t>
            </a:r>
            <a:endParaRPr lang="en-DE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DA956E-8566-DEBB-A9D0-1CB7A0992816}"/>
              </a:ext>
            </a:extLst>
          </p:cNvPr>
          <p:cNvSpPr/>
          <p:nvPr/>
        </p:nvSpPr>
        <p:spPr>
          <a:xfrm>
            <a:off x="366043" y="4488836"/>
            <a:ext cx="206635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SpringCloud</a:t>
            </a:r>
            <a:br>
              <a:rPr lang="en-GB" dirty="0"/>
            </a:br>
            <a:r>
              <a:rPr lang="en-GB" dirty="0" err="1"/>
              <a:t>ServiceManager</a:t>
            </a:r>
            <a:endParaRPr lang="en-DE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DB56159-2FE5-6210-C546-BBC98217A7FC}"/>
              </a:ext>
            </a:extLst>
          </p:cNvPr>
          <p:cNvCxnSpPr>
            <a:cxnSpLocks/>
            <a:stCxn id="30" idx="1"/>
            <a:endCxn id="15" idx="1"/>
          </p:cNvCxnSpPr>
          <p:nvPr/>
        </p:nvCxnSpPr>
        <p:spPr>
          <a:xfrm rot="10800000" flipH="1">
            <a:off x="60339" y="1186985"/>
            <a:ext cx="5467001" cy="1396854"/>
          </a:xfrm>
          <a:prstGeom prst="bentConnector3">
            <a:avLst>
              <a:gd name="adj1" fmla="val -4181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F99B480-9A3D-4DFF-94E0-498EE6673321}"/>
              </a:ext>
            </a:extLst>
          </p:cNvPr>
          <p:cNvSpPr txBox="1"/>
          <p:nvPr/>
        </p:nvSpPr>
        <p:spPr>
          <a:xfrm>
            <a:off x="5295397" y="8761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9E53A6B-2596-6815-CBE5-18338B1DF7B2}"/>
              </a:ext>
            </a:extLst>
          </p:cNvPr>
          <p:cNvSpPr/>
          <p:nvPr/>
        </p:nvSpPr>
        <p:spPr>
          <a:xfrm>
            <a:off x="1289030" y="282924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E270CD6-39A1-69D8-1B91-D272561E45FA}"/>
              </a:ext>
            </a:extLst>
          </p:cNvPr>
          <p:cNvCxnSpPr>
            <a:cxnSpLocks/>
            <a:stCxn id="43" idx="3"/>
            <a:endCxn id="31" idx="0"/>
          </p:cNvCxnSpPr>
          <p:nvPr/>
        </p:nvCxnSpPr>
        <p:spPr>
          <a:xfrm rot="5400000">
            <a:off x="1279367" y="3109807"/>
            <a:ext cx="237041" cy="127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8E523C9-020A-6973-4376-44B550BFEBDE}"/>
              </a:ext>
            </a:extLst>
          </p:cNvPr>
          <p:cNvSpPr/>
          <p:nvPr/>
        </p:nvSpPr>
        <p:spPr>
          <a:xfrm rot="16200000">
            <a:off x="7706165" y="1142590"/>
            <a:ext cx="217714" cy="136272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64E6D3C-6581-847D-6810-9DBA58CB00B1}"/>
              </a:ext>
            </a:extLst>
          </p:cNvPr>
          <p:cNvCxnSpPr>
            <a:cxnSpLocks/>
            <a:stCxn id="47" idx="3"/>
            <a:endCxn id="27" idx="1"/>
          </p:cNvCxnSpPr>
          <p:nvPr/>
        </p:nvCxnSpPr>
        <p:spPr>
          <a:xfrm>
            <a:off x="7883158" y="1210726"/>
            <a:ext cx="276011" cy="264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501749EC-5E86-1BD7-E323-6D0BE0CD4BA1}"/>
              </a:ext>
            </a:extLst>
          </p:cNvPr>
          <p:cNvSpPr/>
          <p:nvPr/>
        </p:nvSpPr>
        <p:spPr>
          <a:xfrm rot="16200000">
            <a:off x="7713123" y="1787079"/>
            <a:ext cx="217714" cy="136272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56C6B42-33C0-0E86-F73E-10511B27F9B8}"/>
              </a:ext>
            </a:extLst>
          </p:cNvPr>
          <p:cNvCxnSpPr>
            <a:cxnSpLocks/>
            <a:stCxn id="53" idx="3"/>
            <a:endCxn id="26" idx="1"/>
          </p:cNvCxnSpPr>
          <p:nvPr/>
        </p:nvCxnSpPr>
        <p:spPr>
          <a:xfrm>
            <a:off x="7890116" y="1855215"/>
            <a:ext cx="269053" cy="88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56EE16C9-585F-C65A-AE50-44A8EC1A3941}"/>
              </a:ext>
            </a:extLst>
          </p:cNvPr>
          <p:cNvSpPr/>
          <p:nvPr/>
        </p:nvSpPr>
        <p:spPr>
          <a:xfrm>
            <a:off x="1282680" y="3728671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C555C7B-B72C-33DD-11B0-3A9622ABDBA6}"/>
              </a:ext>
            </a:extLst>
          </p:cNvPr>
          <p:cNvCxnSpPr>
            <a:cxnSpLocks/>
            <a:stCxn id="32" idx="0"/>
            <a:endCxn id="58" idx="3"/>
          </p:cNvCxnSpPr>
          <p:nvPr/>
        </p:nvCxnSpPr>
        <p:spPr>
          <a:xfrm rot="16200000" flipV="1">
            <a:off x="1096316" y="4185931"/>
            <a:ext cx="598126" cy="768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92D743B2-DB03-59A8-2CC7-4DF175ECBEB8}"/>
              </a:ext>
            </a:extLst>
          </p:cNvPr>
          <p:cNvSpPr/>
          <p:nvPr/>
        </p:nvSpPr>
        <p:spPr>
          <a:xfrm>
            <a:off x="9281183" y="2101509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0BB1C7A-CC2C-4B00-01CE-C26B303CFC8E}"/>
              </a:ext>
            </a:extLst>
          </p:cNvPr>
          <p:cNvCxnSpPr>
            <a:cxnSpLocks/>
            <a:stCxn id="29" idx="0"/>
            <a:endCxn id="64" idx="3"/>
          </p:cNvCxnSpPr>
          <p:nvPr/>
        </p:nvCxnSpPr>
        <p:spPr>
          <a:xfrm rot="16200000" flipV="1">
            <a:off x="8264404" y="3389184"/>
            <a:ext cx="2263972" cy="127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FFC7B68F-98FB-812E-886F-A12C1BDD567E}"/>
              </a:ext>
            </a:extLst>
          </p:cNvPr>
          <p:cNvSpPr/>
          <p:nvPr/>
        </p:nvSpPr>
        <p:spPr>
          <a:xfrm>
            <a:off x="-266700" y="502585"/>
            <a:ext cx="13957297" cy="3499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services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3E55AE-AF58-AB98-CD50-112661EDD9C5}"/>
              </a:ext>
            </a:extLst>
          </p:cNvPr>
          <p:cNvSpPr/>
          <p:nvPr/>
        </p:nvSpPr>
        <p:spPr>
          <a:xfrm>
            <a:off x="-266700" y="4127752"/>
            <a:ext cx="13957299" cy="961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services.spring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0F8D6AEC-24AB-B856-F886-76072F6AEBAE}"/>
              </a:ext>
            </a:extLst>
          </p:cNvPr>
          <p:cNvSpPr/>
          <p:nvPr/>
        </p:nvSpPr>
        <p:spPr>
          <a:xfrm rot="16200000">
            <a:off x="10793542" y="1177296"/>
            <a:ext cx="217714" cy="136272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141B5FF-BC56-36A7-85DA-C5F46C7CCC90}"/>
              </a:ext>
            </a:extLst>
          </p:cNvPr>
          <p:cNvCxnSpPr>
            <a:cxnSpLocks/>
            <a:stCxn id="71" idx="3"/>
            <a:endCxn id="28" idx="0"/>
          </p:cNvCxnSpPr>
          <p:nvPr/>
        </p:nvCxnSpPr>
        <p:spPr>
          <a:xfrm>
            <a:off x="10970535" y="1245432"/>
            <a:ext cx="1024815" cy="3288438"/>
          </a:xfrm>
          <a:prstGeom prst="bentConnector2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E7CB282-AF38-2267-8772-A2BA9C67A3BA}"/>
              </a:ext>
            </a:extLst>
          </p:cNvPr>
          <p:cNvSpPr/>
          <p:nvPr/>
        </p:nvSpPr>
        <p:spPr>
          <a:xfrm>
            <a:off x="1370299" y="5454571"/>
            <a:ext cx="3326905" cy="1119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environment.spring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4EF9EA0-4ED1-9ED0-093D-E163B9544815}"/>
              </a:ext>
            </a:extLst>
          </p:cNvPr>
          <p:cNvSpPr/>
          <p:nvPr/>
        </p:nvSpPr>
        <p:spPr>
          <a:xfrm>
            <a:off x="5116683" y="5454571"/>
            <a:ext cx="3326905" cy="1119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services.spring.loader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B758E37-B3B9-9F6D-9783-7BC17A7C549F}"/>
              </a:ext>
            </a:extLst>
          </p:cNvPr>
          <p:cNvSpPr/>
          <p:nvPr/>
        </p:nvSpPr>
        <p:spPr>
          <a:xfrm>
            <a:off x="5522243" y="5962523"/>
            <a:ext cx="206635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AppStarter</a:t>
            </a:r>
            <a:endParaRPr lang="en-DE" dirty="0"/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33D6ED9-038C-83F7-182A-F4E666FDD333}"/>
              </a:ext>
            </a:extLst>
          </p:cNvPr>
          <p:cNvCxnSpPr>
            <a:cxnSpLocks/>
            <a:stCxn id="69" idx="2"/>
            <a:endCxn id="76" idx="0"/>
          </p:cNvCxnSpPr>
          <p:nvPr/>
        </p:nvCxnSpPr>
        <p:spPr>
          <a:xfrm rot="16200000" flipH="1">
            <a:off x="6563326" y="5237761"/>
            <a:ext cx="365434" cy="6818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C1B48425-E378-64F5-48C8-05F2C0801EC4}"/>
              </a:ext>
            </a:extLst>
          </p:cNvPr>
          <p:cNvSpPr/>
          <p:nvPr/>
        </p:nvSpPr>
        <p:spPr>
          <a:xfrm>
            <a:off x="2895600" y="4979654"/>
            <a:ext cx="285307" cy="109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40449D8-83F4-1663-6420-B905D1AD996E}"/>
              </a:ext>
            </a:extLst>
          </p:cNvPr>
          <p:cNvCxnSpPr>
            <a:cxnSpLocks/>
            <a:stCxn id="81" idx="2"/>
            <a:endCxn id="75" idx="0"/>
          </p:cNvCxnSpPr>
          <p:nvPr/>
        </p:nvCxnSpPr>
        <p:spPr>
          <a:xfrm rot="5400000">
            <a:off x="2853286" y="5269602"/>
            <a:ext cx="365435" cy="450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A27B143-CBF6-3FE9-BF6C-E365AAFE5F7F}"/>
              </a:ext>
            </a:extLst>
          </p:cNvPr>
          <p:cNvSpPr/>
          <p:nvPr/>
        </p:nvSpPr>
        <p:spPr>
          <a:xfrm>
            <a:off x="2603169" y="4498837"/>
            <a:ext cx="2576753" cy="507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test.simpleStream.spring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FE6FB55-6848-D45F-C45C-F5328F6CAF63}"/>
              </a:ext>
            </a:extLst>
          </p:cNvPr>
          <p:cNvSpPr/>
          <p:nvPr/>
        </p:nvSpPr>
        <p:spPr>
          <a:xfrm>
            <a:off x="5264551" y="4514781"/>
            <a:ext cx="2748400" cy="507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services.spring.plugintests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C27EDF4-3D36-043C-D4E1-75289446F4EF}"/>
              </a:ext>
            </a:extLst>
          </p:cNvPr>
          <p:cNvSpPr/>
          <p:nvPr/>
        </p:nvSpPr>
        <p:spPr>
          <a:xfrm>
            <a:off x="502772" y="1372025"/>
            <a:ext cx="2675094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ServiceOperations</a:t>
            </a:r>
            <a:endParaRPr lang="en-DE" i="1" dirty="0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FF40138E-1BAF-8628-9D7E-39CF761A7E1A}"/>
              </a:ext>
            </a:extLst>
          </p:cNvPr>
          <p:cNvSpPr/>
          <p:nvPr/>
        </p:nvSpPr>
        <p:spPr>
          <a:xfrm>
            <a:off x="2735434" y="185833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2475103E-B564-E73E-E2D2-5738D457F9E7}"/>
              </a:ext>
            </a:extLst>
          </p:cNvPr>
          <p:cNvCxnSpPr>
            <a:cxnSpLocks/>
            <a:stCxn id="90" idx="3"/>
            <a:endCxn id="30" idx="0"/>
          </p:cNvCxnSpPr>
          <p:nvPr/>
        </p:nvCxnSpPr>
        <p:spPr>
          <a:xfrm rot="5400000">
            <a:off x="1962059" y="1456197"/>
            <a:ext cx="318061" cy="144640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FFE4F6F9-CEC8-D7EE-83D9-C8F8B2BF9016}"/>
              </a:ext>
            </a:extLst>
          </p:cNvPr>
          <p:cNvCxnSpPr>
            <a:cxnSpLocks/>
            <a:stCxn id="90" idx="3"/>
            <a:endCxn id="10" idx="0"/>
          </p:cNvCxnSpPr>
          <p:nvPr/>
        </p:nvCxnSpPr>
        <p:spPr>
          <a:xfrm rot="16200000" flipH="1">
            <a:off x="2923809" y="1940851"/>
            <a:ext cx="1217484" cy="137652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31969B33-CA55-1AD7-C344-52826B152282}"/>
              </a:ext>
            </a:extLst>
          </p:cNvPr>
          <p:cNvSpPr/>
          <p:nvPr/>
        </p:nvSpPr>
        <p:spPr>
          <a:xfrm>
            <a:off x="4111141" y="222247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3FC3A9F-C3EF-DDA0-7BB5-2B9D20951D18}"/>
              </a:ext>
            </a:extLst>
          </p:cNvPr>
          <p:cNvCxnSpPr>
            <a:cxnSpLocks/>
            <a:stCxn id="99" idx="3"/>
            <a:endCxn id="10" idx="0"/>
          </p:cNvCxnSpPr>
          <p:nvPr/>
        </p:nvCxnSpPr>
        <p:spPr>
          <a:xfrm rot="16200000" flipH="1">
            <a:off x="3793734" y="2810775"/>
            <a:ext cx="853341" cy="81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067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00C358-6EDD-6E3B-C809-DABD8BA87FBA}"/>
              </a:ext>
            </a:extLst>
          </p:cNvPr>
          <p:cNvSpPr/>
          <p:nvPr/>
        </p:nvSpPr>
        <p:spPr>
          <a:xfrm>
            <a:off x="6168991" y="919468"/>
            <a:ext cx="10507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EcsAas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B00E3-F8E9-1858-98D0-405EE83AFB3A}"/>
              </a:ext>
            </a:extLst>
          </p:cNvPr>
          <p:cNvSpPr/>
          <p:nvPr/>
        </p:nvSpPr>
        <p:spPr>
          <a:xfrm>
            <a:off x="1625086" y="-602011"/>
            <a:ext cx="13173147" cy="5138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ecsRuntime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F2346-2566-FD22-ADC2-C79E1190F7AE}"/>
              </a:ext>
            </a:extLst>
          </p:cNvPr>
          <p:cNvSpPr/>
          <p:nvPr/>
        </p:nvSpPr>
        <p:spPr>
          <a:xfrm>
            <a:off x="7437008" y="91692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ContainerDescriptor</a:t>
            </a:r>
            <a:endParaRPr lang="en-DE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63C24-EB24-2E35-A2B5-CE9FB1007687}"/>
              </a:ext>
            </a:extLst>
          </p:cNvPr>
          <p:cNvSpPr/>
          <p:nvPr/>
        </p:nvSpPr>
        <p:spPr>
          <a:xfrm>
            <a:off x="9965047" y="91656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«</a:t>
            </a:r>
            <a:r>
              <a:rPr lang="en-GB" i="1" dirty="0" err="1"/>
              <a:t>enum</a:t>
            </a:r>
            <a:r>
              <a:rPr lang="en-GB" i="1" dirty="0"/>
              <a:t>»</a:t>
            </a:r>
            <a:endParaRPr lang="en-GB" dirty="0"/>
          </a:p>
          <a:p>
            <a:pPr algn="ctr"/>
            <a:r>
              <a:rPr lang="en-GB" dirty="0" err="1"/>
              <a:t>ContainerState</a:t>
            </a:r>
            <a:endParaRPr lang="en-DE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CD67B03-8218-EBFC-1C7A-EE8399F0384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9653087" y="1161972"/>
            <a:ext cx="311960" cy="36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DA199E-F575-4E1B-1094-768946C255F1}"/>
              </a:ext>
            </a:extLst>
          </p:cNvPr>
          <p:cNvSpPr txBox="1"/>
          <p:nvPr/>
        </p:nvSpPr>
        <p:spPr>
          <a:xfrm>
            <a:off x="9720287" y="7926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B99FBB7-0CC6-FB6B-128A-D4A2FCAFEFE5}"/>
              </a:ext>
            </a:extLst>
          </p:cNvPr>
          <p:cNvCxnSpPr>
            <a:cxnSpLocks/>
            <a:stCxn id="5" idx="0"/>
            <a:endCxn id="118" idx="2"/>
          </p:cNvCxnSpPr>
          <p:nvPr/>
        </p:nvCxnSpPr>
        <p:spPr>
          <a:xfrm rot="16200000" flipV="1">
            <a:off x="6204061" y="429149"/>
            <a:ext cx="552438" cy="42819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78C2A-5987-26BC-07A5-32FF32FE548C}"/>
              </a:ext>
            </a:extLst>
          </p:cNvPr>
          <p:cNvSpPr/>
          <p:nvPr/>
        </p:nvSpPr>
        <p:spPr>
          <a:xfrm>
            <a:off x="4754140" y="188885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ContainerManager</a:t>
            </a:r>
            <a:endParaRPr lang="en-DE" i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AE3EE1A-6EB2-BF18-01D5-413B5ECE4A1B}"/>
              </a:ext>
            </a:extLst>
          </p:cNvPr>
          <p:cNvCxnSpPr>
            <a:cxnSpLocks/>
            <a:stCxn id="17" idx="0"/>
            <a:endCxn id="26" idx="2"/>
          </p:cNvCxnSpPr>
          <p:nvPr/>
        </p:nvCxnSpPr>
        <p:spPr>
          <a:xfrm rot="5400000" flipH="1" flipV="1">
            <a:off x="6883734" y="385827"/>
            <a:ext cx="481470" cy="252457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8668B8-C7A1-648D-D622-BC90D015CDA0}"/>
              </a:ext>
            </a:extLst>
          </p:cNvPr>
          <p:cNvSpPr txBox="1"/>
          <p:nvPr/>
        </p:nvSpPr>
        <p:spPr>
          <a:xfrm>
            <a:off x="8348772" y="13187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5BFCFB-372E-3ABA-B644-D0D282FB334D}"/>
              </a:ext>
            </a:extLst>
          </p:cNvPr>
          <p:cNvSpPr/>
          <p:nvPr/>
        </p:nvSpPr>
        <p:spPr>
          <a:xfrm>
            <a:off x="4749516" y="269757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Abstract</a:t>
            </a:r>
            <a:br>
              <a:rPr lang="en-GB" i="1" dirty="0"/>
            </a:br>
            <a:r>
              <a:rPr lang="en-GB" i="1" dirty="0" err="1"/>
              <a:t>ContainerManager</a:t>
            </a:r>
            <a:endParaRPr lang="en-DE" i="1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36118C2-DF64-915D-227B-DAEF30E1D318}"/>
              </a:ext>
            </a:extLst>
          </p:cNvPr>
          <p:cNvSpPr/>
          <p:nvPr/>
        </p:nvSpPr>
        <p:spPr>
          <a:xfrm>
            <a:off x="5748698" y="236847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879A9BB-B90A-37F4-7133-21F74474C82E}"/>
              </a:ext>
            </a:extLst>
          </p:cNvPr>
          <p:cNvCxnSpPr>
            <a:cxnSpLocks/>
            <a:stCxn id="23" idx="3"/>
            <a:endCxn id="22" idx="0"/>
          </p:cNvCxnSpPr>
          <p:nvPr/>
        </p:nvCxnSpPr>
        <p:spPr>
          <a:xfrm rot="16200000" flipH="1">
            <a:off x="5774027" y="2614044"/>
            <a:ext cx="167056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1BF8B60-86D2-F2A1-12DB-29D392C18C6A}"/>
              </a:ext>
            </a:extLst>
          </p:cNvPr>
          <p:cNvSpPr/>
          <p:nvPr/>
        </p:nvSpPr>
        <p:spPr>
          <a:xfrm>
            <a:off x="8295669" y="1292860"/>
            <a:ext cx="182178" cy="114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8E3D0-8E2B-20F4-87DD-AE566303C7F0}"/>
              </a:ext>
            </a:extLst>
          </p:cNvPr>
          <p:cNvSpPr/>
          <p:nvPr/>
        </p:nvSpPr>
        <p:spPr>
          <a:xfrm>
            <a:off x="7845453" y="174860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Abstract</a:t>
            </a:r>
            <a:br>
              <a:rPr lang="en-GB" i="1" dirty="0"/>
            </a:br>
            <a:r>
              <a:rPr lang="en-GB" i="1" dirty="0" err="1"/>
              <a:t>ContainerDescriptor</a:t>
            </a:r>
            <a:endParaRPr lang="en-DE" i="1" dirty="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659391D-15F8-AEAA-5801-4BA5AE98C703}"/>
              </a:ext>
            </a:extLst>
          </p:cNvPr>
          <p:cNvSpPr/>
          <p:nvPr/>
        </p:nvSpPr>
        <p:spPr>
          <a:xfrm>
            <a:off x="8847657" y="1428804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E57B9C3-C7EC-BA2C-91D8-3354EE9E842D}"/>
              </a:ext>
            </a:extLst>
          </p:cNvPr>
          <p:cNvCxnSpPr>
            <a:cxnSpLocks/>
            <a:stCxn id="33" idx="3"/>
            <a:endCxn id="32" idx="0"/>
          </p:cNvCxnSpPr>
          <p:nvPr/>
        </p:nvCxnSpPr>
        <p:spPr>
          <a:xfrm rot="5400000">
            <a:off x="8876123" y="1668214"/>
            <a:ext cx="157762" cy="302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3BA98FB-E020-35A9-AB0C-177458EC1982}"/>
              </a:ext>
            </a:extLst>
          </p:cNvPr>
          <p:cNvSpPr/>
          <p:nvPr/>
        </p:nvSpPr>
        <p:spPr>
          <a:xfrm>
            <a:off x="1878560" y="1892644"/>
            <a:ext cx="2216079" cy="49081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ServiceManager</a:t>
            </a:r>
            <a:endParaRPr lang="en-GB" i="1" dirty="0"/>
          </a:p>
          <a:p>
            <a:pPr algn="ctr"/>
            <a:r>
              <a:rPr lang="en-GB" dirty="0"/>
              <a:t>(from services)</a:t>
            </a:r>
            <a:endParaRPr lang="en-D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0F1A7E-109E-6282-2F5F-14E7226D5BFA}"/>
              </a:ext>
            </a:extLst>
          </p:cNvPr>
          <p:cNvSpPr/>
          <p:nvPr/>
        </p:nvSpPr>
        <p:spPr>
          <a:xfrm>
            <a:off x="4214259" y="710970"/>
            <a:ext cx="154442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EcsAasClient</a:t>
            </a:r>
            <a:endParaRPr lang="en-DE" dirty="0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CE014FF-90A2-204E-CA6D-D7CB7E0D41F7}"/>
              </a:ext>
            </a:extLst>
          </p:cNvPr>
          <p:cNvCxnSpPr>
            <a:cxnSpLocks/>
          </p:cNvCxnSpPr>
          <p:nvPr/>
        </p:nvCxnSpPr>
        <p:spPr>
          <a:xfrm flipV="1">
            <a:off x="4874381" y="3018965"/>
            <a:ext cx="266629" cy="952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F8F991E-7E72-8338-A720-75D91E8488F3}"/>
              </a:ext>
            </a:extLst>
          </p:cNvPr>
          <p:cNvSpPr/>
          <p:nvPr/>
        </p:nvSpPr>
        <p:spPr>
          <a:xfrm>
            <a:off x="1807852" y="-198360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SubmodelElements</a:t>
            </a:r>
            <a:br>
              <a:rPr lang="en-GB" i="1" dirty="0"/>
            </a:br>
            <a:r>
              <a:rPr lang="en-GB" i="1" dirty="0" err="1"/>
              <a:t>CollectionClient</a:t>
            </a:r>
            <a:endParaRPr lang="en-GB" i="1" dirty="0"/>
          </a:p>
          <a:p>
            <a:pPr algn="ctr"/>
            <a:r>
              <a:rPr lang="en-GB" dirty="0"/>
              <a:t>(from </a:t>
            </a:r>
            <a:r>
              <a:rPr lang="en-GB" dirty="0" err="1"/>
              <a:t>iip-aas</a:t>
            </a:r>
            <a:r>
              <a:rPr lang="en-GB" dirty="0"/>
              <a:t>)</a:t>
            </a:r>
            <a:endParaRPr lang="en-DE" dirty="0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FADFDA20-D3AB-6699-5B3E-B77BD4497EAC}"/>
              </a:ext>
            </a:extLst>
          </p:cNvPr>
          <p:cNvSpPr/>
          <p:nvPr/>
        </p:nvSpPr>
        <p:spPr>
          <a:xfrm>
            <a:off x="2694039" y="55275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E2683C7-03E4-6AAA-EE24-41AA0579BB16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 rot="16200000" flipH="1">
            <a:off x="3387782" y="129902"/>
            <a:ext cx="241590" cy="1411363"/>
          </a:xfrm>
          <a:prstGeom prst="bentConnector2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4930311-FA7B-67DE-49EE-8B7D218A406B}"/>
              </a:ext>
            </a:extLst>
          </p:cNvPr>
          <p:cNvCxnSpPr>
            <a:cxnSpLocks/>
            <a:stCxn id="17" idx="1"/>
            <a:endCxn id="41" idx="3"/>
          </p:cNvCxnSpPr>
          <p:nvPr/>
        </p:nvCxnSpPr>
        <p:spPr>
          <a:xfrm rot="10800000" flipV="1">
            <a:off x="4094640" y="2134259"/>
            <a:ext cx="659501" cy="379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6952C28-AF57-C760-2149-3673C8C260B2}"/>
              </a:ext>
            </a:extLst>
          </p:cNvPr>
          <p:cNvSpPr txBox="1"/>
          <p:nvPr/>
        </p:nvSpPr>
        <p:spPr>
          <a:xfrm>
            <a:off x="4063059" y="184651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AD114BB-9581-CC79-60CD-D9384FC4C7B0}"/>
              </a:ext>
            </a:extLst>
          </p:cNvPr>
          <p:cNvSpPr/>
          <p:nvPr/>
        </p:nvSpPr>
        <p:spPr>
          <a:xfrm>
            <a:off x="4062866" y="2007506"/>
            <a:ext cx="182178" cy="114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FDA55FB-C171-2AA0-F613-93CA396F7921}"/>
              </a:ext>
            </a:extLst>
          </p:cNvPr>
          <p:cNvSpPr/>
          <p:nvPr/>
        </p:nvSpPr>
        <p:spPr>
          <a:xfrm>
            <a:off x="4432547" y="3364571"/>
            <a:ext cx="3326905" cy="1008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deviceAas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A6D735B-8DD0-EEDD-E408-98CCC8870C74}"/>
              </a:ext>
            </a:extLst>
          </p:cNvPr>
          <p:cNvSpPr/>
          <p:nvPr/>
        </p:nvSpPr>
        <p:spPr>
          <a:xfrm>
            <a:off x="4946742" y="375372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DeviceAasProvider</a:t>
            </a:r>
            <a:endParaRPr lang="en-DE" i="1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D48772-710F-FAB0-B4DA-004FC2C48E66}"/>
              </a:ext>
            </a:extLst>
          </p:cNvPr>
          <p:cNvSpPr/>
          <p:nvPr/>
        </p:nvSpPr>
        <p:spPr>
          <a:xfrm>
            <a:off x="11875625" y="3364571"/>
            <a:ext cx="2664966" cy="1008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ssh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47083C-AA8E-3620-10D7-68AE73C85F12}"/>
              </a:ext>
            </a:extLst>
          </p:cNvPr>
          <p:cNvSpPr/>
          <p:nvPr/>
        </p:nvSpPr>
        <p:spPr>
          <a:xfrm>
            <a:off x="12126886" y="364242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RemoteAccess</a:t>
            </a:r>
            <a:br>
              <a:rPr lang="en-GB" i="1" dirty="0"/>
            </a:br>
            <a:r>
              <a:rPr lang="en-GB" i="1" dirty="0" err="1"/>
              <a:t>ServerFactory</a:t>
            </a:r>
            <a:endParaRPr lang="en-DE" i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830E99-3DA0-202B-ABA9-D61E9A304754}"/>
              </a:ext>
            </a:extLst>
          </p:cNvPr>
          <p:cNvSpPr/>
          <p:nvPr/>
        </p:nvSpPr>
        <p:spPr>
          <a:xfrm>
            <a:off x="4780836" y="-11473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ContainerOperations</a:t>
            </a:r>
            <a:endParaRPr lang="en-DE" i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A112CE7-C485-3C45-331F-338DAF095118}"/>
              </a:ext>
            </a:extLst>
          </p:cNvPr>
          <p:cNvSpPr/>
          <p:nvPr/>
        </p:nvSpPr>
        <p:spPr>
          <a:xfrm>
            <a:off x="12324512" y="91656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DeviceManagement</a:t>
            </a:r>
            <a:br>
              <a:rPr lang="en-GB" i="1" dirty="0"/>
            </a:br>
            <a:r>
              <a:rPr lang="en-GB" i="1" dirty="0"/>
              <a:t>Operations</a:t>
            </a:r>
            <a:endParaRPr lang="en-DE" i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F2FFDFE-2BFC-B676-5EF8-4534E3695248}"/>
              </a:ext>
            </a:extLst>
          </p:cNvPr>
          <p:cNvSpPr/>
          <p:nvPr/>
        </p:nvSpPr>
        <p:spPr>
          <a:xfrm>
            <a:off x="12412342" y="177348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DeviceManagement</a:t>
            </a:r>
            <a:endParaRPr lang="en-DE" i="1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3DDE570-4FFA-CE75-B791-8197AA9B7544}"/>
              </a:ext>
            </a:extLst>
          </p:cNvPr>
          <p:cNvSpPr/>
          <p:nvPr/>
        </p:nvSpPr>
        <p:spPr>
          <a:xfrm>
            <a:off x="7920181" y="259961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EcsFactory</a:t>
            </a:r>
            <a:endParaRPr lang="en-DE" i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C0BE8E4-F3D1-446D-8BAF-E7297CD2D7D6}"/>
              </a:ext>
            </a:extLst>
          </p:cNvPr>
          <p:cNvSpPr/>
          <p:nvPr/>
        </p:nvSpPr>
        <p:spPr>
          <a:xfrm>
            <a:off x="4224408" y="1286950"/>
            <a:ext cx="154442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Resources</a:t>
            </a:r>
            <a:br>
              <a:rPr lang="en-GB" dirty="0"/>
            </a:br>
            <a:r>
              <a:rPr lang="en-GB" dirty="0"/>
              <a:t>Client</a:t>
            </a:r>
            <a:endParaRPr lang="en-DE" dirty="0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B3B447DD-7F9A-783D-9131-3C620D4C2E0A}"/>
              </a:ext>
            </a:extLst>
          </p:cNvPr>
          <p:cNvSpPr/>
          <p:nvPr/>
        </p:nvSpPr>
        <p:spPr>
          <a:xfrm>
            <a:off x="13408985" y="142880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87432514-6193-1D7E-DE2A-D6F1C85AA888}"/>
              </a:ext>
            </a:extLst>
          </p:cNvPr>
          <p:cNvCxnSpPr>
            <a:cxnSpLocks/>
            <a:stCxn id="75" idx="0"/>
            <a:endCxn id="80" idx="3"/>
          </p:cNvCxnSpPr>
          <p:nvPr/>
        </p:nvCxnSpPr>
        <p:spPr>
          <a:xfrm rot="16200000" flipV="1">
            <a:off x="13427789" y="1680895"/>
            <a:ext cx="182646" cy="254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AC528A4-A438-80D5-C058-4594B36C9D14}"/>
              </a:ext>
            </a:extLst>
          </p:cNvPr>
          <p:cNvCxnSpPr>
            <a:cxnSpLocks/>
            <a:stCxn id="46" idx="3"/>
            <a:endCxn id="79" idx="1"/>
          </p:cNvCxnSpPr>
          <p:nvPr/>
        </p:nvCxnSpPr>
        <p:spPr>
          <a:xfrm rot="16200000" flipH="1">
            <a:off x="3104867" y="412818"/>
            <a:ext cx="817570" cy="1421512"/>
          </a:xfrm>
          <a:prstGeom prst="bentConnector2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95740CD9-22FF-21B8-7B63-B0C21101F15A}"/>
              </a:ext>
            </a:extLst>
          </p:cNvPr>
          <p:cNvSpPr/>
          <p:nvPr/>
        </p:nvSpPr>
        <p:spPr>
          <a:xfrm>
            <a:off x="5752818" y="393834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D4BDBE5-049B-004A-9627-19684772EFD8}"/>
              </a:ext>
            </a:extLst>
          </p:cNvPr>
          <p:cNvCxnSpPr>
            <a:cxnSpLocks/>
            <a:stCxn id="97" idx="3"/>
            <a:endCxn id="42" idx="0"/>
          </p:cNvCxnSpPr>
          <p:nvPr/>
        </p:nvCxnSpPr>
        <p:spPr>
          <a:xfrm rot="5400000">
            <a:off x="5346526" y="195820"/>
            <a:ext cx="155097" cy="87520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F069002-5753-2856-8B69-56B6A96EAAB2}"/>
              </a:ext>
            </a:extLst>
          </p:cNvPr>
          <p:cNvCxnSpPr>
            <a:cxnSpLocks/>
            <a:stCxn id="97" idx="3"/>
            <a:endCxn id="17" idx="0"/>
          </p:cNvCxnSpPr>
          <p:nvPr/>
        </p:nvCxnSpPr>
        <p:spPr>
          <a:xfrm rot="16200000" flipH="1">
            <a:off x="5195438" y="1222109"/>
            <a:ext cx="1332978" cy="50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6E6D433C-EF71-CEE4-82B3-2F3EE4831FA5}"/>
              </a:ext>
            </a:extLst>
          </p:cNvPr>
          <p:cNvCxnSpPr>
            <a:cxnSpLocks/>
            <a:stCxn id="5" idx="0"/>
            <a:endCxn id="74" idx="0"/>
          </p:cNvCxnSpPr>
          <p:nvPr/>
        </p:nvCxnSpPr>
        <p:spPr>
          <a:xfrm rot="5400000" flipH="1" flipV="1">
            <a:off x="10062013" y="-2451070"/>
            <a:ext cx="2905" cy="6738173"/>
          </a:xfrm>
          <a:prstGeom prst="bentConnector3">
            <a:avLst>
              <a:gd name="adj1" fmla="val 7969191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32C4328-0357-9A48-FEA9-D69D99D05ED7}"/>
              </a:ext>
            </a:extLst>
          </p:cNvPr>
          <p:cNvSpPr/>
          <p:nvPr/>
        </p:nvSpPr>
        <p:spPr>
          <a:xfrm>
            <a:off x="6134100" y="245110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6326FD3-E89E-1967-8420-66E2C602DB27}"/>
              </a:ext>
            </a:extLst>
          </p:cNvPr>
          <p:cNvSpPr/>
          <p:nvPr/>
        </p:nvSpPr>
        <p:spPr>
          <a:xfrm>
            <a:off x="1586985" y="4945324"/>
            <a:ext cx="2127766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ecsRuntime.docker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3D4A380-185A-B9A6-5CE3-FE3707A918BD}"/>
              </a:ext>
            </a:extLst>
          </p:cNvPr>
          <p:cNvSpPr/>
          <p:nvPr/>
        </p:nvSpPr>
        <p:spPr>
          <a:xfrm>
            <a:off x="3887657" y="4951540"/>
            <a:ext cx="1792901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ecsRuntime.lxc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E03EFA3-3CA9-4DD2-855D-AC3366D2874B}"/>
              </a:ext>
            </a:extLst>
          </p:cNvPr>
          <p:cNvSpPr/>
          <p:nvPr/>
        </p:nvSpPr>
        <p:spPr>
          <a:xfrm>
            <a:off x="2516920" y="4408395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021667CA-949B-F731-1AAE-1BA70E43D794}"/>
              </a:ext>
            </a:extLst>
          </p:cNvPr>
          <p:cNvCxnSpPr>
            <a:cxnSpLocks/>
            <a:stCxn id="120" idx="0"/>
            <a:endCxn id="122" idx="2"/>
          </p:cNvCxnSpPr>
          <p:nvPr/>
        </p:nvCxnSpPr>
        <p:spPr>
          <a:xfrm rot="16200000" flipV="1">
            <a:off x="2442430" y="4736886"/>
            <a:ext cx="415009" cy="186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E19B57D-ADFB-2127-FBAA-B7FC5BF495FE}"/>
              </a:ext>
            </a:extLst>
          </p:cNvPr>
          <p:cNvSpPr/>
          <p:nvPr/>
        </p:nvSpPr>
        <p:spPr>
          <a:xfrm>
            <a:off x="4651795" y="4418338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ECB1CE0E-124C-EA48-7BF3-7BBC60897D02}"/>
              </a:ext>
            </a:extLst>
          </p:cNvPr>
          <p:cNvCxnSpPr>
            <a:cxnSpLocks/>
            <a:stCxn id="121" idx="0"/>
            <a:endCxn id="130" idx="2"/>
          </p:cNvCxnSpPr>
          <p:nvPr/>
        </p:nvCxnSpPr>
        <p:spPr>
          <a:xfrm rot="16200000" flipV="1">
            <a:off x="4578351" y="4745782"/>
            <a:ext cx="411282" cy="23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6328FB11-9F12-1104-FF83-90F26A995B2E}"/>
              </a:ext>
            </a:extLst>
          </p:cNvPr>
          <p:cNvCxnSpPr>
            <a:cxnSpLocks/>
            <a:endCxn id="69" idx="0"/>
          </p:cNvCxnSpPr>
          <p:nvPr/>
        </p:nvCxnSpPr>
        <p:spPr>
          <a:xfrm rot="5400000">
            <a:off x="12817011" y="2655404"/>
            <a:ext cx="1100265" cy="31806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70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81B1F0-A2DB-7A0B-87A2-BD9201BD194B}"/>
              </a:ext>
            </a:extLst>
          </p:cNvPr>
          <p:cNvSpPr/>
          <p:nvPr/>
        </p:nvSpPr>
        <p:spPr>
          <a:xfrm>
            <a:off x="669701" y="984205"/>
            <a:ext cx="123602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AVAILABLE</a:t>
            </a:r>
            <a:endParaRPr lang="en-DE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1AEBEA-B83D-4487-807B-BED936390A14}"/>
              </a:ext>
            </a:extLst>
          </p:cNvPr>
          <p:cNvSpPr/>
          <p:nvPr/>
        </p:nvSpPr>
        <p:spPr>
          <a:xfrm>
            <a:off x="2118278" y="985475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DEPLOYING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4FF7CEC-A347-A62D-5EF8-A897A2623A4C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1905730" y="1229614"/>
            <a:ext cx="212548" cy="127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00623A-E34F-853A-C416-4BC2B6A32436}"/>
              </a:ext>
            </a:extLst>
          </p:cNvPr>
          <p:cNvSpPr/>
          <p:nvPr/>
        </p:nvSpPr>
        <p:spPr>
          <a:xfrm>
            <a:off x="3602829" y="96097"/>
            <a:ext cx="6042077" cy="600642"/>
          </a:xfrm>
          <a:prstGeom prst="roundRect">
            <a:avLst>
              <a:gd name="adj" fmla="val 8181"/>
            </a:avLst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Normal Operations</a:t>
            </a:r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832999-02F9-3EE9-2D3F-F57F58629BF8}"/>
              </a:ext>
            </a:extLst>
          </p:cNvPr>
          <p:cNvSpPr/>
          <p:nvPr/>
        </p:nvSpPr>
        <p:spPr>
          <a:xfrm>
            <a:off x="3596096" y="503181"/>
            <a:ext cx="6042076" cy="2169102"/>
          </a:xfrm>
          <a:prstGeom prst="roundRect">
            <a:avLst>
              <a:gd name="adj" fmla="val 4892"/>
            </a:avLst>
          </a:prstGeom>
          <a:solidFill>
            <a:srgbClr val="9CC5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95BC050-B4B1-B9E1-2399-81C0E4068453}"/>
              </a:ext>
            </a:extLst>
          </p:cNvPr>
          <p:cNvSpPr/>
          <p:nvPr/>
        </p:nvSpPr>
        <p:spPr>
          <a:xfrm>
            <a:off x="4429563" y="982636"/>
            <a:ext cx="1701805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DEPLOYED</a:t>
            </a:r>
            <a:endParaRPr lang="en-DE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EBFDF87-EDD9-CD4F-83F1-B700FA4570C8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 flipV="1">
            <a:off x="3421647" y="1228045"/>
            <a:ext cx="1007916" cy="283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8F65AF7-8AF9-13F6-A863-6A4B2C68A93C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 flipV="1">
            <a:off x="6131368" y="1220425"/>
            <a:ext cx="322625" cy="762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EF1363C-3778-E91B-B366-2588D7CC0950}"/>
              </a:ext>
            </a:extLst>
          </p:cNvPr>
          <p:cNvSpPr/>
          <p:nvPr/>
        </p:nvSpPr>
        <p:spPr>
          <a:xfrm>
            <a:off x="6453993" y="975016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STOPPING</a:t>
            </a:r>
            <a:endParaRPr lang="en-DE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AE83A92-B243-DD1A-5E15-E536215FAAE3}"/>
              </a:ext>
            </a:extLst>
          </p:cNvPr>
          <p:cNvSpPr/>
          <p:nvPr/>
        </p:nvSpPr>
        <p:spPr>
          <a:xfrm>
            <a:off x="8169577" y="972635"/>
            <a:ext cx="1303369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STOPPED</a:t>
            </a:r>
            <a:endParaRPr lang="en-DE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5168684-4783-40B5-B196-E2BCB2BA11E2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 flipV="1">
            <a:off x="7757362" y="1218044"/>
            <a:ext cx="412215" cy="238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8B854461-40DD-28ED-50FF-D3916A1585C5}"/>
              </a:ext>
            </a:extLst>
          </p:cNvPr>
          <p:cNvSpPr/>
          <p:nvPr/>
        </p:nvSpPr>
        <p:spPr>
          <a:xfrm>
            <a:off x="7752660" y="1350399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187464-422A-D5B8-3836-403DCB6F68ED}"/>
              </a:ext>
            </a:extLst>
          </p:cNvPr>
          <p:cNvSpPr/>
          <p:nvPr/>
        </p:nvSpPr>
        <p:spPr>
          <a:xfrm>
            <a:off x="7973640" y="1350399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EEAD329-84DC-5DD0-05C4-40DD3897FA3D}"/>
              </a:ext>
            </a:extLst>
          </p:cNvPr>
          <p:cNvSpPr/>
          <p:nvPr/>
        </p:nvSpPr>
        <p:spPr>
          <a:xfrm>
            <a:off x="6453993" y="256807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1E483F-5130-39E5-420C-4194DE299D82}"/>
              </a:ext>
            </a:extLst>
          </p:cNvPr>
          <p:cNvSpPr/>
          <p:nvPr/>
        </p:nvSpPr>
        <p:spPr>
          <a:xfrm>
            <a:off x="8192175" y="135129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0142F67-B3CA-CAE4-DD5B-9B6E8F63D3CC}"/>
              </a:ext>
            </a:extLst>
          </p:cNvPr>
          <p:cNvSpPr/>
          <p:nvPr/>
        </p:nvSpPr>
        <p:spPr>
          <a:xfrm>
            <a:off x="8412560" y="135129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A024F13-DC2C-4E26-3A2E-BFA97FE08C6D}"/>
              </a:ext>
            </a:extLst>
          </p:cNvPr>
          <p:cNvSpPr/>
          <p:nvPr/>
        </p:nvSpPr>
        <p:spPr>
          <a:xfrm>
            <a:off x="6670913" y="256807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3CE1C21-25AE-CB88-514E-7A9E4CCCD29A}"/>
              </a:ext>
            </a:extLst>
          </p:cNvPr>
          <p:cNvSpPr/>
          <p:nvPr/>
        </p:nvSpPr>
        <p:spPr>
          <a:xfrm>
            <a:off x="8641423" y="288892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FF99E24-9459-7A26-DB2C-B77350E72CED}"/>
              </a:ext>
            </a:extLst>
          </p:cNvPr>
          <p:cNvSpPr/>
          <p:nvPr/>
        </p:nvSpPr>
        <p:spPr>
          <a:xfrm>
            <a:off x="8642722" y="3197817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458E771-7D14-08B1-B076-728B42D3D134}"/>
              </a:ext>
            </a:extLst>
          </p:cNvPr>
          <p:cNvSpPr/>
          <p:nvPr/>
        </p:nvSpPr>
        <p:spPr>
          <a:xfrm>
            <a:off x="8859958" y="2889813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21A5B0D-7DA5-07C5-B482-F98CEB3E68C4}"/>
              </a:ext>
            </a:extLst>
          </p:cNvPr>
          <p:cNvSpPr/>
          <p:nvPr/>
        </p:nvSpPr>
        <p:spPr>
          <a:xfrm>
            <a:off x="8859642" y="3197817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66FA3B99-E4E5-39D3-66B6-84C0264F02DD}"/>
              </a:ext>
            </a:extLst>
          </p:cNvPr>
          <p:cNvSpPr/>
          <p:nvPr/>
        </p:nvSpPr>
        <p:spPr>
          <a:xfrm>
            <a:off x="9868525" y="973804"/>
            <a:ext cx="162129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UNDEPLOYING</a:t>
            </a:r>
            <a:endParaRPr lang="en-DE" dirty="0"/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7E7DCC6E-B9BB-026C-9EF2-45EC90D7F4D1}"/>
              </a:ext>
            </a:extLst>
          </p:cNvPr>
          <p:cNvCxnSpPr>
            <a:cxnSpLocks/>
            <a:stCxn id="53" idx="3"/>
            <a:endCxn id="131" idx="1"/>
          </p:cNvCxnSpPr>
          <p:nvPr/>
        </p:nvCxnSpPr>
        <p:spPr>
          <a:xfrm>
            <a:off x="9472946" y="1218044"/>
            <a:ext cx="395579" cy="116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45A36C78-A809-EC03-7B6F-9B78C4CB9CC7}"/>
              </a:ext>
            </a:extLst>
          </p:cNvPr>
          <p:cNvSpPr/>
          <p:nvPr/>
        </p:nvSpPr>
        <p:spPr>
          <a:xfrm>
            <a:off x="5884471" y="2974734"/>
            <a:ext cx="143640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FAILED</a:t>
            </a:r>
            <a:endParaRPr lang="en-DE" dirty="0"/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FA066F5C-4BDE-5F10-DEDB-5D5562FD150B}"/>
              </a:ext>
            </a:extLst>
          </p:cNvPr>
          <p:cNvCxnSpPr>
            <a:cxnSpLocks/>
            <a:stCxn id="105" idx="2"/>
            <a:endCxn id="99" idx="0"/>
          </p:cNvCxnSpPr>
          <p:nvPr/>
        </p:nvCxnSpPr>
        <p:spPr>
          <a:xfrm rot="16200000" flipH="1">
            <a:off x="6610544" y="2824325"/>
            <a:ext cx="285120" cy="150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B4D8CB99-3E42-AE13-1033-6D0AAC148868}"/>
              </a:ext>
            </a:extLst>
          </p:cNvPr>
          <p:cNvCxnSpPr>
            <a:cxnSpLocks/>
            <a:stCxn id="137" idx="3"/>
            <a:endCxn id="131" idx="2"/>
          </p:cNvCxnSpPr>
          <p:nvPr/>
        </p:nvCxnSpPr>
        <p:spPr>
          <a:xfrm flipV="1">
            <a:off x="7320873" y="1464622"/>
            <a:ext cx="3358298" cy="1755521"/>
          </a:xfrm>
          <a:prstGeom prst="bentConnector2">
            <a:avLst/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D47C9411-2797-525A-A34B-9CF42B07BBA5}"/>
              </a:ext>
            </a:extLst>
          </p:cNvPr>
          <p:cNvCxnSpPr>
            <a:cxnSpLocks/>
            <a:stCxn id="131" idx="0"/>
            <a:endCxn id="200" idx="0"/>
          </p:cNvCxnSpPr>
          <p:nvPr/>
        </p:nvCxnSpPr>
        <p:spPr>
          <a:xfrm rot="16200000" flipH="1" flipV="1">
            <a:off x="5151381" y="-4548751"/>
            <a:ext cx="5235" cy="11050344"/>
          </a:xfrm>
          <a:prstGeom prst="bentConnector3">
            <a:avLst>
              <a:gd name="adj1" fmla="val -2293937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8AA65215-C528-39B1-E6FF-93F1756CF114}"/>
              </a:ext>
            </a:extLst>
          </p:cNvPr>
          <p:cNvSpPr/>
          <p:nvPr/>
        </p:nvSpPr>
        <p:spPr>
          <a:xfrm>
            <a:off x="1467172" y="1616324"/>
            <a:ext cx="233953" cy="229834"/>
          </a:xfrm>
          <a:prstGeom prst="ellips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5F2BA54-F274-7D31-B924-892BDCFE2CEA}"/>
              </a:ext>
            </a:extLst>
          </p:cNvPr>
          <p:cNvSpPr/>
          <p:nvPr/>
        </p:nvSpPr>
        <p:spPr>
          <a:xfrm>
            <a:off x="1511959" y="1658458"/>
            <a:ext cx="150286" cy="147640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91F1BBE-D16E-EC5C-4D40-CAB247203CAE}"/>
              </a:ext>
            </a:extLst>
          </p:cNvPr>
          <p:cNvSpPr/>
          <p:nvPr/>
        </p:nvSpPr>
        <p:spPr>
          <a:xfrm>
            <a:off x="1505107" y="1360575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7CC458A0-0423-88E7-6B35-88A3074A4B9E}"/>
              </a:ext>
            </a:extLst>
          </p:cNvPr>
          <p:cNvCxnSpPr>
            <a:cxnSpLocks/>
            <a:stCxn id="169" idx="2"/>
            <a:endCxn id="167" idx="0"/>
          </p:cNvCxnSpPr>
          <p:nvPr/>
        </p:nvCxnSpPr>
        <p:spPr>
          <a:xfrm rot="5400000">
            <a:off x="1514697" y="1544475"/>
            <a:ext cx="141302" cy="239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0A213C-6234-0E06-44D1-96A0C91A53B6}"/>
              </a:ext>
            </a:extLst>
          </p:cNvPr>
          <p:cNvSpPr/>
          <p:nvPr/>
        </p:nvSpPr>
        <p:spPr>
          <a:xfrm>
            <a:off x="11458011" y="134716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A1C2D20-BE2C-D18A-6338-C1A7393B5B7E}"/>
              </a:ext>
            </a:extLst>
          </p:cNvPr>
          <p:cNvSpPr/>
          <p:nvPr/>
        </p:nvSpPr>
        <p:spPr>
          <a:xfrm>
            <a:off x="11676539" y="1345885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621FC85-2FA7-842D-8C7D-B29928DEC644}"/>
              </a:ext>
            </a:extLst>
          </p:cNvPr>
          <p:cNvSpPr/>
          <p:nvPr/>
        </p:nvSpPr>
        <p:spPr>
          <a:xfrm>
            <a:off x="-1181819" y="979039"/>
            <a:ext cx="1621292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UNKNOWN</a:t>
            </a:r>
            <a:endParaRPr lang="en-DE" dirty="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4607367E-55B0-B2C4-0691-528705CAFA5B}"/>
              </a:ext>
            </a:extLst>
          </p:cNvPr>
          <p:cNvSpPr/>
          <p:nvPr/>
        </p:nvSpPr>
        <p:spPr>
          <a:xfrm>
            <a:off x="-1607814" y="1112652"/>
            <a:ext cx="233953" cy="229834"/>
          </a:xfrm>
          <a:prstGeom prst="ellipse">
            <a:avLst/>
          </a:prstGeom>
          <a:solidFill>
            <a:srgbClr val="08617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23697F8B-6855-4698-E853-8A0160E72A49}"/>
              </a:ext>
            </a:extLst>
          </p:cNvPr>
          <p:cNvCxnSpPr>
            <a:cxnSpLocks/>
            <a:stCxn id="201" idx="6"/>
            <a:endCxn id="200" idx="1"/>
          </p:cNvCxnSpPr>
          <p:nvPr/>
        </p:nvCxnSpPr>
        <p:spPr>
          <a:xfrm flipV="1">
            <a:off x="-1373861" y="1224448"/>
            <a:ext cx="192042" cy="312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777F9338-ACF8-6CC7-DAAF-F0BFA3090587}"/>
              </a:ext>
            </a:extLst>
          </p:cNvPr>
          <p:cNvCxnSpPr>
            <a:cxnSpLocks/>
            <a:stCxn id="200" idx="3"/>
            <a:endCxn id="2" idx="1"/>
          </p:cNvCxnSpPr>
          <p:nvPr/>
        </p:nvCxnSpPr>
        <p:spPr>
          <a:xfrm>
            <a:off x="439473" y="1224448"/>
            <a:ext cx="230228" cy="516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ACCAC2-425E-58AC-3A66-BA0BA693EA6C}"/>
              </a:ext>
            </a:extLst>
          </p:cNvPr>
          <p:cNvSpPr/>
          <p:nvPr/>
        </p:nvSpPr>
        <p:spPr>
          <a:xfrm>
            <a:off x="3743748" y="1904401"/>
            <a:ext cx="1444837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MIGRATING</a:t>
            </a:r>
            <a:endParaRPr lang="en-DE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D801D7-BFE6-4435-960A-B60897D2BD67}"/>
              </a:ext>
            </a:extLst>
          </p:cNvPr>
          <p:cNvSpPr/>
          <p:nvPr/>
        </p:nvSpPr>
        <p:spPr>
          <a:xfrm>
            <a:off x="5339903" y="1894953"/>
            <a:ext cx="1444837" cy="490818"/>
          </a:xfrm>
          <a:prstGeom prst="round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UPDATING</a:t>
            </a:r>
            <a:endParaRPr lang="en-DE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28584D0-806E-1E35-AD3A-CFF022EFC8E3}"/>
              </a:ext>
            </a:extLst>
          </p:cNvPr>
          <p:cNvCxnSpPr>
            <a:cxnSpLocks/>
            <a:stCxn id="22" idx="0"/>
            <a:endCxn id="53" idx="0"/>
          </p:cNvCxnSpPr>
          <p:nvPr/>
        </p:nvCxnSpPr>
        <p:spPr>
          <a:xfrm rot="5400000" flipH="1" flipV="1">
            <a:off x="7045864" y="-792762"/>
            <a:ext cx="10001" cy="3540796"/>
          </a:xfrm>
          <a:prstGeom prst="bentConnector3">
            <a:avLst>
              <a:gd name="adj1" fmla="val 2385771"/>
            </a:avLst>
          </a:prstGeom>
          <a:ln>
            <a:solidFill>
              <a:srgbClr val="08617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117B0CE-9653-2461-EB8D-1C804C522595}"/>
              </a:ext>
            </a:extLst>
          </p:cNvPr>
          <p:cNvSpPr/>
          <p:nvPr/>
        </p:nvSpPr>
        <p:spPr>
          <a:xfrm>
            <a:off x="4503283" y="1367921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D06F080-DD60-77CA-7418-74C8DCDEB063}"/>
              </a:ext>
            </a:extLst>
          </p:cNvPr>
          <p:cNvSpPr/>
          <p:nvPr/>
        </p:nvSpPr>
        <p:spPr>
          <a:xfrm>
            <a:off x="4721811" y="1366645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657FEE-5718-A82E-EC5D-3900EB1FD9C4}"/>
              </a:ext>
            </a:extLst>
          </p:cNvPr>
          <p:cNvSpPr/>
          <p:nvPr/>
        </p:nvSpPr>
        <p:spPr>
          <a:xfrm>
            <a:off x="5675314" y="1355483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F7465D-E6AD-0EDF-D043-4F7456632EA2}"/>
              </a:ext>
            </a:extLst>
          </p:cNvPr>
          <p:cNvSpPr/>
          <p:nvPr/>
        </p:nvSpPr>
        <p:spPr>
          <a:xfrm>
            <a:off x="5893842" y="1354207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5B68079-130A-008F-B473-572EE21CB81C}"/>
              </a:ext>
            </a:extLst>
          </p:cNvPr>
          <p:cNvSpPr/>
          <p:nvPr/>
        </p:nvSpPr>
        <p:spPr>
          <a:xfrm>
            <a:off x="4502466" y="1910710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C7103E2-F0AD-2193-01FA-4FDA4ED6DA02}"/>
              </a:ext>
            </a:extLst>
          </p:cNvPr>
          <p:cNvSpPr/>
          <p:nvPr/>
        </p:nvSpPr>
        <p:spPr>
          <a:xfrm>
            <a:off x="4720994" y="1899909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263C43-C9AB-01B4-E496-76BCEFC57FC3}"/>
              </a:ext>
            </a:extLst>
          </p:cNvPr>
          <p:cNvSpPr/>
          <p:nvPr/>
        </p:nvSpPr>
        <p:spPr>
          <a:xfrm>
            <a:off x="5675908" y="1891143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04A9B04-4389-AC1A-D903-0467F8FD6377}"/>
              </a:ext>
            </a:extLst>
          </p:cNvPr>
          <p:cNvSpPr/>
          <p:nvPr/>
        </p:nvSpPr>
        <p:spPr>
          <a:xfrm>
            <a:off x="5894436" y="1889867"/>
            <a:ext cx="191863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E105D3D-D574-CEC4-CB63-AFA65BB6B9E8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rot="5400000">
            <a:off x="4370143" y="1696131"/>
            <a:ext cx="428342" cy="81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FEC4945C-D334-7E74-57AE-CB68C8236D31}"/>
              </a:ext>
            </a:extLst>
          </p:cNvPr>
          <p:cNvCxnSpPr>
            <a:cxnSpLocks/>
            <a:stCxn id="55" idx="0"/>
            <a:endCxn id="49" idx="2"/>
          </p:cNvCxnSpPr>
          <p:nvPr/>
        </p:nvCxnSpPr>
        <p:spPr>
          <a:xfrm rot="5400000" flipH="1" flipV="1">
            <a:off x="4607926" y="1690093"/>
            <a:ext cx="418817" cy="81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9D43B95-0E2E-6FCF-E505-A51E466D1D32}"/>
              </a:ext>
            </a:extLst>
          </p:cNvPr>
          <p:cNvCxnSpPr>
            <a:cxnSpLocks/>
            <a:stCxn id="57" idx="0"/>
            <a:endCxn id="51" idx="2"/>
          </p:cNvCxnSpPr>
          <p:nvPr/>
        </p:nvCxnSpPr>
        <p:spPr>
          <a:xfrm rot="16200000" flipV="1">
            <a:off x="5779465" y="1678964"/>
            <a:ext cx="421213" cy="59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C72C74A-6F16-6F94-FFA5-108E1B93D15B}"/>
              </a:ext>
            </a:extLst>
          </p:cNvPr>
          <p:cNvCxnSpPr>
            <a:cxnSpLocks/>
            <a:stCxn id="50" idx="2"/>
            <a:endCxn id="56" idx="0"/>
          </p:cNvCxnSpPr>
          <p:nvPr/>
        </p:nvCxnSpPr>
        <p:spPr>
          <a:xfrm rot="16200000" flipH="1">
            <a:off x="5546444" y="1680239"/>
            <a:ext cx="421213" cy="59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7FB58A6A-C02A-21A3-602D-412695F18C1D}"/>
              </a:ext>
            </a:extLst>
          </p:cNvPr>
          <p:cNvSpPr/>
          <p:nvPr/>
        </p:nvSpPr>
        <p:spPr>
          <a:xfrm>
            <a:off x="6455498" y="2967638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282573D-4480-7CAD-8F12-AB2159872CE0}"/>
              </a:ext>
            </a:extLst>
          </p:cNvPr>
          <p:cNvSpPr/>
          <p:nvPr/>
        </p:nvSpPr>
        <p:spPr>
          <a:xfrm>
            <a:off x="6672418" y="2967638"/>
            <a:ext cx="162877" cy="114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A864C2C-BB42-4E1F-73E2-F7030C6CC3F1}"/>
              </a:ext>
            </a:extLst>
          </p:cNvPr>
          <p:cNvCxnSpPr>
            <a:cxnSpLocks/>
            <a:stCxn id="102" idx="2"/>
            <a:endCxn id="97" idx="0"/>
          </p:cNvCxnSpPr>
          <p:nvPr/>
        </p:nvCxnSpPr>
        <p:spPr>
          <a:xfrm rot="16200000" flipH="1">
            <a:off x="6393624" y="2824325"/>
            <a:ext cx="285120" cy="150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90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53E86D-94B3-A8F2-0A88-33D8336D2414}"/>
              </a:ext>
            </a:extLst>
          </p:cNvPr>
          <p:cNvSpPr/>
          <p:nvPr/>
        </p:nvSpPr>
        <p:spPr>
          <a:xfrm>
            <a:off x="-2513245" y="-1238250"/>
            <a:ext cx="16162570" cy="70027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deviceMgt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0DC77B-C17D-4414-EDF0-4779E7D0329E}"/>
              </a:ext>
            </a:extLst>
          </p:cNvPr>
          <p:cNvSpPr/>
          <p:nvPr/>
        </p:nvSpPr>
        <p:spPr>
          <a:xfrm>
            <a:off x="3117613" y="375855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DeviceManagement</a:t>
            </a:r>
            <a:br>
              <a:rPr lang="en-GB" dirty="0"/>
            </a:br>
            <a:r>
              <a:rPr lang="en-GB" dirty="0" err="1"/>
              <a:t>Aas</a:t>
            </a:r>
            <a:endParaRPr lang="en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B5D126-987B-07FD-F468-09DA4A04D6FE}"/>
              </a:ext>
            </a:extLst>
          </p:cNvPr>
          <p:cNvSpPr/>
          <p:nvPr/>
        </p:nvSpPr>
        <p:spPr>
          <a:xfrm>
            <a:off x="-2335654" y="191425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«</a:t>
            </a:r>
            <a:r>
              <a:rPr lang="en-GB" i="1" dirty="0" err="1"/>
              <a:t>enum</a:t>
            </a:r>
            <a:r>
              <a:rPr lang="en-GB" i="1" dirty="0"/>
              <a:t>»</a:t>
            </a:r>
            <a:endParaRPr lang="en-GB" dirty="0"/>
          </a:p>
          <a:p>
            <a:pPr algn="ctr"/>
            <a:r>
              <a:rPr lang="en-GB" dirty="0" err="1"/>
              <a:t>DeviceState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A7B28-C9CD-343C-9520-057619B3AF3B}"/>
              </a:ext>
            </a:extLst>
          </p:cNvPr>
          <p:cNvSpPr/>
          <p:nvPr/>
        </p:nvSpPr>
        <p:spPr>
          <a:xfrm>
            <a:off x="125254" y="375624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DeviceManagement</a:t>
            </a:r>
            <a:br>
              <a:rPr lang="en-GB" dirty="0"/>
            </a:br>
            <a:r>
              <a:rPr lang="en-GB" dirty="0" err="1"/>
              <a:t>AasClient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3BB13A-07AC-3749-EC78-77CA936D6088}"/>
              </a:ext>
            </a:extLst>
          </p:cNvPr>
          <p:cNvSpPr/>
          <p:nvPr/>
        </p:nvSpPr>
        <p:spPr>
          <a:xfrm>
            <a:off x="-2222657" y="2874085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SubmodelElements</a:t>
            </a:r>
            <a:br>
              <a:rPr lang="en-GB" i="1" dirty="0"/>
            </a:br>
            <a:r>
              <a:rPr lang="en-GB" i="1" dirty="0" err="1"/>
              <a:t>CollectionClient</a:t>
            </a:r>
            <a:endParaRPr lang="en-GB" i="1" dirty="0"/>
          </a:p>
          <a:p>
            <a:pPr algn="ctr"/>
            <a:r>
              <a:rPr lang="en-GB" dirty="0"/>
              <a:t>(from </a:t>
            </a:r>
            <a:r>
              <a:rPr lang="en-GB" dirty="0" err="1"/>
              <a:t>iip-aas</a:t>
            </a:r>
            <a:r>
              <a:rPr lang="en-GB" dirty="0"/>
              <a:t>)</a:t>
            </a:r>
            <a:endParaRPr lang="en-DE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7EE64FD-BC47-6DA4-355D-1D9013A580D2}"/>
              </a:ext>
            </a:extLst>
          </p:cNvPr>
          <p:cNvSpPr/>
          <p:nvPr/>
        </p:nvSpPr>
        <p:spPr>
          <a:xfrm>
            <a:off x="-1336470" y="362519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2A2548F-1599-8262-3AB5-B1FB99AD93F5}"/>
              </a:ext>
            </a:extLst>
          </p:cNvPr>
          <p:cNvCxnSpPr>
            <a:cxnSpLocks/>
            <a:stCxn id="12" idx="3"/>
          </p:cNvCxnSpPr>
          <p:nvPr/>
        </p:nvCxnSpPr>
        <p:spPr>
          <a:xfrm rot="16200000" flipH="1">
            <a:off x="-642727" y="3202347"/>
            <a:ext cx="241590" cy="1411363"/>
          </a:xfrm>
          <a:prstGeom prst="bentConnector2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76518-9DAD-0E93-72E7-B37C3E9084C6}"/>
              </a:ext>
            </a:extLst>
          </p:cNvPr>
          <p:cNvSpPr/>
          <p:nvPr/>
        </p:nvSpPr>
        <p:spPr>
          <a:xfrm>
            <a:off x="150138" y="477808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EcsAasClient</a:t>
            </a:r>
            <a:endParaRPr lang="en-D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B7FABAF-3528-DA60-9439-75A5DC3D820B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rot="16200000" flipH="1">
            <a:off x="-1156870" y="3716490"/>
            <a:ext cx="1236264" cy="1377751"/>
          </a:xfrm>
          <a:prstGeom prst="bentConnector2">
            <a:avLst/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4522CA0-90AC-1B59-683C-802A2E50D762}"/>
              </a:ext>
            </a:extLst>
          </p:cNvPr>
          <p:cNvSpPr/>
          <p:nvPr/>
        </p:nvSpPr>
        <p:spPr>
          <a:xfrm>
            <a:off x="-142852" y="4432581"/>
            <a:ext cx="2664966" cy="1008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ecs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17627C-2B0D-C177-25A7-7AECE630809F}"/>
              </a:ext>
            </a:extLst>
          </p:cNvPr>
          <p:cNvSpPr/>
          <p:nvPr/>
        </p:nvSpPr>
        <p:spPr>
          <a:xfrm>
            <a:off x="4518760" y="564093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DeviceRemoteMana-gementOperations</a:t>
            </a:r>
            <a:endParaRPr lang="en-DE" i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1C4392-4040-C42A-BD95-6E6F09DC8AC1}"/>
              </a:ext>
            </a:extLst>
          </p:cNvPr>
          <p:cNvSpPr/>
          <p:nvPr/>
        </p:nvSpPr>
        <p:spPr>
          <a:xfrm>
            <a:off x="311737" y="-664637"/>
            <a:ext cx="169974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DeviceFirmware</a:t>
            </a:r>
            <a:br>
              <a:rPr lang="en-GB" i="1" dirty="0"/>
            </a:br>
            <a:r>
              <a:rPr lang="en-GB" i="1" dirty="0"/>
              <a:t>Operations</a:t>
            </a:r>
            <a:endParaRPr lang="en-DE" i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B4F12A-0C81-D9BF-EEFA-C0CFAD5311CA}"/>
              </a:ext>
            </a:extLst>
          </p:cNvPr>
          <p:cNvSpPr/>
          <p:nvPr/>
        </p:nvSpPr>
        <p:spPr>
          <a:xfrm>
            <a:off x="2236875" y="-9819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DeviceResource</a:t>
            </a:r>
            <a:br>
              <a:rPr lang="en-GB" i="1" dirty="0"/>
            </a:br>
            <a:r>
              <a:rPr lang="en-GB" i="1" dirty="0" err="1"/>
              <a:t>ConfigOperations</a:t>
            </a:r>
            <a:endParaRPr lang="en-DE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C54217-5A64-BA28-559F-79B55A6BF7D5}"/>
              </a:ext>
            </a:extLst>
          </p:cNvPr>
          <p:cNvSpPr/>
          <p:nvPr/>
        </p:nvSpPr>
        <p:spPr>
          <a:xfrm>
            <a:off x="3275724" y="150063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DeviceManagement</a:t>
            </a:r>
            <a:endParaRPr lang="en-DE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15F952-13E2-D217-A73C-63F34B838A06}"/>
              </a:ext>
            </a:extLst>
          </p:cNvPr>
          <p:cNvSpPr/>
          <p:nvPr/>
        </p:nvSpPr>
        <p:spPr>
          <a:xfrm>
            <a:off x="3280120" y="226209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DeviceManagement</a:t>
            </a:r>
            <a:br>
              <a:rPr lang="en-GB" dirty="0"/>
            </a:br>
            <a:r>
              <a:rPr lang="en-GB" dirty="0" err="1"/>
              <a:t>Impl</a:t>
            </a:r>
            <a:endParaRPr lang="en-D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D4F3D3-6F30-3203-DAD1-276F38D06D06}"/>
              </a:ext>
            </a:extLst>
          </p:cNvPr>
          <p:cNvSpPr/>
          <p:nvPr/>
        </p:nvSpPr>
        <p:spPr>
          <a:xfrm>
            <a:off x="10353175" y="967463"/>
            <a:ext cx="3164706" cy="46528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registry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7A6574-F46E-E6A5-F852-0812D1EC0AFD}"/>
              </a:ext>
            </a:extLst>
          </p:cNvPr>
          <p:cNvSpPr/>
          <p:nvPr/>
        </p:nvSpPr>
        <p:spPr>
          <a:xfrm>
            <a:off x="7037706" y="-1005009"/>
            <a:ext cx="6015354" cy="10998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610D00-C87C-7B78-113F-BDFF6A21F06C}"/>
              </a:ext>
            </a:extLst>
          </p:cNvPr>
          <p:cNvSpPr/>
          <p:nvPr/>
        </p:nvSpPr>
        <p:spPr>
          <a:xfrm>
            <a:off x="7324502" y="-653150"/>
            <a:ext cx="120147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Storage</a:t>
            </a:r>
            <a:endParaRPr lang="en-DE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4246BC-A32F-10DA-FD56-D58D0ABF6A25}"/>
              </a:ext>
            </a:extLst>
          </p:cNvPr>
          <p:cNvSpPr/>
          <p:nvPr/>
        </p:nvSpPr>
        <p:spPr>
          <a:xfrm>
            <a:off x="9052096" y="-652341"/>
            <a:ext cx="171355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StorageFactory</a:t>
            </a:r>
            <a:endParaRPr lang="en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500AC3-0556-248B-184C-A10851ADEB4B}"/>
              </a:ext>
            </a:extLst>
          </p:cNvPr>
          <p:cNvSpPr/>
          <p:nvPr/>
        </p:nvSpPr>
        <p:spPr>
          <a:xfrm>
            <a:off x="11179332" y="-636113"/>
            <a:ext cx="171355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StorageFactoryDescriptor</a:t>
            </a:r>
            <a:endParaRPr lang="en-DE" i="1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3F97473-F9CD-9754-5BA2-4C784AE98162}"/>
              </a:ext>
            </a:extLst>
          </p:cNvPr>
          <p:cNvCxnSpPr>
            <a:cxnSpLocks/>
            <a:stCxn id="30" idx="1"/>
            <a:endCxn id="29" idx="3"/>
          </p:cNvCxnSpPr>
          <p:nvPr/>
        </p:nvCxnSpPr>
        <p:spPr>
          <a:xfrm rot="10800000">
            <a:off x="10765654" y="-406932"/>
            <a:ext cx="413678" cy="1622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8CBF542-FB08-7EB9-96F1-C4D59091A86D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rot="10800000">
            <a:off x="8525978" y="-407740"/>
            <a:ext cx="526118" cy="80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193DB17-7325-E7CC-9AD7-1C242592BA62}"/>
              </a:ext>
            </a:extLst>
          </p:cNvPr>
          <p:cNvSpPr/>
          <p:nvPr/>
        </p:nvSpPr>
        <p:spPr>
          <a:xfrm>
            <a:off x="10540410" y="1380747"/>
            <a:ext cx="168924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DeviceRegistry</a:t>
            </a:r>
            <a:br>
              <a:rPr lang="en-GB" i="1" dirty="0"/>
            </a:br>
            <a:r>
              <a:rPr lang="en-GB" i="1" dirty="0"/>
              <a:t>Operations</a:t>
            </a:r>
            <a:endParaRPr lang="en-DE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79F4DE-CA58-7BE5-19F2-6C13E2D7ED66}"/>
              </a:ext>
            </a:extLst>
          </p:cNvPr>
          <p:cNvSpPr/>
          <p:nvPr/>
        </p:nvSpPr>
        <p:spPr>
          <a:xfrm>
            <a:off x="10595465" y="2267446"/>
            <a:ext cx="157519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DeviceRegistry</a:t>
            </a:r>
            <a:endParaRPr lang="en-DE" i="1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64317195-389B-7189-0EB6-1DBF1ED01FE7}"/>
              </a:ext>
            </a:extLst>
          </p:cNvPr>
          <p:cNvSpPr/>
          <p:nvPr/>
        </p:nvSpPr>
        <p:spPr>
          <a:xfrm>
            <a:off x="11274455" y="1871565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8C7239E-338A-8427-5E1D-EC0E6F7D4B38}"/>
              </a:ext>
            </a:extLst>
          </p:cNvPr>
          <p:cNvCxnSpPr>
            <a:cxnSpLocks/>
            <a:stCxn id="39" idx="3"/>
            <a:endCxn id="38" idx="0"/>
          </p:cNvCxnSpPr>
          <p:nvPr/>
        </p:nvCxnSpPr>
        <p:spPr>
          <a:xfrm rot="5400000">
            <a:off x="11266265" y="2150399"/>
            <a:ext cx="233842" cy="25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A21D40A-B178-052E-41C2-6936564835D9}"/>
              </a:ext>
            </a:extLst>
          </p:cNvPr>
          <p:cNvSpPr/>
          <p:nvPr/>
        </p:nvSpPr>
        <p:spPr>
          <a:xfrm>
            <a:off x="11621916" y="2854181"/>
            <a:ext cx="168924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DeviceRegistry</a:t>
            </a:r>
            <a:br>
              <a:rPr lang="en-GB" dirty="0"/>
            </a:br>
            <a:r>
              <a:rPr lang="en-GB" dirty="0"/>
              <a:t>Factory</a:t>
            </a:r>
            <a:endParaRPr lang="en-DE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8F1D8C-0C6C-1847-7ECC-90A705283613}"/>
              </a:ext>
            </a:extLst>
          </p:cNvPr>
          <p:cNvSpPr/>
          <p:nvPr/>
        </p:nvSpPr>
        <p:spPr>
          <a:xfrm>
            <a:off x="10565052" y="3583789"/>
            <a:ext cx="168924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/>
              <a:t>Abstract</a:t>
            </a:r>
            <a:br>
              <a:rPr lang="en-GB" i="1" dirty="0"/>
            </a:br>
            <a:r>
              <a:rPr lang="en-GB" i="1" dirty="0" err="1"/>
              <a:t>DeviceRegistry</a:t>
            </a:r>
            <a:endParaRPr lang="en-DE" i="1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78348617-3F0C-ACAB-35B1-1D7DAFA4BA94}"/>
              </a:ext>
            </a:extLst>
          </p:cNvPr>
          <p:cNvSpPr/>
          <p:nvPr/>
        </p:nvSpPr>
        <p:spPr>
          <a:xfrm>
            <a:off x="11298308" y="276024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A68221F-1A43-2675-B580-67BB75EDBC6F}"/>
              </a:ext>
            </a:extLst>
          </p:cNvPr>
          <p:cNvCxnSpPr>
            <a:cxnSpLocks/>
            <a:stCxn id="44" idx="3"/>
            <a:endCxn id="43" idx="0"/>
          </p:cNvCxnSpPr>
          <p:nvPr/>
        </p:nvCxnSpPr>
        <p:spPr>
          <a:xfrm rot="16200000" flipH="1">
            <a:off x="11077665" y="3251779"/>
            <a:ext cx="661510" cy="251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31104E9-C9AF-F9E3-2B09-726F5B7ED46B}"/>
              </a:ext>
            </a:extLst>
          </p:cNvPr>
          <p:cNvSpPr/>
          <p:nvPr/>
        </p:nvSpPr>
        <p:spPr>
          <a:xfrm>
            <a:off x="10663369" y="420571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DeviceRegistryClient</a:t>
            </a:r>
            <a:endParaRPr lang="en-DE" i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861F28-76C1-790E-FA00-7386864F3A60}"/>
              </a:ext>
            </a:extLst>
          </p:cNvPr>
          <p:cNvSpPr/>
          <p:nvPr/>
        </p:nvSpPr>
        <p:spPr>
          <a:xfrm>
            <a:off x="10590064" y="497754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DeviceRegistry</a:t>
            </a:r>
            <a:endParaRPr lang="en-GB" dirty="0"/>
          </a:p>
          <a:p>
            <a:pPr algn="ctr"/>
            <a:r>
              <a:rPr lang="en-GB" dirty="0" err="1"/>
              <a:t>AasClient</a:t>
            </a:r>
            <a:endParaRPr lang="en-DE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747E90A-8806-4DA2-0618-B857F2CBE175}"/>
              </a:ext>
            </a:extLst>
          </p:cNvPr>
          <p:cNvCxnSpPr>
            <a:cxnSpLocks/>
            <a:stCxn id="42" idx="0"/>
            <a:endCxn id="38" idx="3"/>
          </p:cNvCxnSpPr>
          <p:nvPr/>
        </p:nvCxnSpPr>
        <p:spPr>
          <a:xfrm rot="16200000" flipV="1">
            <a:off x="12147934" y="2535576"/>
            <a:ext cx="341326" cy="295884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D795BB7-3C3D-B9A8-E2BC-EB2A5AD7B427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10993084" y="2564759"/>
            <a:ext cx="2276598" cy="1496130"/>
          </a:xfrm>
          <a:prstGeom prst="bentConnector4">
            <a:avLst>
              <a:gd name="adj1" fmla="val -349"/>
              <a:gd name="adj2" fmla="val 136134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7CD1DD33-020A-D1B3-901E-4E20BA79CBED}"/>
              </a:ext>
            </a:extLst>
          </p:cNvPr>
          <p:cNvSpPr/>
          <p:nvPr/>
        </p:nvSpPr>
        <p:spPr>
          <a:xfrm>
            <a:off x="11592206" y="4708749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75E5CC1-8FB8-B245-41A6-A3F8137A0298}"/>
              </a:ext>
            </a:extLst>
          </p:cNvPr>
          <p:cNvCxnSpPr>
            <a:cxnSpLocks/>
            <a:stCxn id="60" idx="3"/>
            <a:endCxn id="48" idx="0"/>
          </p:cNvCxnSpPr>
          <p:nvPr/>
        </p:nvCxnSpPr>
        <p:spPr>
          <a:xfrm rot="5400000">
            <a:off x="11646207" y="4922686"/>
            <a:ext cx="106754" cy="295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24CC7D4-FFEA-48A7-54A1-5E8514F01CF2}"/>
              </a:ext>
            </a:extLst>
          </p:cNvPr>
          <p:cNvSpPr/>
          <p:nvPr/>
        </p:nvSpPr>
        <p:spPr>
          <a:xfrm>
            <a:off x="7394305" y="3592427"/>
            <a:ext cx="25058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SshRemote</a:t>
            </a:r>
            <a:br>
              <a:rPr lang="en-GB" i="1" dirty="0"/>
            </a:br>
            <a:r>
              <a:rPr lang="en-GB" i="1" dirty="0" err="1"/>
              <a:t>ManagementOperations</a:t>
            </a:r>
            <a:endParaRPr lang="en-DE" i="1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BF08B0-94C1-B058-BB45-882E2DC2DE5C}"/>
              </a:ext>
            </a:extLst>
          </p:cNvPr>
          <p:cNvSpPr/>
          <p:nvPr/>
        </p:nvSpPr>
        <p:spPr>
          <a:xfrm>
            <a:off x="7123127" y="3205662"/>
            <a:ext cx="2961770" cy="24088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ssh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4A95699-755F-802C-5665-D7DFC1FC20F0}"/>
              </a:ext>
            </a:extLst>
          </p:cNvPr>
          <p:cNvSpPr/>
          <p:nvPr/>
        </p:nvSpPr>
        <p:spPr>
          <a:xfrm>
            <a:off x="7573121" y="421231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SshProxyFactory</a:t>
            </a:r>
            <a:endParaRPr lang="en-DE" dirty="0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7853AA10-DD08-4025-537C-0BF976470933}"/>
              </a:ext>
            </a:extLst>
          </p:cNvPr>
          <p:cNvSpPr/>
          <p:nvPr/>
        </p:nvSpPr>
        <p:spPr>
          <a:xfrm>
            <a:off x="6178951" y="109354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30E2434-9819-B6CD-251D-6CACAC1B3B59}"/>
              </a:ext>
            </a:extLst>
          </p:cNvPr>
          <p:cNvCxnSpPr>
            <a:cxnSpLocks/>
            <a:stCxn id="67" idx="3"/>
            <a:endCxn id="64" idx="0"/>
          </p:cNvCxnSpPr>
          <p:nvPr/>
        </p:nvCxnSpPr>
        <p:spPr>
          <a:xfrm rot="16200000" flipH="1">
            <a:off x="6299096" y="1244298"/>
            <a:ext cx="2336840" cy="2359417"/>
          </a:xfrm>
          <a:prstGeom prst="bentConnector3">
            <a:avLst>
              <a:gd name="adj1" fmla="val 5653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D639DF3-16B9-2A90-EE37-C064190D75E6}"/>
              </a:ext>
            </a:extLst>
          </p:cNvPr>
          <p:cNvSpPr/>
          <p:nvPr/>
        </p:nvSpPr>
        <p:spPr>
          <a:xfrm>
            <a:off x="7574474" y="492981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SshProxy</a:t>
            </a:r>
            <a:endParaRPr lang="en-DE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25DEA3E-BF5F-F656-3624-F34729FB744A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rot="16200000" flipH="1">
            <a:off x="8568496" y="4815797"/>
            <a:ext cx="226683" cy="135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DD21045A-89DC-F8B4-7821-FA8A07219F71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2011478" y="-419228"/>
            <a:ext cx="5313024" cy="1148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03E1725-7FF3-CCF6-8779-60F278754D02}"/>
              </a:ext>
            </a:extLst>
          </p:cNvPr>
          <p:cNvCxnSpPr>
            <a:cxnSpLocks/>
            <a:stCxn id="25" idx="3"/>
            <a:endCxn id="64" idx="1"/>
          </p:cNvCxnSpPr>
          <p:nvPr/>
        </p:nvCxnSpPr>
        <p:spPr>
          <a:xfrm>
            <a:off x="5496199" y="2507503"/>
            <a:ext cx="1898106" cy="133033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35FF09B-7D2D-833A-9D80-583D62E29A43}"/>
              </a:ext>
            </a:extLst>
          </p:cNvPr>
          <p:cNvCxnSpPr>
            <a:cxnSpLocks/>
            <a:stCxn id="25" idx="3"/>
            <a:endCxn id="38" idx="1"/>
          </p:cNvCxnSpPr>
          <p:nvPr/>
        </p:nvCxnSpPr>
        <p:spPr>
          <a:xfrm>
            <a:off x="5496199" y="2507503"/>
            <a:ext cx="5099266" cy="535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591F3373-B64F-DF76-15CA-7431FFE92E4E}"/>
              </a:ext>
            </a:extLst>
          </p:cNvPr>
          <p:cNvCxnSpPr>
            <a:cxnSpLocks/>
            <a:stCxn id="25" idx="1"/>
            <a:endCxn id="22" idx="1"/>
          </p:cNvCxnSpPr>
          <p:nvPr/>
        </p:nvCxnSpPr>
        <p:spPr>
          <a:xfrm rot="10800000">
            <a:off x="311738" y="-419227"/>
            <a:ext cx="2968383" cy="2926731"/>
          </a:xfrm>
          <a:prstGeom prst="bentConnector3">
            <a:avLst>
              <a:gd name="adj1" fmla="val 107701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6DDD0235-26B6-49C5-D11F-4CC2D0015A07}"/>
              </a:ext>
            </a:extLst>
          </p:cNvPr>
          <p:cNvSpPr/>
          <p:nvPr/>
        </p:nvSpPr>
        <p:spPr>
          <a:xfrm>
            <a:off x="768828" y="-14998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E503E26C-9629-A342-0159-18F7D1A380C9}"/>
              </a:ext>
            </a:extLst>
          </p:cNvPr>
          <p:cNvCxnSpPr>
            <a:cxnSpLocks/>
            <a:stCxn id="90" idx="3"/>
            <a:endCxn id="143" idx="0"/>
          </p:cNvCxnSpPr>
          <p:nvPr/>
        </p:nvCxnSpPr>
        <p:spPr>
          <a:xfrm rot="16200000" flipH="1">
            <a:off x="1560835" y="-671094"/>
            <a:ext cx="1488836" cy="2855136"/>
          </a:xfrm>
          <a:prstGeom prst="bentConnector3">
            <a:avLst>
              <a:gd name="adj1" fmla="val 36565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A7A5CA99-AD10-B7D6-EEEC-89462D5553C9}"/>
              </a:ext>
            </a:extLst>
          </p:cNvPr>
          <p:cNvSpPr/>
          <p:nvPr/>
        </p:nvSpPr>
        <p:spPr>
          <a:xfrm>
            <a:off x="3955385" y="41675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84DBD31D-20AC-B666-2A16-1192B250CFC5}"/>
              </a:ext>
            </a:extLst>
          </p:cNvPr>
          <p:cNvCxnSpPr>
            <a:cxnSpLocks/>
            <a:stCxn id="97" idx="3"/>
            <a:endCxn id="24" idx="0"/>
          </p:cNvCxnSpPr>
          <p:nvPr/>
        </p:nvCxnSpPr>
        <p:spPr>
          <a:xfrm rot="16200000" flipH="1">
            <a:off x="3763082" y="879952"/>
            <a:ext cx="921842" cy="31952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DA367B5B-2ACE-8F79-CA8E-0EDCEF37EF24}"/>
              </a:ext>
            </a:extLst>
          </p:cNvPr>
          <p:cNvCxnSpPr>
            <a:cxnSpLocks/>
            <a:stCxn id="67" idx="3"/>
            <a:endCxn id="141" idx="0"/>
          </p:cNvCxnSpPr>
          <p:nvPr/>
        </p:nvCxnSpPr>
        <p:spPr>
          <a:xfrm rot="5400000">
            <a:off x="5364837" y="582466"/>
            <a:ext cx="249851" cy="159609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>
            <a:extLst>
              <a:ext uri="{FF2B5EF4-FFF2-40B4-BE49-F238E27FC236}">
                <a16:creationId xmlns:a16="http://schemas.microsoft.com/office/drawing/2014/main" id="{4E89F5B1-5575-5E60-D725-48A0DA186705}"/>
              </a:ext>
            </a:extLst>
          </p:cNvPr>
          <p:cNvSpPr/>
          <p:nvPr/>
        </p:nvSpPr>
        <p:spPr>
          <a:xfrm>
            <a:off x="4280665" y="2014068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2F0D172B-2DC5-ED25-BC4D-E4C8663AD42E}"/>
              </a:ext>
            </a:extLst>
          </p:cNvPr>
          <p:cNvCxnSpPr>
            <a:cxnSpLocks/>
            <a:stCxn id="25" idx="0"/>
            <a:endCxn id="104" idx="3"/>
          </p:cNvCxnSpPr>
          <p:nvPr/>
        </p:nvCxnSpPr>
        <p:spPr>
          <a:xfrm rot="5400000" flipH="1" flipV="1">
            <a:off x="4345848" y="2218420"/>
            <a:ext cx="85987" cy="136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1A95E5FB-1D25-5315-6C79-46C9F9F193CC}"/>
              </a:ext>
            </a:extLst>
          </p:cNvPr>
          <p:cNvCxnSpPr>
            <a:cxnSpLocks/>
            <a:stCxn id="25" idx="1"/>
            <a:endCxn id="23" idx="1"/>
          </p:cNvCxnSpPr>
          <p:nvPr/>
        </p:nvCxnSpPr>
        <p:spPr>
          <a:xfrm rot="10800000">
            <a:off x="2236876" y="147213"/>
            <a:ext cx="1043245" cy="2360291"/>
          </a:xfrm>
          <a:prstGeom prst="bentConnector3">
            <a:avLst>
              <a:gd name="adj1" fmla="val 121912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7ED1856-9479-636C-B011-CD5FDBDACABF}"/>
              </a:ext>
            </a:extLst>
          </p:cNvPr>
          <p:cNvSpPr/>
          <p:nvPr/>
        </p:nvSpPr>
        <p:spPr>
          <a:xfrm>
            <a:off x="129788" y="286073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DeviceManagement</a:t>
            </a:r>
            <a:br>
              <a:rPr lang="en-GB" i="1" dirty="0"/>
            </a:br>
            <a:r>
              <a:rPr lang="en-GB" i="1" dirty="0"/>
              <a:t>Client</a:t>
            </a:r>
            <a:endParaRPr lang="en-DE" i="1" dirty="0"/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07C8B3D9-30A0-19FE-5FAD-212F9CEDECEB}"/>
              </a:ext>
            </a:extLst>
          </p:cNvPr>
          <p:cNvCxnSpPr>
            <a:cxnSpLocks/>
            <a:stCxn id="90" idx="3"/>
            <a:endCxn id="148" idx="0"/>
          </p:cNvCxnSpPr>
          <p:nvPr/>
        </p:nvCxnSpPr>
        <p:spPr>
          <a:xfrm rot="5400000">
            <a:off x="-548607" y="1434442"/>
            <a:ext cx="2848678" cy="390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B6D73473-D03C-8DFD-0B74-810A9FF18081}"/>
              </a:ext>
            </a:extLst>
          </p:cNvPr>
          <p:cNvCxnSpPr>
            <a:cxnSpLocks/>
            <a:stCxn id="97" idx="3"/>
            <a:endCxn id="113" idx="0"/>
          </p:cNvCxnSpPr>
          <p:nvPr/>
        </p:nvCxnSpPr>
        <p:spPr>
          <a:xfrm rot="5400000">
            <a:off x="1510064" y="306556"/>
            <a:ext cx="2281943" cy="2826414"/>
          </a:xfrm>
          <a:prstGeom prst="bentConnector3">
            <a:avLst>
              <a:gd name="adj1" fmla="val 19947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6C15CFB5-EBD7-9E40-AB2F-93818A993290}"/>
              </a:ext>
            </a:extLst>
          </p:cNvPr>
          <p:cNvCxnSpPr>
            <a:cxnSpLocks/>
            <a:stCxn id="67" idx="3"/>
            <a:endCxn id="147" idx="0"/>
          </p:cNvCxnSpPr>
          <p:nvPr/>
        </p:nvCxnSpPr>
        <p:spPr>
          <a:xfrm rot="5400000">
            <a:off x="3127640" y="-305987"/>
            <a:ext cx="1598594" cy="4721742"/>
          </a:xfrm>
          <a:prstGeom prst="bentConnector3">
            <a:avLst>
              <a:gd name="adj1" fmla="val 7398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A4DF3432-F888-44E5-378E-73E0DE329729}"/>
              </a:ext>
            </a:extLst>
          </p:cNvPr>
          <p:cNvSpPr/>
          <p:nvPr/>
        </p:nvSpPr>
        <p:spPr>
          <a:xfrm>
            <a:off x="1127087" y="3387440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B905045E-913B-43EF-8363-3B70844E9079}"/>
              </a:ext>
            </a:extLst>
          </p:cNvPr>
          <p:cNvCxnSpPr>
            <a:cxnSpLocks/>
            <a:stCxn id="10" idx="0"/>
            <a:endCxn id="123" idx="3"/>
          </p:cNvCxnSpPr>
          <p:nvPr/>
        </p:nvCxnSpPr>
        <p:spPr>
          <a:xfrm rot="5400000" flipH="1" flipV="1">
            <a:off x="1131236" y="3651538"/>
            <a:ext cx="206767" cy="265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009C6AE7-46DD-FA95-8C61-3E092C6AAF1D}"/>
              </a:ext>
            </a:extLst>
          </p:cNvPr>
          <p:cNvCxnSpPr>
            <a:cxnSpLocks/>
            <a:stCxn id="6" idx="3"/>
            <a:endCxn id="24" idx="3"/>
          </p:cNvCxnSpPr>
          <p:nvPr/>
        </p:nvCxnSpPr>
        <p:spPr>
          <a:xfrm flipV="1">
            <a:off x="5333692" y="1746043"/>
            <a:ext cx="158111" cy="2257916"/>
          </a:xfrm>
          <a:prstGeom prst="bentConnector3">
            <a:avLst>
              <a:gd name="adj1" fmla="val 244582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ADDF769-3C7A-9AB0-DC46-DA053D987A86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2341333" y="4001655"/>
            <a:ext cx="776280" cy="230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D7B370F-79C0-25A2-134E-8FCA8B5EF475}"/>
              </a:ext>
            </a:extLst>
          </p:cNvPr>
          <p:cNvSpPr/>
          <p:nvPr/>
        </p:nvSpPr>
        <p:spPr>
          <a:xfrm>
            <a:off x="4538472" y="1505438"/>
            <a:ext cx="306487" cy="10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75BBFD6-E7D2-5EDE-1A64-8AFA0EF5E4D2}"/>
              </a:ext>
            </a:extLst>
          </p:cNvPr>
          <p:cNvSpPr/>
          <p:nvPr/>
        </p:nvSpPr>
        <p:spPr>
          <a:xfrm>
            <a:off x="3579577" y="1500892"/>
            <a:ext cx="306487" cy="10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0174684-A262-E470-3425-E81DE9E8B325}"/>
              </a:ext>
            </a:extLst>
          </p:cNvPr>
          <p:cNvSpPr/>
          <p:nvPr/>
        </p:nvSpPr>
        <p:spPr>
          <a:xfrm>
            <a:off x="1412822" y="2854181"/>
            <a:ext cx="306487" cy="10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A92406D-A227-09FE-6518-45C5E5EF4FC2}"/>
              </a:ext>
            </a:extLst>
          </p:cNvPr>
          <p:cNvSpPr/>
          <p:nvPr/>
        </p:nvSpPr>
        <p:spPr>
          <a:xfrm>
            <a:off x="720535" y="2860734"/>
            <a:ext cx="306487" cy="10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77963CB-F96F-3CC2-28DE-49B8E44236E1}"/>
              </a:ext>
            </a:extLst>
          </p:cNvPr>
          <p:cNvSpPr/>
          <p:nvPr/>
        </p:nvSpPr>
        <p:spPr>
          <a:xfrm>
            <a:off x="10467975" y="6033643"/>
            <a:ext cx="1377008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deviceMgt</a:t>
            </a:r>
            <a:r>
              <a:rPr lang="en-GB" dirty="0">
                <a:solidFill>
                  <a:schemeClr val="tx1"/>
                </a:solidFill>
              </a:rPr>
              <a:t>.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thingsBoard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B866195-623C-AE24-49CD-2489467596FF}"/>
              </a:ext>
            </a:extLst>
          </p:cNvPr>
          <p:cNvSpPr/>
          <p:nvPr/>
        </p:nvSpPr>
        <p:spPr>
          <a:xfrm>
            <a:off x="12025093" y="6039859"/>
            <a:ext cx="1406473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deviceMgt</a:t>
            </a:r>
            <a:r>
              <a:rPr lang="en-GB" dirty="0">
                <a:solidFill>
                  <a:schemeClr val="tx1"/>
                </a:solidFill>
              </a:rPr>
              <a:t>.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basicRegistry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2D67561-B145-8446-AD9F-568495B74401}"/>
              </a:ext>
            </a:extLst>
          </p:cNvPr>
          <p:cNvSpPr/>
          <p:nvPr/>
        </p:nvSpPr>
        <p:spPr>
          <a:xfrm>
            <a:off x="11018627" y="5496714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0983DEEF-BF24-0900-A2FE-32C556331631}"/>
              </a:ext>
            </a:extLst>
          </p:cNvPr>
          <p:cNvCxnSpPr>
            <a:cxnSpLocks/>
            <a:stCxn id="182" idx="0"/>
            <a:endCxn id="184" idx="2"/>
          </p:cNvCxnSpPr>
          <p:nvPr/>
        </p:nvCxnSpPr>
        <p:spPr>
          <a:xfrm rot="16200000" flipV="1">
            <a:off x="10946089" y="5823253"/>
            <a:ext cx="415009" cy="577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5E7965A-9F3E-4A34-500B-26F8324FDF9B}"/>
              </a:ext>
            </a:extLst>
          </p:cNvPr>
          <p:cNvSpPr/>
          <p:nvPr/>
        </p:nvSpPr>
        <p:spPr>
          <a:xfrm>
            <a:off x="12601052" y="5506657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855F44B9-3757-6B94-81A6-E130E0CB5965}"/>
              </a:ext>
            </a:extLst>
          </p:cNvPr>
          <p:cNvCxnSpPr>
            <a:cxnSpLocks/>
            <a:stCxn id="183" idx="0"/>
            <a:endCxn id="186" idx="2"/>
          </p:cNvCxnSpPr>
          <p:nvPr/>
        </p:nvCxnSpPr>
        <p:spPr>
          <a:xfrm rot="5400000" flipH="1" flipV="1">
            <a:off x="12525090" y="5831817"/>
            <a:ext cx="411282" cy="480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C3B1074-49F6-E84C-506D-5C8AEAB256A1}"/>
              </a:ext>
            </a:extLst>
          </p:cNvPr>
          <p:cNvSpPr/>
          <p:nvPr/>
        </p:nvSpPr>
        <p:spPr>
          <a:xfrm>
            <a:off x="3864901" y="6186194"/>
            <a:ext cx="1792949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deviceMgt.minio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B2560D4-59B9-71AF-1D6A-3970253E2CBA}"/>
              </a:ext>
            </a:extLst>
          </p:cNvPr>
          <p:cNvSpPr/>
          <p:nvPr/>
        </p:nvSpPr>
        <p:spPr>
          <a:xfrm>
            <a:off x="4629039" y="5652992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D8F4F683-5004-2E10-73C6-44AE34FB54B0}"/>
              </a:ext>
            </a:extLst>
          </p:cNvPr>
          <p:cNvCxnSpPr>
            <a:cxnSpLocks/>
            <a:stCxn id="189" idx="0"/>
            <a:endCxn id="190" idx="2"/>
          </p:cNvCxnSpPr>
          <p:nvPr/>
        </p:nvCxnSpPr>
        <p:spPr>
          <a:xfrm rot="16200000" flipV="1">
            <a:off x="4555607" y="5980424"/>
            <a:ext cx="411282" cy="25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021C8CB-D891-8CCF-19B9-3EB6751691F3}"/>
              </a:ext>
            </a:extLst>
          </p:cNvPr>
          <p:cNvSpPr/>
          <p:nvPr/>
        </p:nvSpPr>
        <p:spPr>
          <a:xfrm>
            <a:off x="5789673" y="6202646"/>
            <a:ext cx="1963677" cy="68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deviceMgt.s3mock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E0EC6FF-EFB7-C917-E314-23DCF717A375}"/>
              </a:ext>
            </a:extLst>
          </p:cNvPr>
          <p:cNvSpPr/>
          <p:nvPr/>
        </p:nvSpPr>
        <p:spPr>
          <a:xfrm>
            <a:off x="6639536" y="5669444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58880CA6-0827-ACFA-1392-E1D5E0C8A808}"/>
              </a:ext>
            </a:extLst>
          </p:cNvPr>
          <p:cNvCxnSpPr>
            <a:cxnSpLocks/>
            <a:stCxn id="193" idx="0"/>
            <a:endCxn id="194" idx="2"/>
          </p:cNvCxnSpPr>
          <p:nvPr/>
        </p:nvCxnSpPr>
        <p:spPr>
          <a:xfrm rot="5400000" flipH="1" flipV="1">
            <a:off x="6565923" y="5996953"/>
            <a:ext cx="411282" cy="10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C9CC36F2-77EC-2258-7CC7-D0F33658270D}"/>
              </a:ext>
            </a:extLst>
          </p:cNvPr>
          <p:cNvSpPr/>
          <p:nvPr/>
        </p:nvSpPr>
        <p:spPr>
          <a:xfrm>
            <a:off x="8440789" y="592382"/>
            <a:ext cx="184890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DeviceRegistry</a:t>
            </a:r>
            <a:br>
              <a:rPr lang="en-GB" dirty="0"/>
            </a:br>
            <a:r>
              <a:rPr lang="en-GB" dirty="0" err="1"/>
              <a:t>Aas</a:t>
            </a:r>
            <a:endParaRPr lang="en-DE" dirty="0"/>
          </a:p>
        </p:txBody>
      </p: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9FD6DC6F-FCE9-7839-E334-980BDE1CC82C}"/>
              </a:ext>
            </a:extLst>
          </p:cNvPr>
          <p:cNvCxnSpPr>
            <a:cxnSpLocks/>
            <a:stCxn id="200" idx="2"/>
            <a:endCxn id="38" idx="1"/>
          </p:cNvCxnSpPr>
          <p:nvPr/>
        </p:nvCxnSpPr>
        <p:spPr>
          <a:xfrm rot="16200000" flipH="1">
            <a:off x="9265527" y="1182916"/>
            <a:ext cx="1429655" cy="1230222"/>
          </a:xfrm>
          <a:prstGeom prst="bentConnector2">
            <a:avLst/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142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4DDA16-A11A-7DDC-1150-8D874DFCFA23}"/>
              </a:ext>
            </a:extLst>
          </p:cNvPr>
          <p:cNvSpPr/>
          <p:nvPr/>
        </p:nvSpPr>
        <p:spPr>
          <a:xfrm>
            <a:off x="4683236" y="55755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MonitoringSetup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E6C28-9D28-D22D-2CFD-CFC0F25AE973}"/>
              </a:ext>
            </a:extLst>
          </p:cNvPr>
          <p:cNvSpPr/>
          <p:nvPr/>
        </p:nvSpPr>
        <p:spPr>
          <a:xfrm>
            <a:off x="7026203" y="55755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MonitoringLifecycle</a:t>
            </a:r>
            <a:br>
              <a:rPr lang="en-GB" dirty="0"/>
            </a:br>
            <a:r>
              <a:rPr lang="en-GB" dirty="0"/>
              <a:t>Descriptor</a:t>
            </a:r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94B0-8591-44B0-5E96-9A8631309D2B}"/>
              </a:ext>
            </a:extLst>
          </p:cNvPr>
          <p:cNvSpPr/>
          <p:nvPr/>
        </p:nvSpPr>
        <p:spPr>
          <a:xfrm>
            <a:off x="2340269" y="56160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MonitoringReceiver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BF3A7-660A-4B85-3B50-31EECBEFBAAD}"/>
              </a:ext>
            </a:extLst>
          </p:cNvPr>
          <p:cNvSpPr/>
          <p:nvPr/>
        </p:nvSpPr>
        <p:spPr>
          <a:xfrm>
            <a:off x="31402" y="56160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MonitoringAAS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07B80-F7A8-ADDA-7B42-7525D66BA93A}"/>
              </a:ext>
            </a:extLst>
          </p:cNvPr>
          <p:cNvSpPr/>
          <p:nvPr/>
        </p:nvSpPr>
        <p:spPr>
          <a:xfrm>
            <a:off x="1259927" y="1497540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Transport</a:t>
            </a:r>
          </a:p>
          <a:p>
            <a:pPr algn="ctr"/>
            <a:r>
              <a:rPr lang="en-GB" dirty="0"/>
              <a:t>(from transport)</a:t>
            </a:r>
            <a:endParaRPr lang="en-DE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6601397-BFC1-B689-7E54-0B2902533C99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6200000" flipH="1">
            <a:off x="1497078" y="694787"/>
            <a:ext cx="445117" cy="116038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E4FFAAC-726D-9FB6-7E07-20AC3E0907A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2651512" y="700742"/>
            <a:ext cx="445117" cy="114847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BA8008F-E9C2-CFCB-C24B-F89AF54220B1}"/>
              </a:ext>
            </a:extLst>
          </p:cNvPr>
          <p:cNvSpPr/>
          <p:nvPr/>
        </p:nvSpPr>
        <p:spPr>
          <a:xfrm>
            <a:off x="5701792" y="1048376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03F83-D09D-A59F-3942-6EEADE096193}"/>
              </a:ext>
            </a:extLst>
          </p:cNvPr>
          <p:cNvSpPr/>
          <p:nvPr/>
        </p:nvSpPr>
        <p:spPr>
          <a:xfrm>
            <a:off x="-136167" y="212495"/>
            <a:ext cx="9471553" cy="2162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monitoring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7ECE69-3AB2-ECDF-CDFA-8EED1BCC60F6}"/>
              </a:ext>
            </a:extLst>
          </p:cNvPr>
          <p:cNvSpPr/>
          <p:nvPr/>
        </p:nvSpPr>
        <p:spPr>
          <a:xfrm>
            <a:off x="-136167" y="2719668"/>
            <a:ext cx="12200576" cy="14869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Monitoring.prometheus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DB8BA5-6652-7469-C656-6FDC85AE04BD}"/>
              </a:ext>
            </a:extLst>
          </p:cNvPr>
          <p:cNvSpPr/>
          <p:nvPr/>
        </p:nvSpPr>
        <p:spPr>
          <a:xfrm>
            <a:off x="4704499" y="283646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ConfigModifier</a:t>
            </a:r>
            <a:endParaRPr lang="en-DE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4B301F2-984F-2B74-BC5A-54E0B0907B53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 rot="16200000" flipH="1">
            <a:off x="4998570" y="2022494"/>
            <a:ext cx="1626049" cy="18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2F8F7B5-AFBF-8D55-033B-1871E2FB1746}"/>
              </a:ext>
            </a:extLst>
          </p:cNvPr>
          <p:cNvSpPr/>
          <p:nvPr/>
        </p:nvSpPr>
        <p:spPr>
          <a:xfrm>
            <a:off x="7119307" y="2836464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PrometheusLifecycle</a:t>
            </a:r>
            <a:br>
              <a:rPr lang="en-GB" dirty="0"/>
            </a:br>
            <a:r>
              <a:rPr lang="en-GB" dirty="0"/>
              <a:t>Descriptor</a:t>
            </a:r>
            <a:endParaRPr lang="en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145975-F63E-A346-6F15-59E7510579F6}"/>
              </a:ext>
            </a:extLst>
          </p:cNvPr>
          <p:cNvSpPr/>
          <p:nvPr/>
        </p:nvSpPr>
        <p:spPr>
          <a:xfrm>
            <a:off x="9707771" y="3570276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IipEcosphere</a:t>
            </a:r>
            <a:br>
              <a:rPr lang="en-GB" dirty="0"/>
            </a:br>
            <a:r>
              <a:rPr lang="en-GB" dirty="0" err="1"/>
              <a:t>PrometheusExporter</a:t>
            </a:r>
            <a:endParaRPr lang="en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30071C-DB92-BAF1-283D-68752BA2B273}"/>
              </a:ext>
            </a:extLst>
          </p:cNvPr>
          <p:cNvSpPr/>
          <p:nvPr/>
        </p:nvSpPr>
        <p:spPr>
          <a:xfrm>
            <a:off x="7043128" y="3570276"/>
            <a:ext cx="2368436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AlertManagerImporter</a:t>
            </a:r>
            <a:endParaRPr lang="en-DE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86F5034-8AF1-111B-E1B1-C0C8DDAAF1E0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9335386" y="3081873"/>
            <a:ext cx="372385" cy="73381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61EA3CC-456B-EC47-8A16-DF55E6E919C7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 rot="5400000">
            <a:off x="8105850" y="3448779"/>
            <a:ext cx="242994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A52B08E-D14F-EB02-E474-D62B86F07229}"/>
              </a:ext>
            </a:extLst>
          </p:cNvPr>
          <p:cNvSpPr/>
          <p:nvPr/>
        </p:nvSpPr>
        <p:spPr>
          <a:xfrm>
            <a:off x="4711587" y="356383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ScrapeEndpoint</a:t>
            </a:r>
            <a:endParaRPr lang="en-DE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19D64AD-1BA4-25C5-1006-96AA5D4FC8A7}"/>
              </a:ext>
            </a:extLst>
          </p:cNvPr>
          <p:cNvCxnSpPr>
            <a:cxnSpLocks/>
            <a:stCxn id="23" idx="2"/>
            <a:endCxn id="36" idx="0"/>
          </p:cNvCxnSpPr>
          <p:nvPr/>
        </p:nvCxnSpPr>
        <p:spPr>
          <a:xfrm rot="16200000" flipH="1">
            <a:off x="5697808" y="3442013"/>
            <a:ext cx="236550" cy="708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5BCBE1F-3D68-64A0-50A1-C4605C6A294E}"/>
              </a:ext>
            </a:extLst>
          </p:cNvPr>
          <p:cNvSpPr txBox="1"/>
          <p:nvPr/>
        </p:nvSpPr>
        <p:spPr>
          <a:xfrm>
            <a:off x="5819626" y="33158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11780B-23CE-610B-3C74-5DF4DF2E4A29}"/>
              </a:ext>
            </a:extLst>
          </p:cNvPr>
          <p:cNvSpPr/>
          <p:nvPr/>
        </p:nvSpPr>
        <p:spPr>
          <a:xfrm>
            <a:off x="6927666" y="159497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MetricsExporter</a:t>
            </a:r>
            <a:endParaRPr lang="en-DE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782AF845-4310-5097-18D8-BFDCCBB0E228}"/>
              </a:ext>
            </a:extLst>
          </p:cNvPr>
          <p:cNvSpPr/>
          <p:nvPr/>
        </p:nvSpPr>
        <p:spPr>
          <a:xfrm>
            <a:off x="8009632" y="2093204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92722A2-2AA4-4E2F-9920-0E3B49A682D7}"/>
              </a:ext>
            </a:extLst>
          </p:cNvPr>
          <p:cNvCxnSpPr>
            <a:cxnSpLocks/>
            <a:stCxn id="54" idx="3"/>
            <a:endCxn id="28" idx="0"/>
          </p:cNvCxnSpPr>
          <p:nvPr/>
        </p:nvCxnSpPr>
        <p:spPr>
          <a:xfrm rot="16200000" flipH="1">
            <a:off x="8809634" y="1564098"/>
            <a:ext cx="1315033" cy="2697322"/>
          </a:xfrm>
          <a:prstGeom prst="bentConnector3">
            <a:avLst>
              <a:gd name="adj1" fmla="val 23588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E6B7A7A-D3CA-3953-43B8-3607E9582993}"/>
              </a:ext>
            </a:extLst>
          </p:cNvPr>
          <p:cNvSpPr/>
          <p:nvPr/>
        </p:nvSpPr>
        <p:spPr>
          <a:xfrm>
            <a:off x="4556348" y="4529385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Prometheus</a:t>
            </a:r>
            <a:endParaRPr lang="en-DE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926807-D2C6-08A4-5744-966C7A8D689D}"/>
              </a:ext>
            </a:extLst>
          </p:cNvPr>
          <p:cNvSpPr/>
          <p:nvPr/>
        </p:nvSpPr>
        <p:spPr>
          <a:xfrm>
            <a:off x="6786070" y="4529385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PrometheusClient</a:t>
            </a:r>
            <a:endParaRPr lang="en-DE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EB67EFF-EED4-2AC0-C2E6-628E1DC98EBA}"/>
              </a:ext>
            </a:extLst>
          </p:cNvPr>
          <p:cNvSpPr/>
          <p:nvPr/>
        </p:nvSpPr>
        <p:spPr>
          <a:xfrm>
            <a:off x="9015792" y="4529385"/>
            <a:ext cx="2079805" cy="762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Alertmonitor</a:t>
            </a:r>
            <a:endParaRPr lang="en-DE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E3EB43A-9D21-C24D-A79E-77E06FE477CF}"/>
              </a:ext>
            </a:extLst>
          </p:cNvPr>
          <p:cNvCxnSpPr>
            <a:cxnSpLocks/>
            <a:stCxn id="70" idx="2"/>
            <a:endCxn id="65" idx="0"/>
          </p:cNvCxnSpPr>
          <p:nvPr/>
        </p:nvCxnSpPr>
        <p:spPr>
          <a:xfrm rot="16200000" flipH="1">
            <a:off x="5434842" y="4367976"/>
            <a:ext cx="322816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4C5ABE-23CD-C3FB-DC7D-A022CEE6BCF4}"/>
              </a:ext>
            </a:extLst>
          </p:cNvPr>
          <p:cNvSpPr/>
          <p:nvPr/>
        </p:nvSpPr>
        <p:spPr>
          <a:xfrm>
            <a:off x="5464170" y="4084649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D8E8EE1-7606-E0A4-A8BC-D069B496B6BF}"/>
              </a:ext>
            </a:extLst>
          </p:cNvPr>
          <p:cNvCxnSpPr>
            <a:cxnSpLocks/>
            <a:stCxn id="73" idx="2"/>
            <a:endCxn id="66" idx="0"/>
          </p:cNvCxnSpPr>
          <p:nvPr/>
        </p:nvCxnSpPr>
        <p:spPr>
          <a:xfrm rot="5400000">
            <a:off x="7667082" y="4369570"/>
            <a:ext cx="318707" cy="92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065C314-1190-83CC-6FD5-3B6E6967EE63}"/>
              </a:ext>
            </a:extLst>
          </p:cNvPr>
          <p:cNvSpPr/>
          <p:nvPr/>
        </p:nvSpPr>
        <p:spPr>
          <a:xfrm>
            <a:off x="7694816" y="4088758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E2C6DD3-DC0D-508F-CD21-311D97A58AC3}"/>
              </a:ext>
            </a:extLst>
          </p:cNvPr>
          <p:cNvCxnSpPr>
            <a:cxnSpLocks/>
            <a:stCxn id="77" idx="2"/>
            <a:endCxn id="67" idx="0"/>
          </p:cNvCxnSpPr>
          <p:nvPr/>
        </p:nvCxnSpPr>
        <p:spPr>
          <a:xfrm rot="5400000">
            <a:off x="9892096" y="4362510"/>
            <a:ext cx="330475" cy="327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FB8D9B6F-CE69-9D0C-C796-75E88A212157}"/>
              </a:ext>
            </a:extLst>
          </p:cNvPr>
          <p:cNvSpPr/>
          <p:nvPr/>
        </p:nvSpPr>
        <p:spPr>
          <a:xfrm>
            <a:off x="9926890" y="4076990"/>
            <a:ext cx="264160" cy="121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1575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F4D610-A25C-EEF3-BC9C-F6E3B8FCB70D}"/>
              </a:ext>
            </a:extLst>
          </p:cNvPr>
          <p:cNvSpPr/>
          <p:nvPr/>
        </p:nvSpPr>
        <p:spPr>
          <a:xfrm>
            <a:off x="381400" y="568036"/>
            <a:ext cx="2216079" cy="8274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AbstractRest</a:t>
            </a:r>
            <a:br>
              <a:rPr lang="en-GB" dirty="0"/>
            </a:br>
            <a:r>
              <a:rPr lang="en-GB" dirty="0" err="1"/>
              <a:t>ProcessingService</a:t>
            </a:r>
            <a:endParaRPr lang="en-GB" dirty="0"/>
          </a:p>
          <a:p>
            <a:pPr algn="ctr"/>
            <a:r>
              <a:rPr lang="en-GB" dirty="0"/>
              <a:t>(from environment)</a:t>
            </a:r>
            <a:endParaRPr lang="en-DE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90A9371-EA52-37EB-7697-304D2DCA39DA}"/>
              </a:ext>
            </a:extLst>
          </p:cNvPr>
          <p:cNvSpPr/>
          <p:nvPr/>
        </p:nvSpPr>
        <p:spPr>
          <a:xfrm>
            <a:off x="1399956" y="1395503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9A90D-CC39-BAC9-4969-D389A53BFBFC}"/>
              </a:ext>
            </a:extLst>
          </p:cNvPr>
          <p:cNvSpPr/>
          <p:nvPr/>
        </p:nvSpPr>
        <p:spPr>
          <a:xfrm>
            <a:off x="402663" y="287879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RtsaRestService</a:t>
            </a:r>
            <a:endParaRPr lang="en-DE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5589D57-5D7F-F129-E941-2D58FB8D9E45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rot="16200000" flipH="1">
            <a:off x="849134" y="2217221"/>
            <a:ext cx="1321248" cy="18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85D694D-A756-8D82-D0DE-722BB1ECBBCB}"/>
              </a:ext>
            </a:extLst>
          </p:cNvPr>
          <p:cNvSpPr/>
          <p:nvPr/>
        </p:nvSpPr>
        <p:spPr>
          <a:xfrm>
            <a:off x="3108351" y="573867"/>
            <a:ext cx="2216079" cy="8274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PythonAsyncProcess</a:t>
            </a:r>
            <a:br>
              <a:rPr lang="en-GB" dirty="0"/>
            </a:br>
            <a:r>
              <a:rPr lang="en-GB" dirty="0"/>
              <a:t>Service</a:t>
            </a:r>
          </a:p>
          <a:p>
            <a:pPr algn="ctr"/>
            <a:r>
              <a:rPr lang="en-GB" dirty="0"/>
              <a:t>(from environment)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34EB7A-2B45-A506-AE86-591E04588F4B}"/>
              </a:ext>
            </a:extLst>
          </p:cNvPr>
          <p:cNvSpPr/>
          <p:nvPr/>
        </p:nvSpPr>
        <p:spPr>
          <a:xfrm>
            <a:off x="400773" y="4859485"/>
            <a:ext cx="2216079" cy="8274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RapidMiner RTSA</a:t>
            </a:r>
            <a:endParaRPr lang="en-DE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BA78639-CCA5-11A5-CD6B-E5E3445CFFA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764820" y="4113601"/>
            <a:ext cx="1489877" cy="18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6807E-BE83-B04A-E5EF-D60179356897}"/>
              </a:ext>
            </a:extLst>
          </p:cNvPr>
          <p:cNvSpPr/>
          <p:nvPr/>
        </p:nvSpPr>
        <p:spPr>
          <a:xfrm>
            <a:off x="126581" y="1866300"/>
            <a:ext cx="13163073" cy="2747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reusableIntelligentServices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E83A77-7D3D-A90B-3342-2A122E829F13}"/>
              </a:ext>
            </a:extLst>
          </p:cNvPr>
          <p:cNvSpPr/>
          <p:nvPr/>
        </p:nvSpPr>
        <p:spPr>
          <a:xfrm>
            <a:off x="249382" y="2385010"/>
            <a:ext cx="2611582" cy="1168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rapidminer.rtsa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120392-9EA4-A23B-B908-B9511909BDC6}"/>
              </a:ext>
            </a:extLst>
          </p:cNvPr>
          <p:cNvSpPr/>
          <p:nvPr/>
        </p:nvSpPr>
        <p:spPr>
          <a:xfrm>
            <a:off x="2942093" y="2385010"/>
            <a:ext cx="2611582" cy="177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federatedLearning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C74CF1-6137-ED19-47E6-DDB7BB2486E3}"/>
              </a:ext>
            </a:extLst>
          </p:cNvPr>
          <p:cNvSpPr/>
          <p:nvPr/>
        </p:nvSpPr>
        <p:spPr>
          <a:xfrm>
            <a:off x="3080871" y="287879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FLServerService</a:t>
            </a:r>
            <a:endParaRPr lang="en-DE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23CDB1E-CB9A-81F2-13E7-25CFAE400907}"/>
              </a:ext>
            </a:extLst>
          </p:cNvPr>
          <p:cNvSpPr/>
          <p:nvPr/>
        </p:nvSpPr>
        <p:spPr>
          <a:xfrm>
            <a:off x="4082024" y="1463222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9D56F9D-197B-E9B1-7228-944E743E43FC}"/>
              </a:ext>
            </a:extLst>
          </p:cNvPr>
          <p:cNvCxnSpPr>
            <a:cxnSpLocks/>
            <a:stCxn id="18" idx="3"/>
            <a:endCxn id="17" idx="0"/>
          </p:cNvCxnSpPr>
          <p:nvPr/>
        </p:nvCxnSpPr>
        <p:spPr>
          <a:xfrm rot="5400000">
            <a:off x="3563132" y="2251040"/>
            <a:ext cx="1253529" cy="197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0024B04-AD0A-1BFC-D15F-1662E4A950F2}"/>
              </a:ext>
            </a:extLst>
          </p:cNvPr>
          <p:cNvSpPr/>
          <p:nvPr/>
        </p:nvSpPr>
        <p:spPr>
          <a:xfrm>
            <a:off x="3136583" y="3527840"/>
            <a:ext cx="108056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FLClient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EA10E4-7FCB-DE50-7994-874DE5C87C0D}"/>
              </a:ext>
            </a:extLst>
          </p:cNvPr>
          <p:cNvSpPr/>
          <p:nvPr/>
        </p:nvSpPr>
        <p:spPr>
          <a:xfrm>
            <a:off x="4359636" y="3540766"/>
            <a:ext cx="108056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FLServer</a:t>
            </a:r>
            <a:endParaRPr lang="en-DE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67BCE48-BE38-27D8-C41D-A31067D3BC6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4217148" y="3773249"/>
            <a:ext cx="142488" cy="1292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A01E62E-D6C3-733A-0CA1-5206C0A96D2A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 rot="16200000" flipH="1">
            <a:off x="4458836" y="3099683"/>
            <a:ext cx="171158" cy="71100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D814DB1-7E21-5502-AAD0-D5E229AB3411}"/>
              </a:ext>
            </a:extLst>
          </p:cNvPr>
          <p:cNvSpPr/>
          <p:nvPr/>
        </p:nvSpPr>
        <p:spPr>
          <a:xfrm>
            <a:off x="5387424" y="579146"/>
            <a:ext cx="2216079" cy="8274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NetworkManager</a:t>
            </a:r>
            <a:endParaRPr lang="en-GB" dirty="0"/>
          </a:p>
          <a:p>
            <a:pPr algn="ctr"/>
            <a:r>
              <a:rPr lang="en-GB" dirty="0"/>
              <a:t>(from support)</a:t>
            </a:r>
            <a:endParaRPr lang="en-DE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7DE17FC-45B1-8EF8-CAB1-EA44A10CA6CA}"/>
              </a:ext>
            </a:extLst>
          </p:cNvPr>
          <p:cNvCxnSpPr>
            <a:cxnSpLocks/>
            <a:stCxn id="17" idx="3"/>
            <a:endCxn id="29" idx="2"/>
          </p:cNvCxnSpPr>
          <p:nvPr/>
        </p:nvCxnSpPr>
        <p:spPr>
          <a:xfrm flipV="1">
            <a:off x="5296950" y="1406613"/>
            <a:ext cx="1198514" cy="1717586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C9B523B-549E-B069-8E91-6A1730FE202F}"/>
              </a:ext>
            </a:extLst>
          </p:cNvPr>
          <p:cNvSpPr/>
          <p:nvPr/>
        </p:nvSpPr>
        <p:spPr>
          <a:xfrm>
            <a:off x="6660684" y="2359158"/>
            <a:ext cx="2922030" cy="2136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3F16F9-D113-5B02-8BA5-0C568F8AF09B}"/>
              </a:ext>
            </a:extLst>
          </p:cNvPr>
          <p:cNvSpPr/>
          <p:nvPr/>
        </p:nvSpPr>
        <p:spPr>
          <a:xfrm>
            <a:off x="6858435" y="2698090"/>
            <a:ext cx="26115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ImageEncodingDecoding</a:t>
            </a:r>
            <a:endParaRPr lang="en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0130AC-4205-0CBD-749B-BD19803D7EC5}"/>
              </a:ext>
            </a:extLst>
          </p:cNvPr>
          <p:cNvSpPr/>
          <p:nvPr/>
        </p:nvSpPr>
        <p:spPr>
          <a:xfrm>
            <a:off x="6858435" y="3282431"/>
            <a:ext cx="26115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ImageProcessing</a:t>
            </a:r>
            <a:endParaRPr lang="en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D0ECE2-A7B6-2983-9B18-2ED10E571696}"/>
              </a:ext>
            </a:extLst>
          </p:cNvPr>
          <p:cNvSpPr/>
          <p:nvPr/>
        </p:nvSpPr>
        <p:spPr>
          <a:xfrm>
            <a:off x="6858435" y="3887555"/>
            <a:ext cx="261158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QRCodeScanner</a:t>
            </a:r>
            <a:endParaRPr lang="en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8ED722-557B-AA49-A749-9284D0273A98}"/>
              </a:ext>
            </a:extLst>
          </p:cNvPr>
          <p:cNvSpPr/>
          <p:nvPr/>
        </p:nvSpPr>
        <p:spPr>
          <a:xfrm>
            <a:off x="9780464" y="2359157"/>
            <a:ext cx="3402135" cy="17457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aggregation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549847-7CCC-9160-6C8E-BC02E2FFEE26}"/>
              </a:ext>
            </a:extLst>
          </p:cNvPr>
          <p:cNvSpPr/>
          <p:nvPr/>
        </p:nvSpPr>
        <p:spPr>
          <a:xfrm>
            <a:off x="9978215" y="2815600"/>
            <a:ext cx="307884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ChannelTimeSeriesAggregator</a:t>
            </a:r>
            <a:endParaRPr lang="en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CB507C-E307-D3B2-A13B-8BBE348E3260}"/>
              </a:ext>
            </a:extLst>
          </p:cNvPr>
          <p:cNvSpPr/>
          <p:nvPr/>
        </p:nvSpPr>
        <p:spPr>
          <a:xfrm>
            <a:off x="9978214" y="3517451"/>
            <a:ext cx="307884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MultiChannel</a:t>
            </a:r>
            <a:br>
              <a:rPr lang="en-GB" dirty="0"/>
            </a:br>
            <a:r>
              <a:rPr lang="en-GB" dirty="0" err="1"/>
              <a:t>TimeSeriesAggregator</a:t>
            </a:r>
            <a:endParaRPr lang="en-DE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367199F-0DD1-D800-AF4C-00C9D6F04B9D}"/>
              </a:ext>
            </a:extLst>
          </p:cNvPr>
          <p:cNvCxnSpPr>
            <a:cxnSpLocks/>
            <a:stCxn id="40" idx="0"/>
          </p:cNvCxnSpPr>
          <p:nvPr/>
        </p:nvCxnSpPr>
        <p:spPr>
          <a:xfrm rot="16200000" flipV="1">
            <a:off x="11407213" y="3407025"/>
            <a:ext cx="211033" cy="982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A43C05E-A48B-6DFD-FDE4-4DA655F34E6D}"/>
              </a:ext>
            </a:extLst>
          </p:cNvPr>
          <p:cNvSpPr txBox="1"/>
          <p:nvPr/>
        </p:nvSpPr>
        <p:spPr>
          <a:xfrm>
            <a:off x="11517638" y="32640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C5BF7A-DE07-8B2F-760F-2B56305C390D}"/>
              </a:ext>
            </a:extLst>
          </p:cNvPr>
          <p:cNvSpPr/>
          <p:nvPr/>
        </p:nvSpPr>
        <p:spPr>
          <a:xfrm>
            <a:off x="3048867" y="4846981"/>
            <a:ext cx="2216079" cy="8274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FLower</a:t>
            </a:r>
            <a:endParaRPr lang="en-DE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5226424-F643-B3F7-5B59-C9C81660140D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 rot="16200000" flipH="1">
            <a:off x="3502725" y="4192798"/>
            <a:ext cx="828323" cy="48004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284B2BE-C8AB-3ABA-4ACE-CE71FB41E5B8}"/>
              </a:ext>
            </a:extLst>
          </p:cNvPr>
          <p:cNvCxnSpPr>
            <a:cxnSpLocks/>
            <a:stCxn id="22" idx="2"/>
            <a:endCxn id="45" idx="0"/>
          </p:cNvCxnSpPr>
          <p:nvPr/>
        </p:nvCxnSpPr>
        <p:spPr>
          <a:xfrm rot="5400000">
            <a:off x="4120715" y="4067776"/>
            <a:ext cx="815397" cy="74301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566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2CBF33-D999-F7F3-BDA4-B5CC37781D00}"/>
              </a:ext>
            </a:extLst>
          </p:cNvPr>
          <p:cNvSpPr/>
          <p:nvPr/>
        </p:nvSpPr>
        <p:spPr>
          <a:xfrm>
            <a:off x="126582" y="1866300"/>
            <a:ext cx="13163072" cy="17982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configuration.interface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8C718-9EA3-BBEE-EB16-D7A3C92FFC6D}"/>
              </a:ext>
            </a:extLst>
          </p:cNvPr>
          <p:cNvSpPr/>
          <p:nvPr/>
        </p:nvSpPr>
        <p:spPr>
          <a:xfrm>
            <a:off x="5182123" y="293818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AasChanges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CEC6BC-934D-05F1-F96A-DE1A9671084D}"/>
              </a:ext>
            </a:extLst>
          </p:cNvPr>
          <p:cNvSpPr/>
          <p:nvPr/>
        </p:nvSpPr>
        <p:spPr>
          <a:xfrm>
            <a:off x="2813354" y="228914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ConfigurationFactory</a:t>
            </a:r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505F84-D9D7-BA1C-380C-9A509CD620C6}"/>
              </a:ext>
            </a:extLst>
          </p:cNvPr>
          <p:cNvSpPr/>
          <p:nvPr/>
        </p:nvSpPr>
        <p:spPr>
          <a:xfrm>
            <a:off x="126582" y="3799009"/>
            <a:ext cx="13163073" cy="2747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configuration.easy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8339C-2024-92A6-7F5B-5201D2EC78F5}"/>
              </a:ext>
            </a:extLst>
          </p:cNvPr>
          <p:cNvSpPr/>
          <p:nvPr/>
        </p:nvSpPr>
        <p:spPr>
          <a:xfrm>
            <a:off x="2813354" y="2938182"/>
            <a:ext cx="2216079" cy="490818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>
                <a:solidFill>
                  <a:schemeClr val="tx1"/>
                </a:solidFill>
              </a:rPr>
              <a:t>PlatformInstantiation</a:t>
            </a:r>
            <a:endParaRPr lang="en-DE" i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07C519-C10A-3914-0DEA-667438151F1C}"/>
              </a:ext>
            </a:extLst>
          </p:cNvPr>
          <p:cNvSpPr/>
          <p:nvPr/>
        </p:nvSpPr>
        <p:spPr>
          <a:xfrm>
            <a:off x="374954" y="291444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ConfigurationSetup</a:t>
            </a:r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75906-CA64-D67B-475F-98C43EC231E0}"/>
              </a:ext>
            </a:extLst>
          </p:cNvPr>
          <p:cNvSpPr/>
          <p:nvPr/>
        </p:nvSpPr>
        <p:spPr>
          <a:xfrm>
            <a:off x="2813354" y="426129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PlatformInstantiation</a:t>
            </a:r>
            <a:endParaRPr lang="en-DE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E19C4D3-2C2F-C2E5-96C2-4FBE9522181F}"/>
              </a:ext>
            </a:extLst>
          </p:cNvPr>
          <p:cNvSpPr/>
          <p:nvPr/>
        </p:nvSpPr>
        <p:spPr>
          <a:xfrm>
            <a:off x="3818785" y="3429001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1C4C072-BA89-9C8D-00DE-4C86663FED43}"/>
              </a:ext>
            </a:extLst>
          </p:cNvPr>
          <p:cNvCxnSpPr>
            <a:cxnSpLocks/>
            <a:stCxn id="11" idx="3"/>
            <a:endCxn id="10" idx="0"/>
          </p:cNvCxnSpPr>
          <p:nvPr/>
        </p:nvCxnSpPr>
        <p:spPr>
          <a:xfrm rot="5400000">
            <a:off x="3589393" y="3923041"/>
            <a:ext cx="670251" cy="624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32751-4C86-3551-8717-3CD37C691A56}"/>
              </a:ext>
            </a:extLst>
          </p:cNvPr>
          <p:cNvSpPr/>
          <p:nvPr/>
        </p:nvSpPr>
        <p:spPr>
          <a:xfrm>
            <a:off x="7971740" y="576639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AasIvmlMapper</a:t>
            </a:r>
            <a:endParaRPr lang="en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18DFF-1C82-3FEF-BA5A-FA4313606EAB}"/>
              </a:ext>
            </a:extLst>
          </p:cNvPr>
          <p:cNvSpPr/>
          <p:nvPr/>
        </p:nvSpPr>
        <p:spPr>
          <a:xfrm>
            <a:off x="126581" y="6680755"/>
            <a:ext cx="5692328" cy="11124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configuration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13FBEF-604B-68AA-7019-A953C99046BB}"/>
              </a:ext>
            </a:extLst>
          </p:cNvPr>
          <p:cNvSpPr/>
          <p:nvPr/>
        </p:nvSpPr>
        <p:spPr>
          <a:xfrm>
            <a:off x="374953" y="7145165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ConfigurationAas</a:t>
            </a:r>
            <a:endParaRPr lang="en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895728-6177-5922-4D19-4A0456D3C39A}"/>
              </a:ext>
            </a:extLst>
          </p:cNvPr>
          <p:cNvSpPr/>
          <p:nvPr/>
        </p:nvSpPr>
        <p:spPr>
          <a:xfrm>
            <a:off x="376270" y="2289147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StatusCache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32AC93-05B5-C316-06D3-1FE1B4312D64}"/>
              </a:ext>
            </a:extLst>
          </p:cNvPr>
          <p:cNvSpPr/>
          <p:nvPr/>
        </p:nvSpPr>
        <p:spPr>
          <a:xfrm>
            <a:off x="7716204" y="4005163"/>
            <a:ext cx="2703191" cy="550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aas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3236CB-5257-ED09-7EC8-4D87AC8E866A}"/>
              </a:ext>
            </a:extLst>
          </p:cNvPr>
          <p:cNvSpPr/>
          <p:nvPr/>
        </p:nvSpPr>
        <p:spPr>
          <a:xfrm>
            <a:off x="7722354" y="4676018"/>
            <a:ext cx="2703191" cy="1690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ivml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7B7847-92A5-F936-E8A4-75AB9883CDC3}"/>
              </a:ext>
            </a:extLst>
          </p:cNvPr>
          <p:cNvSpPr/>
          <p:nvPr/>
        </p:nvSpPr>
        <p:spPr>
          <a:xfrm>
            <a:off x="5182356" y="4245591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AasChanges</a:t>
            </a:r>
            <a:endParaRPr lang="en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1D0B68-308F-DC6E-C0C3-3A3DCEC99B17}"/>
              </a:ext>
            </a:extLst>
          </p:cNvPr>
          <p:cNvSpPr/>
          <p:nvPr/>
        </p:nvSpPr>
        <p:spPr>
          <a:xfrm>
            <a:off x="10553313" y="4010354"/>
            <a:ext cx="1743781" cy="550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opcua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FAB95F-BFC3-E0B8-1F20-C38536352343}"/>
              </a:ext>
            </a:extLst>
          </p:cNvPr>
          <p:cNvSpPr/>
          <p:nvPr/>
        </p:nvSpPr>
        <p:spPr>
          <a:xfrm>
            <a:off x="10553313" y="4676776"/>
            <a:ext cx="1743781" cy="550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serviceMesh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074094-1206-0EE3-11CE-244BEF461349}"/>
              </a:ext>
            </a:extLst>
          </p:cNvPr>
          <p:cNvSpPr/>
          <p:nvPr/>
        </p:nvSpPr>
        <p:spPr>
          <a:xfrm>
            <a:off x="8017633" y="5013500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AbstractIvmlModifier</a:t>
            </a:r>
            <a:endParaRPr lang="en-DE" i="1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049ADE5-C1C9-F09C-3B0D-0F08DCC81D62}"/>
              </a:ext>
            </a:extLst>
          </p:cNvPr>
          <p:cNvSpPr/>
          <p:nvPr/>
        </p:nvSpPr>
        <p:spPr>
          <a:xfrm>
            <a:off x="8972676" y="5483947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86590A4-1980-44F4-57CE-B48460449C93}"/>
              </a:ext>
            </a:extLst>
          </p:cNvPr>
          <p:cNvCxnSpPr>
            <a:cxnSpLocks/>
            <a:stCxn id="28" idx="3"/>
            <a:endCxn id="15" idx="0"/>
          </p:cNvCxnSpPr>
          <p:nvPr/>
        </p:nvCxnSpPr>
        <p:spPr>
          <a:xfrm rot="5400000">
            <a:off x="9020455" y="5705312"/>
            <a:ext cx="120404" cy="175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D417CD60-5BCD-4919-7B79-54693ECFACEE}"/>
              </a:ext>
            </a:extLst>
          </p:cNvPr>
          <p:cNvSpPr/>
          <p:nvPr/>
        </p:nvSpPr>
        <p:spPr>
          <a:xfrm>
            <a:off x="6181306" y="3409237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396E480-7363-2419-3181-0A243E0D68E9}"/>
              </a:ext>
            </a:extLst>
          </p:cNvPr>
          <p:cNvCxnSpPr>
            <a:cxnSpLocks/>
            <a:stCxn id="32" idx="3"/>
            <a:endCxn id="24" idx="0"/>
          </p:cNvCxnSpPr>
          <p:nvPr/>
        </p:nvCxnSpPr>
        <p:spPr>
          <a:xfrm rot="16200000" flipH="1">
            <a:off x="5953122" y="3908316"/>
            <a:ext cx="674315" cy="23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9D76E57-0444-4CD2-6FA6-0FC41D7720F8}"/>
              </a:ext>
            </a:extLst>
          </p:cNvPr>
          <p:cNvSpPr/>
          <p:nvPr/>
        </p:nvSpPr>
        <p:spPr>
          <a:xfrm>
            <a:off x="4980709" y="4927231"/>
            <a:ext cx="2410565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IvmlDashboardMapper</a:t>
            </a:r>
            <a:endParaRPr lang="en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44EC73-9379-0586-5DE8-37ADF60BE5FC}"/>
              </a:ext>
            </a:extLst>
          </p:cNvPr>
          <p:cNvSpPr/>
          <p:nvPr/>
        </p:nvSpPr>
        <p:spPr>
          <a:xfrm>
            <a:off x="2813354" y="4924367"/>
            <a:ext cx="203958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StatisticsVisitor</a:t>
            </a:r>
            <a:endParaRPr lang="en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4B9EEA-1A95-2AE1-FB33-78E65D1ACEBD}"/>
              </a:ext>
            </a:extLst>
          </p:cNvPr>
          <p:cNvSpPr/>
          <p:nvPr/>
        </p:nvSpPr>
        <p:spPr>
          <a:xfrm>
            <a:off x="5910854" y="6690546"/>
            <a:ext cx="7378800" cy="11124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>
                <a:solidFill>
                  <a:schemeClr val="tx1"/>
                </a:solidFill>
              </a:rPr>
              <a:t>configuration.maven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58F13E-F916-3547-93EB-039274803A28}"/>
              </a:ext>
            </a:extLst>
          </p:cNvPr>
          <p:cNvSpPr/>
          <p:nvPr/>
        </p:nvSpPr>
        <p:spPr>
          <a:xfrm>
            <a:off x="374953" y="4261291"/>
            <a:ext cx="203958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ConfigurationSetup</a:t>
            </a:r>
            <a:endParaRPr lang="en-DE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47CFF860-33C2-B271-4713-B6676326F2B3}"/>
              </a:ext>
            </a:extLst>
          </p:cNvPr>
          <p:cNvSpPr/>
          <p:nvPr/>
        </p:nvSpPr>
        <p:spPr>
          <a:xfrm>
            <a:off x="1284936" y="3425676"/>
            <a:ext cx="217714" cy="162039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FF7A01E-A2BB-DA46-400C-323BB7FD7EE5}"/>
              </a:ext>
            </a:extLst>
          </p:cNvPr>
          <p:cNvCxnSpPr>
            <a:cxnSpLocks/>
            <a:stCxn id="39" idx="3"/>
          </p:cNvCxnSpPr>
          <p:nvPr/>
        </p:nvCxnSpPr>
        <p:spPr>
          <a:xfrm rot="5400000">
            <a:off x="1055544" y="3919716"/>
            <a:ext cx="670251" cy="624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1306269-01F9-2502-0909-A94EED791CDA}"/>
              </a:ext>
            </a:extLst>
          </p:cNvPr>
          <p:cNvSpPr/>
          <p:nvPr/>
        </p:nvSpPr>
        <p:spPr>
          <a:xfrm>
            <a:off x="374953" y="4950203"/>
            <a:ext cx="2039587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Configuration</a:t>
            </a:r>
            <a:br>
              <a:rPr lang="en-GB" dirty="0"/>
            </a:br>
            <a:r>
              <a:rPr lang="en-GB" dirty="0"/>
              <a:t>Manager</a:t>
            </a:r>
            <a:endParaRPr lang="en-DE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46C9C63-22AF-8856-4E10-E163C15C2BA6}"/>
              </a:ext>
            </a:extLst>
          </p:cNvPr>
          <p:cNvCxnSpPr>
            <a:cxnSpLocks/>
            <a:stCxn id="27" idx="1"/>
            <a:endCxn id="41" idx="2"/>
          </p:cNvCxnSpPr>
          <p:nvPr/>
        </p:nvCxnSpPr>
        <p:spPr>
          <a:xfrm rot="10800000" flipV="1">
            <a:off x="1394747" y="5258909"/>
            <a:ext cx="6622886" cy="182112"/>
          </a:xfrm>
          <a:prstGeom prst="bentConnector4">
            <a:avLst>
              <a:gd name="adj1" fmla="val 2555"/>
              <a:gd name="adj2" fmla="val 260284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719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1EA2A0-5253-FFC0-30F6-F01B8908476B}"/>
              </a:ext>
            </a:extLst>
          </p:cNvPr>
          <p:cNvSpPr/>
          <p:nvPr/>
        </p:nvSpPr>
        <p:spPr>
          <a:xfrm>
            <a:off x="1401506" y="404929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AppModule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5F0BD-AD56-C1A5-BC83-BF5FE340A89C}"/>
              </a:ext>
            </a:extLst>
          </p:cNvPr>
          <p:cNvSpPr/>
          <p:nvPr/>
        </p:nvSpPr>
        <p:spPr>
          <a:xfrm>
            <a:off x="4013088" y="398002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AppComponent</a:t>
            </a:r>
            <a:endParaRPr lang="en-DE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C92EE0C-C573-1EDE-C253-AD6A8F8068E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617585" y="643411"/>
            <a:ext cx="395503" cy="692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6AC8567-CB72-1E6A-C6A7-454B89C06EA0}"/>
              </a:ext>
            </a:extLst>
          </p:cNvPr>
          <p:cNvSpPr/>
          <p:nvPr/>
        </p:nvSpPr>
        <p:spPr>
          <a:xfrm>
            <a:off x="833470" y="1478657"/>
            <a:ext cx="14040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Flowchart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0C7D7A-BACD-D1BA-A7E4-53BDDA219CA1}"/>
              </a:ext>
            </a:extLst>
          </p:cNvPr>
          <p:cNvSpPr/>
          <p:nvPr/>
        </p:nvSpPr>
        <p:spPr>
          <a:xfrm>
            <a:off x="2598378" y="1482211"/>
            <a:ext cx="1404041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Services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75546-8BA8-2D91-D977-E62555859E1D}"/>
              </a:ext>
            </a:extLst>
          </p:cNvPr>
          <p:cNvSpPr/>
          <p:nvPr/>
        </p:nvSpPr>
        <p:spPr>
          <a:xfrm>
            <a:off x="4745829" y="1501568"/>
            <a:ext cx="2216079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DeploymentPlan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781AD1-010D-CFF1-B28A-D9E0FD27A8B7}"/>
              </a:ext>
            </a:extLst>
          </p:cNvPr>
          <p:cNvSpPr/>
          <p:nvPr/>
        </p:nvSpPr>
        <p:spPr>
          <a:xfrm>
            <a:off x="7108030" y="1501568"/>
            <a:ext cx="139866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List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BA592-6F4C-CACA-2D3F-B971056B53A2}"/>
              </a:ext>
            </a:extLst>
          </p:cNvPr>
          <p:cNvSpPr/>
          <p:nvPr/>
        </p:nvSpPr>
        <p:spPr>
          <a:xfrm>
            <a:off x="10061959" y="1514125"/>
            <a:ext cx="139866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Instances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70A476-8A1A-3D16-8D87-C98F167B700B}"/>
              </a:ext>
            </a:extLst>
          </p:cNvPr>
          <p:cNvSpPr/>
          <p:nvPr/>
        </p:nvSpPr>
        <p:spPr>
          <a:xfrm>
            <a:off x="11883818" y="1501568"/>
            <a:ext cx="1398662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Resources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14D07-810D-0F71-54DE-444A7BD0AA4C}"/>
              </a:ext>
            </a:extLst>
          </p:cNvPr>
          <p:cNvSpPr/>
          <p:nvPr/>
        </p:nvSpPr>
        <p:spPr>
          <a:xfrm>
            <a:off x="11722564" y="2215649"/>
            <a:ext cx="175260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ResourceDetails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65DD7B2-77AA-0159-4FA5-EBD459D9CAC4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5400000">
            <a:off x="3033391" y="-609081"/>
            <a:ext cx="589837" cy="358563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B3CF9E1-26C2-9404-C5CA-0A634F2365A2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5400000">
            <a:off x="3914069" y="275151"/>
            <a:ext cx="593391" cy="182072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0E11DCE-E8BF-5E3A-33E9-7699091B3663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16200000" flipH="1">
            <a:off x="5181124" y="828823"/>
            <a:ext cx="612748" cy="73274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4DD126A-7F65-829A-F126-2BB55FB5328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16200000" flipH="1">
            <a:off x="6157870" y="-147923"/>
            <a:ext cx="612748" cy="268623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0CE6A2B-BB5C-4094-F2D9-CEBA71755356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7628557" y="-1618609"/>
            <a:ext cx="625305" cy="564016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1D541A9-88ED-4819-D739-06514780A653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16200000" flipH="1">
            <a:off x="8545764" y="-2535817"/>
            <a:ext cx="612748" cy="746202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439A674-0BA6-895D-EED0-79E9C8CD731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16200000" flipH="1">
            <a:off x="12479376" y="2096158"/>
            <a:ext cx="223263" cy="1571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D3B4362-63D9-D870-F623-FE17D7B3D424}"/>
              </a:ext>
            </a:extLst>
          </p:cNvPr>
          <p:cNvSpPr/>
          <p:nvPr/>
        </p:nvSpPr>
        <p:spPr>
          <a:xfrm>
            <a:off x="724928" y="2320189"/>
            <a:ext cx="162112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MeshFeedbackComponent</a:t>
            </a:r>
            <a:endParaRPr lang="en-DE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FA47123-3A17-40CC-47A4-E64808A76750}"/>
              </a:ext>
            </a:extLst>
          </p:cNvPr>
          <p:cNvCxnSpPr>
            <a:cxnSpLocks/>
            <a:stCxn id="10" idx="2"/>
            <a:endCxn id="40" idx="0"/>
          </p:cNvCxnSpPr>
          <p:nvPr/>
        </p:nvCxnSpPr>
        <p:spPr>
          <a:xfrm rot="5400000">
            <a:off x="1360133" y="2144832"/>
            <a:ext cx="350714" cy="127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40633B1-6081-A2BE-E434-9BC1F5F38602}"/>
              </a:ext>
            </a:extLst>
          </p:cNvPr>
          <p:cNvSpPr/>
          <p:nvPr/>
        </p:nvSpPr>
        <p:spPr>
          <a:xfrm>
            <a:off x="2489196" y="2320189"/>
            <a:ext cx="162112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56A0D40-1784-B45C-F2EF-FB120926FFDB}"/>
              </a:ext>
            </a:extLst>
          </p:cNvPr>
          <p:cNvCxnSpPr>
            <a:cxnSpLocks/>
            <a:stCxn id="11" idx="2"/>
            <a:endCxn id="45" idx="0"/>
          </p:cNvCxnSpPr>
          <p:nvPr/>
        </p:nvCxnSpPr>
        <p:spPr>
          <a:xfrm rot="5400000">
            <a:off x="3126499" y="2146289"/>
            <a:ext cx="347160" cy="64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F8B524D-9463-DD2A-2E37-3EF875776D65}"/>
              </a:ext>
            </a:extLst>
          </p:cNvPr>
          <p:cNvSpPr/>
          <p:nvPr/>
        </p:nvSpPr>
        <p:spPr>
          <a:xfrm>
            <a:off x="5617889" y="2326539"/>
            <a:ext cx="162112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FileUpload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E0F9EDB-A9CF-68A7-371F-4F8EB1CEC08B}"/>
              </a:ext>
            </a:extLst>
          </p:cNvPr>
          <p:cNvCxnSpPr>
            <a:cxnSpLocks/>
            <a:stCxn id="80" idx="2"/>
            <a:endCxn id="49" idx="3"/>
          </p:cNvCxnSpPr>
          <p:nvPr/>
        </p:nvCxnSpPr>
        <p:spPr>
          <a:xfrm rot="5400000">
            <a:off x="7082958" y="2152700"/>
            <a:ext cx="575303" cy="263193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AE81900-A21E-97AE-51F9-AAB2C3170CB4}"/>
              </a:ext>
            </a:extLst>
          </p:cNvPr>
          <p:cNvCxnSpPr>
            <a:cxnSpLocks/>
            <a:stCxn id="74" idx="2"/>
            <a:endCxn id="49" idx="1"/>
          </p:cNvCxnSpPr>
          <p:nvPr/>
        </p:nvCxnSpPr>
        <p:spPr>
          <a:xfrm rot="16200000" flipH="1">
            <a:off x="5116355" y="2070413"/>
            <a:ext cx="560205" cy="442863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4A9AD44-A325-A647-4AFF-EFB70766A6E5}"/>
              </a:ext>
            </a:extLst>
          </p:cNvPr>
          <p:cNvSpPr/>
          <p:nvPr/>
        </p:nvSpPr>
        <p:spPr>
          <a:xfrm>
            <a:off x="7980401" y="2436103"/>
            <a:ext cx="162112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Editor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620E6A-C4E1-D9F6-36CB-FD0A628A6AFA}"/>
              </a:ext>
            </a:extLst>
          </p:cNvPr>
          <p:cNvSpPr/>
          <p:nvPr/>
        </p:nvSpPr>
        <p:spPr>
          <a:xfrm>
            <a:off x="5617889" y="2973454"/>
            <a:ext cx="1621123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StatusBox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D239AF8-1FE2-21DA-A946-6E43958CFE66}"/>
              </a:ext>
            </a:extLst>
          </p:cNvPr>
          <p:cNvCxnSpPr>
            <a:cxnSpLocks/>
            <a:stCxn id="74" idx="2"/>
            <a:endCxn id="57" idx="1"/>
          </p:cNvCxnSpPr>
          <p:nvPr/>
        </p:nvCxnSpPr>
        <p:spPr>
          <a:xfrm rot="16200000" flipH="1">
            <a:off x="4792897" y="2393871"/>
            <a:ext cx="1207120" cy="442863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F7C2BA9-4E5A-9DDC-B09E-7E41F452B551}"/>
              </a:ext>
            </a:extLst>
          </p:cNvPr>
          <p:cNvCxnSpPr>
            <a:cxnSpLocks/>
            <a:endCxn id="57" idx="3"/>
          </p:cNvCxnSpPr>
          <p:nvPr/>
        </p:nvCxnSpPr>
        <p:spPr>
          <a:xfrm rot="5400000">
            <a:off x="6765789" y="2465608"/>
            <a:ext cx="1226478" cy="280032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C50EAB7-7E90-AE24-2843-08FEF8622222}"/>
              </a:ext>
            </a:extLst>
          </p:cNvPr>
          <p:cNvSpPr/>
          <p:nvPr/>
        </p:nvSpPr>
        <p:spPr>
          <a:xfrm>
            <a:off x="5526682" y="3826490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StatusBoxDetails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86578F3-5DB2-9C99-40CE-2968863E670D}"/>
              </a:ext>
            </a:extLst>
          </p:cNvPr>
          <p:cNvCxnSpPr>
            <a:cxnSpLocks/>
            <a:stCxn id="57" idx="2"/>
            <a:endCxn id="64" idx="0"/>
          </p:cNvCxnSpPr>
          <p:nvPr/>
        </p:nvCxnSpPr>
        <p:spPr>
          <a:xfrm rot="16200000" flipH="1">
            <a:off x="6249937" y="3642786"/>
            <a:ext cx="362218" cy="519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E79DF93-80B9-F090-BEE4-81C3C3A59E43}"/>
              </a:ext>
            </a:extLst>
          </p:cNvPr>
          <p:cNvSpPr/>
          <p:nvPr/>
        </p:nvSpPr>
        <p:spPr>
          <a:xfrm>
            <a:off x="4282082" y="6481179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PlanDeployer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A9B22638-AC50-B155-A64D-7D790A52EE96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 rot="16200000" flipH="1">
            <a:off x="2947315" y="4239453"/>
            <a:ext cx="4469436" cy="1401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D01C4F9-8A66-ADFF-AA97-AD8CC06307ED}"/>
              </a:ext>
            </a:extLst>
          </p:cNvPr>
          <p:cNvSpPr/>
          <p:nvPr/>
        </p:nvSpPr>
        <p:spPr>
          <a:xfrm>
            <a:off x="5070764" y="1884218"/>
            <a:ext cx="208523" cy="127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BDCCABF-3E19-011D-549E-D5453CB3A057}"/>
              </a:ext>
            </a:extLst>
          </p:cNvPr>
          <p:cNvSpPr/>
          <p:nvPr/>
        </p:nvSpPr>
        <p:spPr>
          <a:xfrm>
            <a:off x="7397943" y="1869120"/>
            <a:ext cx="208523" cy="127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D49249A2-8092-1A54-430B-99F69CB944DD}"/>
              </a:ext>
            </a:extLst>
          </p:cNvPr>
          <p:cNvCxnSpPr>
            <a:cxnSpLocks/>
            <a:stCxn id="80" idx="2"/>
            <a:endCxn id="56" idx="1"/>
          </p:cNvCxnSpPr>
          <p:nvPr/>
        </p:nvCxnSpPr>
        <p:spPr>
          <a:xfrm rot="16200000" flipH="1">
            <a:off x="7398870" y="2099980"/>
            <a:ext cx="684867" cy="478196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C2586D5-9859-D9A5-335C-0E241679816E}"/>
              </a:ext>
            </a:extLst>
          </p:cNvPr>
          <p:cNvSpPr/>
          <p:nvPr/>
        </p:nvSpPr>
        <p:spPr>
          <a:xfrm>
            <a:off x="8334495" y="3218862"/>
            <a:ext cx="195122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BooleanDropdownComponent</a:t>
            </a:r>
            <a:endParaRPr lang="en-DE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BAD0B68-668E-9DEB-25E3-779AAFBF9E3A}"/>
              </a:ext>
            </a:extLst>
          </p:cNvPr>
          <p:cNvSpPr/>
          <p:nvPr/>
        </p:nvSpPr>
        <p:spPr>
          <a:xfrm>
            <a:off x="8324739" y="3813165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EnumDropdown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7070BD-CA03-DD26-E2C8-DA0328CE4D61}"/>
              </a:ext>
            </a:extLst>
          </p:cNvPr>
          <p:cNvSpPr/>
          <p:nvPr/>
        </p:nvSpPr>
        <p:spPr>
          <a:xfrm>
            <a:off x="8327683" y="4406444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LangStringInput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85918AF-A8FD-50FD-8973-713D2E5C108B}"/>
              </a:ext>
            </a:extLst>
          </p:cNvPr>
          <p:cNvSpPr/>
          <p:nvPr/>
        </p:nvSpPr>
        <p:spPr>
          <a:xfrm>
            <a:off x="8327681" y="4983611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InputRefSelect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F4112A6-D320-54B1-7095-D78FBEAE21B2}"/>
              </a:ext>
            </a:extLst>
          </p:cNvPr>
          <p:cNvSpPr/>
          <p:nvPr/>
        </p:nvSpPr>
        <p:spPr>
          <a:xfrm>
            <a:off x="8324742" y="5550884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SubeditorButton</a:t>
            </a:r>
            <a:br>
              <a:rPr lang="en-GB" dirty="0"/>
            </a:br>
            <a:r>
              <a:rPr lang="en-GB" dirty="0"/>
              <a:t>Component</a:t>
            </a:r>
            <a:endParaRPr lang="en-DE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77B4A7E1-40F5-CA3E-9025-513E3635A668}"/>
              </a:ext>
            </a:extLst>
          </p:cNvPr>
          <p:cNvCxnSpPr>
            <a:cxnSpLocks/>
            <a:stCxn id="101" idx="2"/>
            <a:endCxn id="92" idx="1"/>
          </p:cNvCxnSpPr>
          <p:nvPr/>
        </p:nvCxnSpPr>
        <p:spPr>
          <a:xfrm rot="16200000" flipH="1">
            <a:off x="7944839" y="3074615"/>
            <a:ext cx="540958" cy="238354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FD44BF7-DD0E-0537-8198-BD17B0970122}"/>
              </a:ext>
            </a:extLst>
          </p:cNvPr>
          <p:cNvSpPr/>
          <p:nvPr/>
        </p:nvSpPr>
        <p:spPr>
          <a:xfrm>
            <a:off x="7991879" y="2795788"/>
            <a:ext cx="208523" cy="127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4CF617A-C69A-D26E-CEAE-0EB4E8964E7A}"/>
              </a:ext>
            </a:extLst>
          </p:cNvPr>
          <p:cNvCxnSpPr>
            <a:cxnSpLocks/>
            <a:stCxn id="101" idx="2"/>
            <a:endCxn id="93" idx="1"/>
          </p:cNvCxnSpPr>
          <p:nvPr/>
        </p:nvCxnSpPr>
        <p:spPr>
          <a:xfrm rot="16200000" flipH="1">
            <a:off x="7642810" y="3376644"/>
            <a:ext cx="1135261" cy="228598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640497E0-AF8A-EEC0-D3BA-8C9F8547D2FA}"/>
              </a:ext>
            </a:extLst>
          </p:cNvPr>
          <p:cNvCxnSpPr>
            <a:cxnSpLocks/>
            <a:stCxn id="101" idx="2"/>
            <a:endCxn id="94" idx="1"/>
          </p:cNvCxnSpPr>
          <p:nvPr/>
        </p:nvCxnSpPr>
        <p:spPr>
          <a:xfrm rot="16200000" flipH="1">
            <a:off x="7347642" y="3671812"/>
            <a:ext cx="1728540" cy="231542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B35E4F0-7570-4169-75C5-33292494C043}"/>
              </a:ext>
            </a:extLst>
          </p:cNvPr>
          <p:cNvCxnSpPr>
            <a:cxnSpLocks/>
            <a:stCxn id="101" idx="2"/>
            <a:endCxn id="95" idx="1"/>
          </p:cNvCxnSpPr>
          <p:nvPr/>
        </p:nvCxnSpPr>
        <p:spPr>
          <a:xfrm rot="16200000" flipH="1">
            <a:off x="7059058" y="3960396"/>
            <a:ext cx="2305707" cy="231540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4AAAFD80-46E3-B846-D2B8-32BF0444EDAE}"/>
              </a:ext>
            </a:extLst>
          </p:cNvPr>
          <p:cNvCxnSpPr>
            <a:cxnSpLocks/>
            <a:stCxn id="101" idx="2"/>
            <a:endCxn id="96" idx="1"/>
          </p:cNvCxnSpPr>
          <p:nvPr/>
        </p:nvCxnSpPr>
        <p:spPr>
          <a:xfrm rot="16200000" flipH="1">
            <a:off x="6773951" y="4245502"/>
            <a:ext cx="2872980" cy="228601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13C8EABD-C8A8-FC5B-5EF2-5754A5BC7E87}"/>
              </a:ext>
            </a:extLst>
          </p:cNvPr>
          <p:cNvCxnSpPr>
            <a:cxnSpLocks/>
            <a:stCxn id="96" idx="3"/>
            <a:endCxn id="56" idx="3"/>
          </p:cNvCxnSpPr>
          <p:nvPr/>
        </p:nvCxnSpPr>
        <p:spPr>
          <a:xfrm flipH="1" flipV="1">
            <a:off x="9601524" y="2681512"/>
            <a:ext cx="693958" cy="3114781"/>
          </a:xfrm>
          <a:prstGeom prst="bentConnector3">
            <a:avLst>
              <a:gd name="adj1" fmla="val -32941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0F1311E4-0B3C-36F6-2EE6-FFADB5E3B8C0}"/>
              </a:ext>
            </a:extLst>
          </p:cNvPr>
          <p:cNvCxnSpPr>
            <a:cxnSpLocks/>
            <a:stCxn id="95" idx="3"/>
            <a:endCxn id="56" idx="3"/>
          </p:cNvCxnSpPr>
          <p:nvPr/>
        </p:nvCxnSpPr>
        <p:spPr>
          <a:xfrm flipH="1" flipV="1">
            <a:off x="9601524" y="2681512"/>
            <a:ext cx="696897" cy="2547508"/>
          </a:xfrm>
          <a:prstGeom prst="bentConnector3">
            <a:avLst>
              <a:gd name="adj1" fmla="val -32803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334424B-8EF7-85DF-7F9D-55C67A73A1BA}"/>
              </a:ext>
            </a:extLst>
          </p:cNvPr>
          <p:cNvSpPr/>
          <p:nvPr/>
        </p:nvSpPr>
        <p:spPr>
          <a:xfrm>
            <a:off x="10969116" y="6481179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SemanticResource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3E11819-DC25-46F8-928B-DB60CE4D8486}"/>
              </a:ext>
            </a:extLst>
          </p:cNvPr>
          <p:cNvSpPr/>
          <p:nvPr/>
        </p:nvSpPr>
        <p:spPr>
          <a:xfrm>
            <a:off x="13033540" y="6481179"/>
            <a:ext cx="1970740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TechnicalData</a:t>
            </a:r>
            <a:br>
              <a:rPr lang="en-GB" dirty="0"/>
            </a:br>
            <a:r>
              <a:rPr lang="en-GB" dirty="0" err="1"/>
              <a:t>RetrieverService</a:t>
            </a:r>
            <a:endParaRPr lang="en-DE" dirty="0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A398D97C-B4C1-D4CC-AC2B-EAA444628211}"/>
              </a:ext>
            </a:extLst>
          </p:cNvPr>
          <p:cNvCxnSpPr>
            <a:cxnSpLocks/>
            <a:stCxn id="16" idx="2"/>
            <a:endCxn id="128" idx="0"/>
          </p:cNvCxnSpPr>
          <p:nvPr/>
        </p:nvCxnSpPr>
        <p:spPr>
          <a:xfrm rot="5400000">
            <a:off x="10389320" y="4271633"/>
            <a:ext cx="3774712" cy="64438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E0A9BBEC-7ED5-2EBD-A2CB-CC17F524BBB8}"/>
              </a:ext>
            </a:extLst>
          </p:cNvPr>
          <p:cNvCxnSpPr>
            <a:cxnSpLocks/>
            <a:stCxn id="16" idx="2"/>
            <a:endCxn id="129" idx="0"/>
          </p:cNvCxnSpPr>
          <p:nvPr/>
        </p:nvCxnSpPr>
        <p:spPr>
          <a:xfrm rot="16200000" flipH="1">
            <a:off x="11421532" y="3883801"/>
            <a:ext cx="3774712" cy="142004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04AF3D44-AD44-0A9F-3DDB-D71ADB3209EC}"/>
              </a:ext>
            </a:extLst>
          </p:cNvPr>
          <p:cNvCxnSpPr>
            <a:cxnSpLocks/>
            <a:stCxn id="14" idx="2"/>
            <a:endCxn id="68" idx="3"/>
          </p:cNvCxnSpPr>
          <p:nvPr/>
        </p:nvCxnSpPr>
        <p:spPr>
          <a:xfrm rot="5400000">
            <a:off x="6067823" y="2033120"/>
            <a:ext cx="4721645" cy="4665290"/>
          </a:xfrm>
          <a:prstGeom prst="bentConnector2">
            <a:avLst/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7723880-241A-F718-4EE6-63B01BA8E70F}"/>
              </a:ext>
            </a:extLst>
          </p:cNvPr>
          <p:cNvSpPr/>
          <p:nvPr/>
        </p:nvSpPr>
        <p:spPr>
          <a:xfrm>
            <a:off x="7189181" y="6170063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IvmlFormatter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D8A23AC5-99B9-B6D4-EF75-EF3D239F4382}"/>
              </a:ext>
            </a:extLst>
          </p:cNvPr>
          <p:cNvCxnSpPr>
            <a:cxnSpLocks/>
            <a:stCxn id="101" idx="2"/>
            <a:endCxn id="149" idx="0"/>
          </p:cNvCxnSpPr>
          <p:nvPr/>
        </p:nvCxnSpPr>
        <p:spPr>
          <a:xfrm rot="5400000">
            <a:off x="6472766" y="4546688"/>
            <a:ext cx="3246750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C5DC5A5-7083-ADEA-E1BA-47A5162A4F18}"/>
              </a:ext>
            </a:extLst>
          </p:cNvPr>
          <p:cNvSpPr/>
          <p:nvPr/>
        </p:nvSpPr>
        <p:spPr>
          <a:xfrm>
            <a:off x="4210764" y="7128529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StatusCollection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33250E9-AD60-3DD3-A667-CCD0308F80D8}"/>
              </a:ext>
            </a:extLst>
          </p:cNvPr>
          <p:cNvSpPr/>
          <p:nvPr/>
        </p:nvSpPr>
        <p:spPr>
          <a:xfrm>
            <a:off x="6172408" y="7128529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7C29867-00E8-0365-6780-0F6406CFE220}"/>
              </a:ext>
            </a:extLst>
          </p:cNvPr>
          <p:cNvSpPr/>
          <p:nvPr/>
        </p:nvSpPr>
        <p:spPr>
          <a:xfrm>
            <a:off x="8248885" y="7139703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EnvConfig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3EFAF8D-7CFD-71D3-A6D9-74C52F97A554}"/>
              </a:ext>
            </a:extLst>
          </p:cNvPr>
          <p:cNvSpPr/>
          <p:nvPr/>
        </p:nvSpPr>
        <p:spPr>
          <a:xfrm>
            <a:off x="10181445" y="7139703"/>
            <a:ext cx="1813918" cy="490818"/>
          </a:xfrm>
          <a:prstGeom prst="rect">
            <a:avLst/>
          </a:prstGeom>
          <a:solidFill>
            <a:srgbClr val="0861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Utils</a:t>
            </a:r>
            <a:br>
              <a:rPr lang="en-GB" dirty="0"/>
            </a:br>
            <a:r>
              <a:rPr lang="en-GB" dirty="0"/>
              <a:t>Service</a:t>
            </a:r>
            <a:endParaRPr lang="en-DE" dirty="0"/>
          </a:p>
        </p:txBody>
      </p: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1470F9C6-2CDD-E213-D25B-61AB58EFCDDD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7986326" y="7373938"/>
            <a:ext cx="262559" cy="1117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500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607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49">
            <a:extLst>
              <a:ext uri="{FF2B5EF4-FFF2-40B4-BE49-F238E27FC236}">
                <a16:creationId xmlns:a16="http://schemas.microsoft.com/office/drawing/2014/main" id="{B89C3A76-11FB-46BD-ACAF-BBF47B3AFB7F}"/>
              </a:ext>
            </a:extLst>
          </p:cNvPr>
          <p:cNvSpPr/>
          <p:nvPr/>
        </p:nvSpPr>
        <p:spPr bwMode="auto">
          <a:xfrm>
            <a:off x="7151262" y="1074059"/>
            <a:ext cx="5878938" cy="135865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Resources (management)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224" name="Rectangle 49">
            <a:extLst>
              <a:ext uri="{FF2B5EF4-FFF2-40B4-BE49-F238E27FC236}">
                <a16:creationId xmlns:a16="http://schemas.microsoft.com/office/drawing/2014/main" id="{0D482940-758E-47CD-8A29-29AF026218C9}"/>
              </a:ext>
            </a:extLst>
          </p:cNvPr>
          <p:cNvSpPr/>
          <p:nvPr/>
        </p:nvSpPr>
        <p:spPr bwMode="auto">
          <a:xfrm>
            <a:off x="7160804" y="2481294"/>
            <a:ext cx="5878938" cy="194273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Connectors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3" name="Rectangle 49">
            <a:extLst>
              <a:ext uri="{FF2B5EF4-FFF2-40B4-BE49-F238E27FC236}">
                <a16:creationId xmlns:a16="http://schemas.microsoft.com/office/drawing/2014/main" id="{27ADC5A7-CE43-40BB-AAF1-EBFDE9C197BF}"/>
              </a:ext>
            </a:extLst>
          </p:cNvPr>
          <p:cNvSpPr/>
          <p:nvPr/>
        </p:nvSpPr>
        <p:spPr bwMode="auto">
          <a:xfrm>
            <a:off x="2736122" y="2486816"/>
            <a:ext cx="4370975" cy="194273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Transport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4" name="Rectangle 50">
            <a:extLst>
              <a:ext uri="{FF2B5EF4-FFF2-40B4-BE49-F238E27FC236}">
                <a16:creationId xmlns:a16="http://schemas.microsoft.com/office/drawing/2014/main" id="{D8A099C5-40B3-4E20-8FCC-AAC55BF624A2}"/>
              </a:ext>
            </a:extLst>
          </p:cNvPr>
          <p:cNvSpPr/>
          <p:nvPr/>
        </p:nvSpPr>
        <p:spPr bwMode="auto">
          <a:xfrm>
            <a:off x="8847823" y="-1505100"/>
            <a:ext cx="4182377" cy="160384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AI-Toolkit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5" name="Rectangle 111">
            <a:extLst>
              <a:ext uri="{FF2B5EF4-FFF2-40B4-BE49-F238E27FC236}">
                <a16:creationId xmlns:a16="http://schemas.microsoft.com/office/drawing/2014/main" id="{F7B334DA-B4D2-4EA3-A28F-BA10EACFDE2A}"/>
              </a:ext>
            </a:extLst>
          </p:cNvPr>
          <p:cNvSpPr/>
          <p:nvPr/>
        </p:nvSpPr>
        <p:spPr bwMode="auto">
          <a:xfrm>
            <a:off x="3934437" y="-1503609"/>
            <a:ext cx="2885454" cy="160384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Deployment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6" name="Rectangle 112">
            <a:extLst>
              <a:ext uri="{FF2B5EF4-FFF2-40B4-BE49-F238E27FC236}">
                <a16:creationId xmlns:a16="http://schemas.microsoft.com/office/drawing/2014/main" id="{EA5FAEF9-7CD9-4663-81FA-97CCD1000BF2}"/>
              </a:ext>
            </a:extLst>
          </p:cNvPr>
          <p:cNvSpPr/>
          <p:nvPr/>
        </p:nvSpPr>
        <p:spPr bwMode="auto">
          <a:xfrm>
            <a:off x="6871604" y="-1511006"/>
            <a:ext cx="1938018" cy="160384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n-US" kern="0" dirty="0">
                <a:solidFill>
                  <a:prstClr val="black"/>
                </a:solidFill>
                <a:cs typeface="Arial"/>
              </a:rPr>
              <a:t>Monitoring/Adapt.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55" name="Rectangle 178">
            <a:extLst>
              <a:ext uri="{FF2B5EF4-FFF2-40B4-BE49-F238E27FC236}">
                <a16:creationId xmlns:a16="http://schemas.microsoft.com/office/drawing/2014/main" id="{5C79AD48-1D58-463D-AEF3-E1113D85BC08}"/>
              </a:ext>
            </a:extLst>
          </p:cNvPr>
          <p:cNvSpPr/>
          <p:nvPr/>
        </p:nvSpPr>
        <p:spPr bwMode="auto">
          <a:xfrm>
            <a:off x="7048294" y="-3739527"/>
            <a:ext cx="5991447" cy="2185426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Apps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56" name="Rectangle 111">
            <a:extLst>
              <a:ext uri="{FF2B5EF4-FFF2-40B4-BE49-F238E27FC236}">
                <a16:creationId xmlns:a16="http://schemas.microsoft.com/office/drawing/2014/main" id="{8FB3BCFB-6F0C-4F7B-950E-D17E8F93F0B6}"/>
              </a:ext>
            </a:extLst>
          </p:cNvPr>
          <p:cNvSpPr/>
          <p:nvPr/>
        </p:nvSpPr>
        <p:spPr bwMode="auto">
          <a:xfrm rot="16200000">
            <a:off x="-3554322" y="1308762"/>
            <a:ext cx="11239342" cy="114276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Configuration model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61" name="Rectangle 178">
            <a:extLst>
              <a:ext uri="{FF2B5EF4-FFF2-40B4-BE49-F238E27FC236}">
                <a16:creationId xmlns:a16="http://schemas.microsoft.com/office/drawing/2014/main" id="{F7864959-ABB2-4CA8-BD14-2DC74739103E}"/>
              </a:ext>
            </a:extLst>
          </p:cNvPr>
          <p:cNvSpPr/>
          <p:nvPr/>
        </p:nvSpPr>
        <p:spPr bwMode="auto">
          <a:xfrm>
            <a:off x="2716295" y="-3739527"/>
            <a:ext cx="4273155" cy="2173366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Management-UI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74" name="Rectangle 49">
            <a:extLst>
              <a:ext uri="{FF2B5EF4-FFF2-40B4-BE49-F238E27FC236}">
                <a16:creationId xmlns:a16="http://schemas.microsoft.com/office/drawing/2014/main" id="{486D0CB1-318B-414A-94E6-9190506BB569}"/>
              </a:ext>
            </a:extLst>
          </p:cNvPr>
          <p:cNvSpPr/>
          <p:nvPr/>
        </p:nvSpPr>
        <p:spPr bwMode="auto">
          <a:xfrm>
            <a:off x="2736121" y="1076835"/>
            <a:ext cx="4367697" cy="135865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Service Interfaces, Service Monitoring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65" name="Rectangle 49">
            <a:extLst>
              <a:ext uri="{FF2B5EF4-FFF2-40B4-BE49-F238E27FC236}">
                <a16:creationId xmlns:a16="http://schemas.microsoft.com/office/drawing/2014/main" id="{D6C97061-6915-4F12-A313-B75CC18F56C2}"/>
              </a:ext>
            </a:extLst>
          </p:cNvPr>
          <p:cNvSpPr/>
          <p:nvPr/>
        </p:nvSpPr>
        <p:spPr bwMode="auto">
          <a:xfrm>
            <a:off x="2729017" y="4487247"/>
            <a:ext cx="10310727" cy="2544616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Support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39858B90-0493-4883-B925-5CEA029F1FED}"/>
              </a:ext>
            </a:extLst>
          </p:cNvPr>
          <p:cNvSpPr/>
          <p:nvPr/>
        </p:nvSpPr>
        <p:spPr bwMode="auto">
          <a:xfrm>
            <a:off x="2994874" y="4905164"/>
            <a:ext cx="928651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support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A9C08E72-5B88-41AB-AB46-6175B79A1A82}"/>
              </a:ext>
            </a:extLst>
          </p:cNvPr>
          <p:cNvSpPr/>
          <p:nvPr/>
        </p:nvSpPr>
        <p:spPr bwMode="auto">
          <a:xfrm>
            <a:off x="4353369" y="4652725"/>
            <a:ext cx="554537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aas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62E297DF-9873-4B2F-9C4B-75165FE10F1D}"/>
              </a:ext>
            </a:extLst>
          </p:cNvPr>
          <p:cNvSpPr/>
          <p:nvPr/>
        </p:nvSpPr>
        <p:spPr bwMode="auto">
          <a:xfrm>
            <a:off x="6671994" y="5035509"/>
            <a:ext cx="792540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basyx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D846D791-0735-4DA5-A05C-159BAB3F6877}"/>
              </a:ext>
            </a:extLst>
          </p:cNvPr>
          <p:cNvSpPr/>
          <p:nvPr/>
        </p:nvSpPr>
        <p:spPr bwMode="auto">
          <a:xfrm>
            <a:off x="7906042" y="4669394"/>
            <a:ext cx="1364555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basyx.server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2" name="TextBox 17">
            <a:extLst>
              <a:ext uri="{FF2B5EF4-FFF2-40B4-BE49-F238E27FC236}">
                <a16:creationId xmlns:a16="http://schemas.microsoft.com/office/drawing/2014/main" id="{FFBB8862-CEA8-438C-9121-FF62AA38BD3B}"/>
              </a:ext>
            </a:extLst>
          </p:cNvPr>
          <p:cNvSpPr/>
          <p:nvPr/>
        </p:nvSpPr>
        <p:spPr bwMode="auto">
          <a:xfrm>
            <a:off x="6664438" y="4653210"/>
            <a:ext cx="792468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iip-aas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3" name="TextBox 17">
            <a:extLst>
              <a:ext uri="{FF2B5EF4-FFF2-40B4-BE49-F238E27FC236}">
                <a16:creationId xmlns:a16="http://schemas.microsoft.com/office/drawing/2014/main" id="{88DE995D-D0C7-49B3-AEA0-19EEFC4A2473}"/>
              </a:ext>
            </a:extLst>
          </p:cNvPr>
          <p:cNvSpPr/>
          <p:nvPr/>
        </p:nvSpPr>
        <p:spPr bwMode="auto">
          <a:xfrm>
            <a:off x="4333723" y="5084638"/>
            <a:ext cx="1502578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dfltSysMetrics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8" name="TextBox 17">
            <a:extLst>
              <a:ext uri="{FF2B5EF4-FFF2-40B4-BE49-F238E27FC236}">
                <a16:creationId xmlns:a16="http://schemas.microsoft.com/office/drawing/2014/main" id="{9DA045DB-14A9-44D4-A343-36A9A5DA02F0}"/>
              </a:ext>
            </a:extLst>
          </p:cNvPr>
          <p:cNvSpPr/>
          <p:nvPr/>
        </p:nvSpPr>
        <p:spPr bwMode="auto">
          <a:xfrm>
            <a:off x="4324196" y="5446809"/>
            <a:ext cx="193664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sysMetrics.plcnext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9B046DA0-CE52-4DEB-8441-E1FC7556E538}"/>
              </a:ext>
            </a:extLst>
          </p:cNvPr>
          <p:cNvSpPr/>
          <p:nvPr/>
        </p:nvSpPr>
        <p:spPr bwMode="auto">
          <a:xfrm>
            <a:off x="4333722" y="5814393"/>
            <a:ext cx="2076410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sysMetrics.bitmotec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C00595DD-9F98-4217-8685-02736ADC9F29}"/>
              </a:ext>
            </a:extLst>
          </p:cNvPr>
          <p:cNvSpPr/>
          <p:nvPr/>
        </p:nvSpPr>
        <p:spPr bwMode="auto">
          <a:xfrm>
            <a:off x="4324198" y="6186065"/>
            <a:ext cx="1815589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semanticId.eclass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7193C7B-7474-497D-8F5F-038C24E45DBD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>
            <a:off x="4907904" y="4809167"/>
            <a:ext cx="1764090" cy="382784"/>
          </a:xfrm>
          <a:prstGeom prst="bentConnector3">
            <a:avLst>
              <a:gd name="adj1" fmla="val 84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BEAF616-B7B4-496D-AEE1-42B088BC5118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 flipV="1">
            <a:off x="7464534" y="4825838"/>
            <a:ext cx="441506" cy="3661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C0EE052-21A6-4DB4-92AE-CF238A03F124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 flipV="1">
            <a:off x="3923523" y="4809169"/>
            <a:ext cx="429844" cy="2524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452F808E-39C3-42E6-9D76-8F85C261D736}"/>
              </a:ext>
            </a:extLst>
          </p:cNvPr>
          <p:cNvCxnSpPr>
            <a:cxnSpLocks/>
            <a:stCxn id="67" idx="3"/>
            <a:endCxn id="72" idx="1"/>
          </p:cNvCxnSpPr>
          <p:nvPr/>
        </p:nvCxnSpPr>
        <p:spPr>
          <a:xfrm>
            <a:off x="4907904" y="4809169"/>
            <a:ext cx="1756534" cy="48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0CB8C296-883B-409C-A7E8-988A87C024D2}"/>
              </a:ext>
            </a:extLst>
          </p:cNvPr>
          <p:cNvCxnSpPr>
            <a:cxnSpLocks/>
            <a:stCxn id="66" idx="3"/>
            <a:endCxn id="73" idx="1"/>
          </p:cNvCxnSpPr>
          <p:nvPr/>
        </p:nvCxnSpPr>
        <p:spPr>
          <a:xfrm>
            <a:off x="3923523" y="5061606"/>
            <a:ext cx="410200" cy="1794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242C319-95A3-490E-894B-08E8F6108D57}"/>
              </a:ext>
            </a:extLst>
          </p:cNvPr>
          <p:cNvCxnSpPr>
            <a:cxnSpLocks/>
            <a:stCxn id="66" idx="3"/>
            <a:endCxn id="78" idx="1"/>
          </p:cNvCxnSpPr>
          <p:nvPr/>
        </p:nvCxnSpPr>
        <p:spPr>
          <a:xfrm>
            <a:off x="3923525" y="5061608"/>
            <a:ext cx="400673" cy="5416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5B99765F-1076-44B4-8818-E03F8C7A8100}"/>
              </a:ext>
            </a:extLst>
          </p:cNvPr>
          <p:cNvCxnSpPr>
            <a:cxnSpLocks/>
            <a:stCxn id="66" idx="3"/>
            <a:endCxn id="79" idx="1"/>
          </p:cNvCxnSpPr>
          <p:nvPr/>
        </p:nvCxnSpPr>
        <p:spPr>
          <a:xfrm>
            <a:off x="3923525" y="5061608"/>
            <a:ext cx="410199" cy="9092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9EDC05A-972C-431A-9DAA-66C5294C6494}"/>
              </a:ext>
            </a:extLst>
          </p:cNvPr>
          <p:cNvCxnSpPr>
            <a:cxnSpLocks/>
            <a:stCxn id="66" idx="3"/>
            <a:endCxn id="80" idx="1"/>
          </p:cNvCxnSpPr>
          <p:nvPr/>
        </p:nvCxnSpPr>
        <p:spPr>
          <a:xfrm>
            <a:off x="3923525" y="5061608"/>
            <a:ext cx="400673" cy="12809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7">
            <a:extLst>
              <a:ext uri="{FF2B5EF4-FFF2-40B4-BE49-F238E27FC236}">
                <a16:creationId xmlns:a16="http://schemas.microsoft.com/office/drawing/2014/main" id="{594399A2-7E82-466A-A361-99621D6664A6}"/>
              </a:ext>
            </a:extLst>
          </p:cNvPr>
          <p:cNvSpPr/>
          <p:nvPr/>
        </p:nvSpPr>
        <p:spPr bwMode="auto">
          <a:xfrm>
            <a:off x="2977209" y="3345607"/>
            <a:ext cx="1082606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transport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24" name="TextBox 17">
            <a:extLst>
              <a:ext uri="{FF2B5EF4-FFF2-40B4-BE49-F238E27FC236}">
                <a16:creationId xmlns:a16="http://schemas.microsoft.com/office/drawing/2014/main" id="{C0EFA456-7914-43FF-BE79-1C591D8DE34A}"/>
              </a:ext>
            </a:extLst>
          </p:cNvPr>
          <p:cNvSpPr/>
          <p:nvPr/>
        </p:nvSpPr>
        <p:spPr bwMode="auto">
          <a:xfrm>
            <a:off x="7426877" y="2906710"/>
            <a:ext cx="1258203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connectors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27" name="TextBox 17">
            <a:extLst>
              <a:ext uri="{FF2B5EF4-FFF2-40B4-BE49-F238E27FC236}">
                <a16:creationId xmlns:a16="http://schemas.microsoft.com/office/drawing/2014/main" id="{347EAEF3-1F56-4D6B-84A4-1B1D19F7DB80}"/>
              </a:ext>
            </a:extLst>
          </p:cNvPr>
          <p:cNvSpPr/>
          <p:nvPr/>
        </p:nvSpPr>
        <p:spPr bwMode="auto">
          <a:xfrm>
            <a:off x="9090459" y="3297714"/>
            <a:ext cx="904771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mqttv5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28" name="TextBox 17">
            <a:extLst>
              <a:ext uri="{FF2B5EF4-FFF2-40B4-BE49-F238E27FC236}">
                <a16:creationId xmlns:a16="http://schemas.microsoft.com/office/drawing/2014/main" id="{1325811B-F27C-463A-AF47-848070C6BC4A}"/>
              </a:ext>
            </a:extLst>
          </p:cNvPr>
          <p:cNvSpPr/>
          <p:nvPr/>
        </p:nvSpPr>
        <p:spPr bwMode="auto">
          <a:xfrm>
            <a:off x="9094033" y="3654807"/>
            <a:ext cx="691956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mqtt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1A2C5AA6-A20C-4D9E-80CD-12D80882362A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 flipV="1">
            <a:off x="8685080" y="2728587"/>
            <a:ext cx="410105" cy="3345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6DD10A8B-0C4D-47B8-8370-A5C8520E130A}"/>
              </a:ext>
            </a:extLst>
          </p:cNvPr>
          <p:cNvCxnSpPr>
            <a:cxnSpLocks/>
            <a:stCxn id="124" idx="3"/>
            <a:endCxn id="126" idx="1"/>
          </p:cNvCxnSpPr>
          <p:nvPr/>
        </p:nvCxnSpPr>
        <p:spPr>
          <a:xfrm>
            <a:off x="8685078" y="3063154"/>
            <a:ext cx="406826" cy="2391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B8835652-3B57-4044-AAED-97498CFD7B3C}"/>
              </a:ext>
            </a:extLst>
          </p:cNvPr>
          <p:cNvCxnSpPr>
            <a:cxnSpLocks/>
            <a:stCxn id="124" idx="3"/>
            <a:endCxn id="127" idx="1"/>
          </p:cNvCxnSpPr>
          <p:nvPr/>
        </p:nvCxnSpPr>
        <p:spPr>
          <a:xfrm>
            <a:off x="8685080" y="3063152"/>
            <a:ext cx="405379" cy="39100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04692B19-245C-4693-B051-556A77469508}"/>
              </a:ext>
            </a:extLst>
          </p:cNvPr>
          <p:cNvCxnSpPr>
            <a:cxnSpLocks/>
            <a:stCxn id="124" idx="3"/>
            <a:endCxn id="128" idx="1"/>
          </p:cNvCxnSpPr>
          <p:nvPr/>
        </p:nvCxnSpPr>
        <p:spPr>
          <a:xfrm>
            <a:off x="8685080" y="3063154"/>
            <a:ext cx="408955" cy="7480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7">
            <a:extLst>
              <a:ext uri="{FF2B5EF4-FFF2-40B4-BE49-F238E27FC236}">
                <a16:creationId xmlns:a16="http://schemas.microsoft.com/office/drawing/2014/main" id="{2BE27FE7-7712-4EAA-A32D-04F173882A0C}"/>
              </a:ext>
            </a:extLst>
          </p:cNvPr>
          <p:cNvSpPr/>
          <p:nvPr/>
        </p:nvSpPr>
        <p:spPr bwMode="auto">
          <a:xfrm>
            <a:off x="9095993" y="4009823"/>
            <a:ext cx="992194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opcuav1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94" name="TextBox 17">
            <a:extLst>
              <a:ext uri="{FF2B5EF4-FFF2-40B4-BE49-F238E27FC236}">
                <a16:creationId xmlns:a16="http://schemas.microsoft.com/office/drawing/2014/main" id="{603D5361-C135-47FE-8678-B0626DFB2B95}"/>
              </a:ext>
            </a:extLst>
          </p:cNvPr>
          <p:cNvSpPr/>
          <p:nvPr/>
        </p:nvSpPr>
        <p:spPr bwMode="auto">
          <a:xfrm>
            <a:off x="4250817" y="2993663"/>
            <a:ext cx="764389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amqp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99" name="TextBox 17">
            <a:extLst>
              <a:ext uri="{FF2B5EF4-FFF2-40B4-BE49-F238E27FC236}">
                <a16:creationId xmlns:a16="http://schemas.microsoft.com/office/drawing/2014/main" id="{44BD434E-0464-4954-8400-CC8F65EE39C5}"/>
              </a:ext>
            </a:extLst>
          </p:cNvPr>
          <p:cNvSpPr/>
          <p:nvPr/>
        </p:nvSpPr>
        <p:spPr bwMode="auto">
          <a:xfrm>
            <a:off x="4255669" y="3353295"/>
            <a:ext cx="89232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mqttv3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0" name="TextBox 17">
            <a:extLst>
              <a:ext uri="{FF2B5EF4-FFF2-40B4-BE49-F238E27FC236}">
                <a16:creationId xmlns:a16="http://schemas.microsoft.com/office/drawing/2014/main" id="{DC88B01F-607B-413C-9B91-30D5E9919A45}"/>
              </a:ext>
            </a:extLst>
          </p:cNvPr>
          <p:cNvSpPr/>
          <p:nvPr/>
        </p:nvSpPr>
        <p:spPr bwMode="auto">
          <a:xfrm>
            <a:off x="4244356" y="3711607"/>
            <a:ext cx="89232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mqttv5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85703373-72E8-4A5A-86B6-8706E3FD2F7F}"/>
              </a:ext>
            </a:extLst>
          </p:cNvPr>
          <p:cNvCxnSpPr>
            <a:cxnSpLocks/>
            <a:stCxn id="124" idx="3"/>
            <a:endCxn id="193" idx="1"/>
          </p:cNvCxnSpPr>
          <p:nvPr/>
        </p:nvCxnSpPr>
        <p:spPr>
          <a:xfrm>
            <a:off x="8685080" y="3063154"/>
            <a:ext cx="410915" cy="110311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17">
            <a:extLst>
              <a:ext uri="{FF2B5EF4-FFF2-40B4-BE49-F238E27FC236}">
                <a16:creationId xmlns:a16="http://schemas.microsoft.com/office/drawing/2014/main" id="{7CFF9A46-F7CB-484A-AA41-5ECB1017C8ED}"/>
              </a:ext>
            </a:extLst>
          </p:cNvPr>
          <p:cNvSpPr/>
          <p:nvPr/>
        </p:nvSpPr>
        <p:spPr bwMode="auto">
          <a:xfrm>
            <a:off x="4255585" y="4065024"/>
            <a:ext cx="759621" cy="31288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spring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3" name="TextBox 17">
            <a:extLst>
              <a:ext uri="{FF2B5EF4-FFF2-40B4-BE49-F238E27FC236}">
                <a16:creationId xmlns:a16="http://schemas.microsoft.com/office/drawing/2014/main" id="{A9BFC4C5-97B9-4236-94D3-E42CF2984251}"/>
              </a:ext>
            </a:extLst>
          </p:cNvPr>
          <p:cNvSpPr/>
          <p:nvPr/>
        </p:nvSpPr>
        <p:spPr bwMode="auto">
          <a:xfrm>
            <a:off x="5782053" y="2630877"/>
            <a:ext cx="75962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amqp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4" name="TextBox 17">
            <a:extLst>
              <a:ext uri="{FF2B5EF4-FFF2-40B4-BE49-F238E27FC236}">
                <a16:creationId xmlns:a16="http://schemas.microsoft.com/office/drawing/2014/main" id="{58AAE8BF-5F90-4271-A64C-CC06A1280AB5}"/>
              </a:ext>
            </a:extLst>
          </p:cNvPr>
          <p:cNvSpPr/>
          <p:nvPr/>
        </p:nvSpPr>
        <p:spPr bwMode="auto">
          <a:xfrm>
            <a:off x="5782053" y="2993404"/>
            <a:ext cx="89232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mqttv3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5" name="TextBox 17">
            <a:extLst>
              <a:ext uri="{FF2B5EF4-FFF2-40B4-BE49-F238E27FC236}">
                <a16:creationId xmlns:a16="http://schemas.microsoft.com/office/drawing/2014/main" id="{24B8E84C-0BFF-44C6-9CB1-90663551D538}"/>
              </a:ext>
            </a:extLst>
          </p:cNvPr>
          <p:cNvSpPr/>
          <p:nvPr/>
        </p:nvSpPr>
        <p:spPr bwMode="auto">
          <a:xfrm>
            <a:off x="5771597" y="3344151"/>
            <a:ext cx="89232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mqttv5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6" name="TextBox 17">
            <a:extLst>
              <a:ext uri="{FF2B5EF4-FFF2-40B4-BE49-F238E27FC236}">
                <a16:creationId xmlns:a16="http://schemas.microsoft.com/office/drawing/2014/main" id="{719AE326-63AF-4E59-9FBD-9CA84694F759}"/>
              </a:ext>
            </a:extLst>
          </p:cNvPr>
          <p:cNvSpPr/>
          <p:nvPr/>
        </p:nvSpPr>
        <p:spPr bwMode="auto">
          <a:xfrm>
            <a:off x="5771595" y="3698731"/>
            <a:ext cx="112471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hivemqv3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59F0B08E-39BE-4C43-968C-FBF766BFBF33}"/>
              </a:ext>
            </a:extLst>
          </p:cNvPr>
          <p:cNvSpPr/>
          <p:nvPr/>
        </p:nvSpPr>
        <p:spPr bwMode="auto">
          <a:xfrm>
            <a:off x="5764439" y="4046285"/>
            <a:ext cx="1111453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hivemqv5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03F0BED6-0866-4E57-942D-0D495BCFBC54}"/>
              </a:ext>
            </a:extLst>
          </p:cNvPr>
          <p:cNvCxnSpPr>
            <a:cxnSpLocks/>
            <a:stCxn id="202" idx="3"/>
            <a:endCxn id="203" idx="1"/>
          </p:cNvCxnSpPr>
          <p:nvPr/>
        </p:nvCxnSpPr>
        <p:spPr>
          <a:xfrm flipV="1">
            <a:off x="5015206" y="2787321"/>
            <a:ext cx="766847" cy="14341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E11DB554-A647-4623-B42C-E96A11539637}"/>
              </a:ext>
            </a:extLst>
          </p:cNvPr>
          <p:cNvCxnSpPr>
            <a:cxnSpLocks/>
            <a:stCxn id="202" idx="3"/>
            <a:endCxn id="204" idx="1"/>
          </p:cNvCxnSpPr>
          <p:nvPr/>
        </p:nvCxnSpPr>
        <p:spPr>
          <a:xfrm flipV="1">
            <a:off x="5015206" y="3149846"/>
            <a:ext cx="766847" cy="10716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9D15668A-0BC5-46EC-B785-8085CE925B33}"/>
              </a:ext>
            </a:extLst>
          </p:cNvPr>
          <p:cNvCxnSpPr>
            <a:cxnSpLocks/>
            <a:stCxn id="202" idx="3"/>
            <a:endCxn id="205" idx="1"/>
          </p:cNvCxnSpPr>
          <p:nvPr/>
        </p:nvCxnSpPr>
        <p:spPr>
          <a:xfrm flipV="1">
            <a:off x="5015206" y="3500595"/>
            <a:ext cx="756391" cy="72087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D24236A4-5D37-4EAE-8CA6-E8FCDB661842}"/>
              </a:ext>
            </a:extLst>
          </p:cNvPr>
          <p:cNvCxnSpPr>
            <a:cxnSpLocks/>
            <a:stCxn id="202" idx="3"/>
            <a:endCxn id="206" idx="1"/>
          </p:cNvCxnSpPr>
          <p:nvPr/>
        </p:nvCxnSpPr>
        <p:spPr>
          <a:xfrm flipV="1">
            <a:off x="5015206" y="3855175"/>
            <a:ext cx="756391" cy="3662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C6FB8D18-E70F-4201-AB64-46336EC154B7}"/>
              </a:ext>
            </a:extLst>
          </p:cNvPr>
          <p:cNvCxnSpPr>
            <a:cxnSpLocks/>
            <a:stCxn id="202" idx="3"/>
            <a:endCxn id="207" idx="1"/>
          </p:cNvCxnSpPr>
          <p:nvPr/>
        </p:nvCxnSpPr>
        <p:spPr>
          <a:xfrm flipV="1">
            <a:off x="5015206" y="4202729"/>
            <a:ext cx="749233" cy="187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B9C5DAB5-6C11-446C-8A23-C6C8399B18D5}"/>
              </a:ext>
            </a:extLst>
          </p:cNvPr>
          <p:cNvCxnSpPr>
            <a:cxnSpLocks/>
            <a:stCxn id="123" idx="3"/>
            <a:endCxn id="194" idx="1"/>
          </p:cNvCxnSpPr>
          <p:nvPr/>
        </p:nvCxnSpPr>
        <p:spPr>
          <a:xfrm flipV="1">
            <a:off x="4059815" y="3150105"/>
            <a:ext cx="191000" cy="3519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321C6E65-1CF9-4FA7-A22E-A8C4E0212E90}"/>
              </a:ext>
            </a:extLst>
          </p:cNvPr>
          <p:cNvCxnSpPr>
            <a:cxnSpLocks/>
            <a:stCxn id="123" idx="3"/>
            <a:endCxn id="199" idx="1"/>
          </p:cNvCxnSpPr>
          <p:nvPr/>
        </p:nvCxnSpPr>
        <p:spPr>
          <a:xfrm>
            <a:off x="4059815" y="3502049"/>
            <a:ext cx="195852" cy="76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61A82252-EB6C-4050-B152-3E8FD02787FB}"/>
              </a:ext>
            </a:extLst>
          </p:cNvPr>
          <p:cNvCxnSpPr>
            <a:cxnSpLocks/>
            <a:stCxn id="123" idx="3"/>
            <a:endCxn id="200" idx="1"/>
          </p:cNvCxnSpPr>
          <p:nvPr/>
        </p:nvCxnSpPr>
        <p:spPr>
          <a:xfrm>
            <a:off x="4059817" y="3502049"/>
            <a:ext cx="184539" cy="3660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327DE186-2EEE-4D6F-BD2A-1397E3F058E6}"/>
              </a:ext>
            </a:extLst>
          </p:cNvPr>
          <p:cNvCxnSpPr>
            <a:cxnSpLocks/>
            <a:stCxn id="123" idx="3"/>
            <a:endCxn id="202" idx="1"/>
          </p:cNvCxnSpPr>
          <p:nvPr/>
        </p:nvCxnSpPr>
        <p:spPr>
          <a:xfrm>
            <a:off x="4059815" y="3502051"/>
            <a:ext cx="195768" cy="71941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7">
            <a:extLst>
              <a:ext uri="{FF2B5EF4-FFF2-40B4-BE49-F238E27FC236}">
                <a16:creationId xmlns:a16="http://schemas.microsoft.com/office/drawing/2014/main" id="{05590AF9-43E8-4CF9-B041-840EA4F0F4F2}"/>
              </a:ext>
            </a:extLst>
          </p:cNvPr>
          <p:cNvSpPr/>
          <p:nvPr/>
        </p:nvSpPr>
        <p:spPr bwMode="auto">
          <a:xfrm>
            <a:off x="2893728" y="1888056"/>
            <a:ext cx="940874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services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18" name="TextBox 17">
            <a:extLst>
              <a:ext uri="{FF2B5EF4-FFF2-40B4-BE49-F238E27FC236}">
                <a16:creationId xmlns:a16="http://schemas.microsoft.com/office/drawing/2014/main" id="{3D9D05EC-C3FA-4D53-9EB5-9488035D4687}"/>
              </a:ext>
            </a:extLst>
          </p:cNvPr>
          <p:cNvSpPr/>
          <p:nvPr/>
        </p:nvSpPr>
        <p:spPr bwMode="auto">
          <a:xfrm>
            <a:off x="2893728" y="1459321"/>
            <a:ext cx="2213964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services.environment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19" name="TextBox 17">
            <a:extLst>
              <a:ext uri="{FF2B5EF4-FFF2-40B4-BE49-F238E27FC236}">
                <a16:creationId xmlns:a16="http://schemas.microsoft.com/office/drawing/2014/main" id="{A8403D91-7D1A-4082-83B8-2C968BEACA3C}"/>
              </a:ext>
            </a:extLst>
          </p:cNvPr>
          <p:cNvSpPr/>
          <p:nvPr/>
        </p:nvSpPr>
        <p:spPr bwMode="auto">
          <a:xfrm>
            <a:off x="5471325" y="1456313"/>
            <a:ext cx="789519" cy="31288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spring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1B00DB7A-BB50-4DEA-ADC6-1A0FDAFEE916}"/>
              </a:ext>
            </a:extLst>
          </p:cNvPr>
          <p:cNvCxnSpPr>
            <a:cxnSpLocks/>
            <a:stCxn id="218" idx="3"/>
            <a:endCxn id="219" idx="1"/>
          </p:cNvCxnSpPr>
          <p:nvPr/>
        </p:nvCxnSpPr>
        <p:spPr>
          <a:xfrm flipV="1">
            <a:off x="5107694" y="1612755"/>
            <a:ext cx="363631" cy="30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17">
            <a:extLst>
              <a:ext uri="{FF2B5EF4-FFF2-40B4-BE49-F238E27FC236}">
                <a16:creationId xmlns:a16="http://schemas.microsoft.com/office/drawing/2014/main" id="{85C0C910-F2B5-476C-83DC-026FB23E7211}"/>
              </a:ext>
            </a:extLst>
          </p:cNvPr>
          <p:cNvSpPr/>
          <p:nvPr/>
        </p:nvSpPr>
        <p:spPr bwMode="auto">
          <a:xfrm>
            <a:off x="5471325" y="1892446"/>
            <a:ext cx="789519" cy="31288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spring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1F4FCA9C-2811-4FA6-8B4B-78A2FAC761BD}"/>
              </a:ext>
            </a:extLst>
          </p:cNvPr>
          <p:cNvCxnSpPr>
            <a:cxnSpLocks/>
            <a:stCxn id="217" idx="3"/>
            <a:endCxn id="221" idx="1"/>
          </p:cNvCxnSpPr>
          <p:nvPr/>
        </p:nvCxnSpPr>
        <p:spPr>
          <a:xfrm>
            <a:off x="3834604" y="2044498"/>
            <a:ext cx="1636721" cy="439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17">
            <a:extLst>
              <a:ext uri="{FF2B5EF4-FFF2-40B4-BE49-F238E27FC236}">
                <a16:creationId xmlns:a16="http://schemas.microsoft.com/office/drawing/2014/main" id="{50A983AA-E595-45AC-A94D-7EB8E98C51C9}"/>
              </a:ext>
            </a:extLst>
          </p:cNvPr>
          <p:cNvSpPr/>
          <p:nvPr/>
        </p:nvSpPr>
        <p:spPr bwMode="auto">
          <a:xfrm>
            <a:off x="4017129" y="-839043"/>
            <a:ext cx="1277181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ecsRuntime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25" name="TextBox 17">
            <a:extLst>
              <a:ext uri="{FF2B5EF4-FFF2-40B4-BE49-F238E27FC236}">
                <a16:creationId xmlns:a16="http://schemas.microsoft.com/office/drawing/2014/main" id="{DD01234C-4096-43F1-92C9-EFFF3FDB9C26}"/>
              </a:ext>
            </a:extLst>
          </p:cNvPr>
          <p:cNvSpPr/>
          <p:nvPr/>
        </p:nvSpPr>
        <p:spPr bwMode="auto">
          <a:xfrm>
            <a:off x="5494640" y="-1047483"/>
            <a:ext cx="825000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docker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26" name="TextBox 17">
            <a:extLst>
              <a:ext uri="{FF2B5EF4-FFF2-40B4-BE49-F238E27FC236}">
                <a16:creationId xmlns:a16="http://schemas.microsoft.com/office/drawing/2014/main" id="{4675607F-7A45-4BE2-BE1B-F4CCB7411EAA}"/>
              </a:ext>
            </a:extLst>
          </p:cNvPr>
          <p:cNvSpPr/>
          <p:nvPr/>
        </p:nvSpPr>
        <p:spPr bwMode="auto">
          <a:xfrm>
            <a:off x="5488716" y="-682600"/>
            <a:ext cx="1277181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kubernetes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27" name="TextBox 17">
            <a:extLst>
              <a:ext uri="{FF2B5EF4-FFF2-40B4-BE49-F238E27FC236}">
                <a16:creationId xmlns:a16="http://schemas.microsoft.com/office/drawing/2014/main" id="{EFAC184D-4203-42D5-BB81-6BC889F298C8}"/>
              </a:ext>
            </a:extLst>
          </p:cNvPr>
          <p:cNvSpPr/>
          <p:nvPr/>
        </p:nvSpPr>
        <p:spPr bwMode="auto">
          <a:xfrm>
            <a:off x="5491071" y="-320584"/>
            <a:ext cx="51378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lxc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EFCAD0CD-997D-4CC8-A09D-D7183EDD42CE}"/>
              </a:ext>
            </a:extLst>
          </p:cNvPr>
          <p:cNvCxnSpPr>
            <a:cxnSpLocks/>
            <a:stCxn id="223" idx="3"/>
            <a:endCxn id="225" idx="1"/>
          </p:cNvCxnSpPr>
          <p:nvPr/>
        </p:nvCxnSpPr>
        <p:spPr>
          <a:xfrm flipV="1">
            <a:off x="5294310" y="-891039"/>
            <a:ext cx="200330" cy="2084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3162C9EB-BB99-4DF1-92CF-16314DC40AC9}"/>
              </a:ext>
            </a:extLst>
          </p:cNvPr>
          <p:cNvCxnSpPr>
            <a:cxnSpLocks/>
            <a:stCxn id="223" idx="3"/>
            <a:endCxn id="226" idx="1"/>
          </p:cNvCxnSpPr>
          <p:nvPr/>
        </p:nvCxnSpPr>
        <p:spPr>
          <a:xfrm>
            <a:off x="5294310" y="-682599"/>
            <a:ext cx="194406" cy="1564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2941B0D7-124B-4D28-B32A-11C43234CC10}"/>
              </a:ext>
            </a:extLst>
          </p:cNvPr>
          <p:cNvCxnSpPr>
            <a:cxnSpLocks/>
            <a:stCxn id="223" idx="3"/>
            <a:endCxn id="227" idx="1"/>
          </p:cNvCxnSpPr>
          <p:nvPr/>
        </p:nvCxnSpPr>
        <p:spPr>
          <a:xfrm>
            <a:off x="5294310" y="-682599"/>
            <a:ext cx="196761" cy="5184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TextBox 17">
            <a:extLst>
              <a:ext uri="{FF2B5EF4-FFF2-40B4-BE49-F238E27FC236}">
                <a16:creationId xmlns:a16="http://schemas.microsoft.com/office/drawing/2014/main" id="{7F34866F-76BE-4193-9319-D563A65043F7}"/>
              </a:ext>
            </a:extLst>
          </p:cNvPr>
          <p:cNvSpPr/>
          <p:nvPr/>
        </p:nvSpPr>
        <p:spPr bwMode="auto">
          <a:xfrm>
            <a:off x="8284598" y="1430084"/>
            <a:ext cx="1197343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deviceMgt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33" name="TextBox 17">
            <a:extLst>
              <a:ext uri="{FF2B5EF4-FFF2-40B4-BE49-F238E27FC236}">
                <a16:creationId xmlns:a16="http://schemas.microsoft.com/office/drawing/2014/main" id="{A9F8141A-2D50-4B11-8540-2E53FDA8BAA2}"/>
              </a:ext>
            </a:extLst>
          </p:cNvPr>
          <p:cNvSpPr/>
          <p:nvPr/>
        </p:nvSpPr>
        <p:spPr bwMode="auto">
          <a:xfrm>
            <a:off x="9713062" y="1221553"/>
            <a:ext cx="825000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minio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34" name="TextBox 17">
            <a:extLst>
              <a:ext uri="{FF2B5EF4-FFF2-40B4-BE49-F238E27FC236}">
                <a16:creationId xmlns:a16="http://schemas.microsoft.com/office/drawing/2014/main" id="{EAA9B6FB-21B5-4CE9-81B5-7AA60E51E9A2}"/>
              </a:ext>
            </a:extLst>
          </p:cNvPr>
          <p:cNvSpPr/>
          <p:nvPr/>
        </p:nvSpPr>
        <p:spPr bwMode="auto">
          <a:xfrm>
            <a:off x="9713063" y="1633535"/>
            <a:ext cx="911877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s3mock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35" name="TextBox 17">
            <a:extLst>
              <a:ext uri="{FF2B5EF4-FFF2-40B4-BE49-F238E27FC236}">
                <a16:creationId xmlns:a16="http://schemas.microsoft.com/office/drawing/2014/main" id="{C5A67947-C569-4F5C-977D-566AA6E52D43}"/>
              </a:ext>
            </a:extLst>
          </p:cNvPr>
          <p:cNvSpPr/>
          <p:nvPr/>
        </p:nvSpPr>
        <p:spPr bwMode="auto">
          <a:xfrm>
            <a:off x="9713061" y="2028314"/>
            <a:ext cx="138736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thingsboard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4F62A912-0397-4EBD-9C74-4C380B2E5084}"/>
              </a:ext>
            </a:extLst>
          </p:cNvPr>
          <p:cNvCxnSpPr>
            <a:cxnSpLocks/>
            <a:stCxn id="232" idx="3"/>
            <a:endCxn id="233" idx="1"/>
          </p:cNvCxnSpPr>
          <p:nvPr/>
        </p:nvCxnSpPr>
        <p:spPr>
          <a:xfrm flipV="1">
            <a:off x="9481941" y="1377997"/>
            <a:ext cx="231123" cy="2085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9968FE10-4348-45A7-AF3F-FDF79CC55E01}"/>
              </a:ext>
            </a:extLst>
          </p:cNvPr>
          <p:cNvCxnSpPr>
            <a:cxnSpLocks/>
            <a:stCxn id="232" idx="3"/>
            <a:endCxn id="234" idx="1"/>
          </p:cNvCxnSpPr>
          <p:nvPr/>
        </p:nvCxnSpPr>
        <p:spPr>
          <a:xfrm>
            <a:off x="9481939" y="1586528"/>
            <a:ext cx="231122" cy="20345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885698E1-8E69-4B71-81EC-0808E9C7C14E}"/>
              </a:ext>
            </a:extLst>
          </p:cNvPr>
          <p:cNvCxnSpPr>
            <a:cxnSpLocks/>
            <a:stCxn id="232" idx="3"/>
            <a:endCxn id="235" idx="1"/>
          </p:cNvCxnSpPr>
          <p:nvPr/>
        </p:nvCxnSpPr>
        <p:spPr>
          <a:xfrm>
            <a:off x="9481939" y="1586526"/>
            <a:ext cx="231122" cy="5982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17">
            <a:extLst>
              <a:ext uri="{FF2B5EF4-FFF2-40B4-BE49-F238E27FC236}">
                <a16:creationId xmlns:a16="http://schemas.microsoft.com/office/drawing/2014/main" id="{7D2A9F65-2E3E-4577-84E4-5C6F5B79F621}"/>
              </a:ext>
            </a:extLst>
          </p:cNvPr>
          <p:cNvSpPr/>
          <p:nvPr/>
        </p:nvSpPr>
        <p:spPr bwMode="auto">
          <a:xfrm rot="16200000">
            <a:off x="390970" y="2899878"/>
            <a:ext cx="2797614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configuration.configuration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1" name="Rectangle 49">
            <a:extLst>
              <a:ext uri="{FF2B5EF4-FFF2-40B4-BE49-F238E27FC236}">
                <a16:creationId xmlns:a16="http://schemas.microsoft.com/office/drawing/2014/main" id="{B68BA09C-A170-4767-A86E-EC0A80B9B46C}"/>
              </a:ext>
            </a:extLst>
          </p:cNvPr>
          <p:cNvSpPr/>
          <p:nvPr/>
        </p:nvSpPr>
        <p:spPr bwMode="auto">
          <a:xfrm>
            <a:off x="2729016" y="7216479"/>
            <a:ext cx="4374802" cy="83578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 err="1">
                <a:solidFill>
                  <a:prstClr val="black"/>
                </a:solidFill>
                <a:cs typeface="Arial"/>
              </a:rPr>
              <a:t>tools.maven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240" name="TextBox 17">
            <a:extLst>
              <a:ext uri="{FF2B5EF4-FFF2-40B4-BE49-F238E27FC236}">
                <a16:creationId xmlns:a16="http://schemas.microsoft.com/office/drawing/2014/main" id="{3DD3090C-787D-4C0C-94E5-871B969DF203}"/>
              </a:ext>
            </a:extLst>
          </p:cNvPr>
          <p:cNvSpPr/>
          <p:nvPr/>
        </p:nvSpPr>
        <p:spPr bwMode="auto">
          <a:xfrm>
            <a:off x="3015341" y="7636764"/>
            <a:ext cx="1510085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dependencies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2" name="TextBox 17">
            <a:extLst>
              <a:ext uri="{FF2B5EF4-FFF2-40B4-BE49-F238E27FC236}">
                <a16:creationId xmlns:a16="http://schemas.microsoft.com/office/drawing/2014/main" id="{C44F617E-11D9-4F35-92E9-6DC9456E2B89}"/>
              </a:ext>
            </a:extLst>
          </p:cNvPr>
          <p:cNvSpPr/>
          <p:nvPr/>
        </p:nvSpPr>
        <p:spPr bwMode="auto">
          <a:xfrm>
            <a:off x="4643585" y="7636764"/>
            <a:ext cx="944415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invoker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3" name="TextBox 17">
            <a:extLst>
              <a:ext uri="{FF2B5EF4-FFF2-40B4-BE49-F238E27FC236}">
                <a16:creationId xmlns:a16="http://schemas.microsoft.com/office/drawing/2014/main" id="{ADA2ABEA-69B5-4D8A-AD09-35639BFF67E0}"/>
              </a:ext>
            </a:extLst>
          </p:cNvPr>
          <p:cNvSpPr/>
          <p:nvPr/>
        </p:nvSpPr>
        <p:spPr bwMode="auto">
          <a:xfrm>
            <a:off x="5691083" y="7634133"/>
            <a:ext cx="850589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python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4" name="TextBox 17">
            <a:extLst>
              <a:ext uri="{FF2B5EF4-FFF2-40B4-BE49-F238E27FC236}">
                <a16:creationId xmlns:a16="http://schemas.microsoft.com/office/drawing/2014/main" id="{33929DFF-42D1-40F8-9A05-73757525A845}"/>
              </a:ext>
            </a:extLst>
          </p:cNvPr>
          <p:cNvSpPr/>
          <p:nvPr/>
        </p:nvSpPr>
        <p:spPr bwMode="auto">
          <a:xfrm>
            <a:off x="7157438" y="-1088097"/>
            <a:ext cx="1282249" cy="308045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monitoring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5" name="TextBox 17">
            <a:extLst>
              <a:ext uri="{FF2B5EF4-FFF2-40B4-BE49-F238E27FC236}">
                <a16:creationId xmlns:a16="http://schemas.microsoft.com/office/drawing/2014/main" id="{FE547CB4-F15C-445C-AE22-736649273B8D}"/>
              </a:ext>
            </a:extLst>
          </p:cNvPr>
          <p:cNvSpPr/>
          <p:nvPr/>
        </p:nvSpPr>
        <p:spPr bwMode="auto">
          <a:xfrm>
            <a:off x="7423900" y="-397753"/>
            <a:ext cx="1325120" cy="31337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prometheus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7" name="TextBox 17">
            <a:extLst>
              <a:ext uri="{FF2B5EF4-FFF2-40B4-BE49-F238E27FC236}">
                <a16:creationId xmlns:a16="http://schemas.microsoft.com/office/drawing/2014/main" id="{C9B02C6A-49DF-4FA3-8D2A-B9137E93A80A}"/>
              </a:ext>
            </a:extLst>
          </p:cNvPr>
          <p:cNvSpPr/>
          <p:nvPr/>
        </p:nvSpPr>
        <p:spPr bwMode="auto">
          <a:xfrm>
            <a:off x="8910722" y="-1106232"/>
            <a:ext cx="2037509" cy="33197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kiServices.functions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8" name="TextBox 17">
            <a:extLst>
              <a:ext uri="{FF2B5EF4-FFF2-40B4-BE49-F238E27FC236}">
                <a16:creationId xmlns:a16="http://schemas.microsoft.com/office/drawing/2014/main" id="{13BEFB46-6653-417D-A886-29B31F7182A2}"/>
              </a:ext>
            </a:extLst>
          </p:cNvPr>
          <p:cNvSpPr/>
          <p:nvPr/>
        </p:nvSpPr>
        <p:spPr bwMode="auto">
          <a:xfrm>
            <a:off x="8910721" y="-721661"/>
            <a:ext cx="2661623" cy="35587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kiServices.rapidminer.rtsa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49" name="TextBox 17">
            <a:extLst>
              <a:ext uri="{FF2B5EF4-FFF2-40B4-BE49-F238E27FC236}">
                <a16:creationId xmlns:a16="http://schemas.microsoft.com/office/drawing/2014/main" id="{8352CD25-50E1-4277-AC04-923B0E1B5AF5}"/>
              </a:ext>
            </a:extLst>
          </p:cNvPr>
          <p:cNvSpPr/>
          <p:nvPr/>
        </p:nvSpPr>
        <p:spPr bwMode="auto">
          <a:xfrm>
            <a:off x="8926930" y="-308313"/>
            <a:ext cx="3109872" cy="35587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kiServices.rapidminer.rtsaFake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DF246EBB-14B4-4460-B96A-AE9EC7D4A727}"/>
              </a:ext>
            </a:extLst>
          </p:cNvPr>
          <p:cNvCxnSpPr>
            <a:cxnSpLocks/>
            <a:stCxn id="244" idx="3"/>
            <a:endCxn id="245" idx="1"/>
          </p:cNvCxnSpPr>
          <p:nvPr/>
        </p:nvCxnSpPr>
        <p:spPr>
          <a:xfrm flipH="1">
            <a:off x="7423900" y="-934074"/>
            <a:ext cx="1015787" cy="693008"/>
          </a:xfrm>
          <a:prstGeom prst="bentConnector5">
            <a:avLst>
              <a:gd name="adj1" fmla="val -22505"/>
              <a:gd name="adj2" fmla="val 49808"/>
              <a:gd name="adj3" fmla="val 12250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17">
            <a:extLst>
              <a:ext uri="{FF2B5EF4-FFF2-40B4-BE49-F238E27FC236}">
                <a16:creationId xmlns:a16="http://schemas.microsoft.com/office/drawing/2014/main" id="{E6766B15-2B0D-4C6E-AB67-035EC993F4A8}"/>
              </a:ext>
            </a:extLst>
          </p:cNvPr>
          <p:cNvSpPr/>
          <p:nvPr/>
        </p:nvSpPr>
        <p:spPr bwMode="auto">
          <a:xfrm>
            <a:off x="3935259" y="-2690007"/>
            <a:ext cx="1793322" cy="293623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managementUI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3" name="Rectangle 49">
            <a:extLst>
              <a:ext uri="{FF2B5EF4-FFF2-40B4-BE49-F238E27FC236}">
                <a16:creationId xmlns:a16="http://schemas.microsoft.com/office/drawing/2014/main" id="{F67EDC75-1203-4ABD-8A20-82E162550416}"/>
              </a:ext>
            </a:extLst>
          </p:cNvPr>
          <p:cNvSpPr/>
          <p:nvPr/>
        </p:nvSpPr>
        <p:spPr bwMode="auto">
          <a:xfrm>
            <a:off x="7147166" y="7208447"/>
            <a:ext cx="5892575" cy="843817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de-DE" kern="0" dirty="0">
                <a:solidFill>
                  <a:prstClr val="black"/>
                </a:solidFill>
                <a:cs typeface="Arial"/>
              </a:rPr>
              <a:t>Development support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252" name="TextBox 17">
            <a:extLst>
              <a:ext uri="{FF2B5EF4-FFF2-40B4-BE49-F238E27FC236}">
                <a16:creationId xmlns:a16="http://schemas.microsoft.com/office/drawing/2014/main" id="{9CAB5838-0E8E-4740-AEB3-0BDC83675AB5}"/>
              </a:ext>
            </a:extLst>
          </p:cNvPr>
          <p:cNvSpPr/>
          <p:nvPr/>
        </p:nvSpPr>
        <p:spPr bwMode="auto">
          <a:xfrm>
            <a:off x="7293122" y="7634133"/>
            <a:ext cx="1352247" cy="277890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basicMaven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4" name="TextBox 17">
            <a:extLst>
              <a:ext uri="{FF2B5EF4-FFF2-40B4-BE49-F238E27FC236}">
                <a16:creationId xmlns:a16="http://schemas.microsoft.com/office/drawing/2014/main" id="{71F691F8-C601-4330-92A9-6DA893E079B1}"/>
              </a:ext>
            </a:extLst>
          </p:cNvPr>
          <p:cNvSpPr/>
          <p:nvPr/>
        </p:nvSpPr>
        <p:spPr bwMode="auto">
          <a:xfrm rot="16200000">
            <a:off x="1064388" y="3195983"/>
            <a:ext cx="2212995" cy="30529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configuration.maven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5" name="TextBox 17">
            <a:extLst>
              <a:ext uri="{FF2B5EF4-FFF2-40B4-BE49-F238E27FC236}">
                <a16:creationId xmlns:a16="http://schemas.microsoft.com/office/drawing/2014/main" id="{751ABC0A-0029-494F-8F0B-FAD18EF1B1FD}"/>
              </a:ext>
            </a:extLst>
          </p:cNvPr>
          <p:cNvSpPr/>
          <p:nvPr/>
        </p:nvSpPr>
        <p:spPr bwMode="auto">
          <a:xfrm>
            <a:off x="7290787" y="-2749092"/>
            <a:ext cx="1178449" cy="342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examples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6" name="TextBox 17">
            <a:extLst>
              <a:ext uri="{FF2B5EF4-FFF2-40B4-BE49-F238E27FC236}">
                <a16:creationId xmlns:a16="http://schemas.microsoft.com/office/drawing/2014/main" id="{8E39BAEC-072F-47F1-AD21-5DE4E716691B}"/>
              </a:ext>
            </a:extLst>
          </p:cNvPr>
          <p:cNvSpPr/>
          <p:nvPr/>
        </p:nvSpPr>
        <p:spPr bwMode="auto">
          <a:xfrm>
            <a:off x="9060280" y="-3572266"/>
            <a:ext cx="1547619" cy="3149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examples.vdw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7" name="TextBox 17">
            <a:extLst>
              <a:ext uri="{FF2B5EF4-FFF2-40B4-BE49-F238E27FC236}">
                <a16:creationId xmlns:a16="http://schemas.microsoft.com/office/drawing/2014/main" id="{03F21CE3-E5C7-4601-8377-BAB1154B2D77}"/>
              </a:ext>
            </a:extLst>
          </p:cNvPr>
          <p:cNvSpPr/>
          <p:nvPr/>
        </p:nvSpPr>
        <p:spPr bwMode="auto">
          <a:xfrm>
            <a:off x="9060280" y="-3186132"/>
            <a:ext cx="1875399" cy="34678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examples.KODEX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8" name="TextBox 17">
            <a:extLst>
              <a:ext uri="{FF2B5EF4-FFF2-40B4-BE49-F238E27FC236}">
                <a16:creationId xmlns:a16="http://schemas.microsoft.com/office/drawing/2014/main" id="{2634A15F-E854-4780-9DDB-A11DAC97B019}"/>
              </a:ext>
            </a:extLst>
          </p:cNvPr>
          <p:cNvSpPr/>
          <p:nvPr/>
        </p:nvSpPr>
        <p:spPr bwMode="auto">
          <a:xfrm>
            <a:off x="9060280" y="-2787456"/>
            <a:ext cx="1875399" cy="34678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examples.python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59" name="TextBox 17">
            <a:extLst>
              <a:ext uri="{FF2B5EF4-FFF2-40B4-BE49-F238E27FC236}">
                <a16:creationId xmlns:a16="http://schemas.microsoft.com/office/drawing/2014/main" id="{A2DA9892-7F8A-417C-BFA5-0AC0F7F8EFCF}"/>
              </a:ext>
            </a:extLst>
          </p:cNvPr>
          <p:cNvSpPr/>
          <p:nvPr/>
        </p:nvSpPr>
        <p:spPr bwMode="auto">
          <a:xfrm>
            <a:off x="9060280" y="-2387842"/>
            <a:ext cx="2257018" cy="34603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examples.pythonSync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60" name="TextBox 17">
            <a:extLst>
              <a:ext uri="{FF2B5EF4-FFF2-40B4-BE49-F238E27FC236}">
                <a16:creationId xmlns:a16="http://schemas.microsoft.com/office/drawing/2014/main" id="{CBDCD1FE-8A69-4851-86AD-4077A55980D5}"/>
              </a:ext>
            </a:extLst>
          </p:cNvPr>
          <p:cNvSpPr/>
          <p:nvPr/>
        </p:nvSpPr>
        <p:spPr bwMode="auto">
          <a:xfrm>
            <a:off x="9060280" y="-1970323"/>
            <a:ext cx="1532385" cy="29595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examples.rtsa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261" name="Connector: Elbow 260">
            <a:extLst>
              <a:ext uri="{FF2B5EF4-FFF2-40B4-BE49-F238E27FC236}">
                <a16:creationId xmlns:a16="http://schemas.microsoft.com/office/drawing/2014/main" id="{B1DB0DDB-E93C-44CB-A5B5-E1028D55B764}"/>
              </a:ext>
            </a:extLst>
          </p:cNvPr>
          <p:cNvCxnSpPr>
            <a:cxnSpLocks/>
            <a:stCxn id="255" idx="3"/>
            <a:endCxn id="256" idx="1"/>
          </p:cNvCxnSpPr>
          <p:nvPr/>
        </p:nvCxnSpPr>
        <p:spPr>
          <a:xfrm flipV="1">
            <a:off x="8469236" y="-3414767"/>
            <a:ext cx="591044" cy="8368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: Elbow 264">
            <a:extLst>
              <a:ext uri="{FF2B5EF4-FFF2-40B4-BE49-F238E27FC236}">
                <a16:creationId xmlns:a16="http://schemas.microsoft.com/office/drawing/2014/main" id="{E4356D6F-F1E2-4A66-A1EC-1681084B1773}"/>
              </a:ext>
            </a:extLst>
          </p:cNvPr>
          <p:cNvCxnSpPr>
            <a:cxnSpLocks/>
            <a:stCxn id="255" idx="3"/>
            <a:endCxn id="257" idx="1"/>
          </p:cNvCxnSpPr>
          <p:nvPr/>
        </p:nvCxnSpPr>
        <p:spPr>
          <a:xfrm flipV="1">
            <a:off x="8469236" y="-3012741"/>
            <a:ext cx="591044" cy="4347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: Elbow 267">
            <a:extLst>
              <a:ext uri="{FF2B5EF4-FFF2-40B4-BE49-F238E27FC236}">
                <a16:creationId xmlns:a16="http://schemas.microsoft.com/office/drawing/2014/main" id="{E4D98502-DA93-48A7-90DB-E93BA5D908DB}"/>
              </a:ext>
            </a:extLst>
          </p:cNvPr>
          <p:cNvCxnSpPr>
            <a:cxnSpLocks/>
            <a:stCxn id="255" idx="3"/>
            <a:endCxn id="258" idx="1"/>
          </p:cNvCxnSpPr>
          <p:nvPr/>
        </p:nvCxnSpPr>
        <p:spPr>
          <a:xfrm flipV="1">
            <a:off x="8469236" y="-2614065"/>
            <a:ext cx="591044" cy="361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9CA7509D-B33B-4F4D-A3C7-7E755ADB8B74}"/>
              </a:ext>
            </a:extLst>
          </p:cNvPr>
          <p:cNvCxnSpPr>
            <a:cxnSpLocks/>
            <a:stCxn id="255" idx="3"/>
            <a:endCxn id="259" idx="1"/>
          </p:cNvCxnSpPr>
          <p:nvPr/>
        </p:nvCxnSpPr>
        <p:spPr>
          <a:xfrm>
            <a:off x="8469236" y="-2577943"/>
            <a:ext cx="591044" cy="36311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F26EE073-AB77-4743-A8A2-BD970F711435}"/>
              </a:ext>
            </a:extLst>
          </p:cNvPr>
          <p:cNvCxnSpPr>
            <a:cxnSpLocks/>
            <a:stCxn id="255" idx="3"/>
            <a:endCxn id="260" idx="1"/>
          </p:cNvCxnSpPr>
          <p:nvPr/>
        </p:nvCxnSpPr>
        <p:spPr>
          <a:xfrm>
            <a:off x="8469236" y="-2577943"/>
            <a:ext cx="591044" cy="7555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17">
            <a:extLst>
              <a:ext uri="{FF2B5EF4-FFF2-40B4-BE49-F238E27FC236}">
                <a16:creationId xmlns:a16="http://schemas.microsoft.com/office/drawing/2014/main" id="{6522527D-F7A5-451F-8F6A-D6D333DD1A56}"/>
              </a:ext>
            </a:extLst>
          </p:cNvPr>
          <p:cNvSpPr/>
          <p:nvPr/>
        </p:nvSpPr>
        <p:spPr bwMode="auto">
          <a:xfrm>
            <a:off x="11407016" y="-2632943"/>
            <a:ext cx="1352247" cy="277890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impl.model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81" name="Rectangle 178">
            <a:extLst>
              <a:ext uri="{FF2B5EF4-FFF2-40B4-BE49-F238E27FC236}">
                <a16:creationId xmlns:a16="http://schemas.microsoft.com/office/drawing/2014/main" id="{2AF02D23-B4C6-4F08-8C71-A81D86DE7E99}"/>
              </a:ext>
            </a:extLst>
          </p:cNvPr>
          <p:cNvSpPr/>
          <p:nvPr/>
        </p:nvSpPr>
        <p:spPr bwMode="auto">
          <a:xfrm>
            <a:off x="2712568" y="-1511006"/>
            <a:ext cx="1142765" cy="1611242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Central services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282" name="TextBox 17">
            <a:extLst>
              <a:ext uri="{FF2B5EF4-FFF2-40B4-BE49-F238E27FC236}">
                <a16:creationId xmlns:a16="http://schemas.microsoft.com/office/drawing/2014/main" id="{57D3CA87-7557-4BC6-B7A0-5B74529921E0}"/>
              </a:ext>
            </a:extLst>
          </p:cNvPr>
          <p:cNvSpPr/>
          <p:nvPr/>
        </p:nvSpPr>
        <p:spPr bwMode="auto">
          <a:xfrm>
            <a:off x="2750422" y="-701613"/>
            <a:ext cx="1072253" cy="340074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cs typeface="Arial"/>
              </a:rPr>
              <a:t>platform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66BB267-18F9-40BB-BDC2-2AA4A56BECDE}"/>
              </a:ext>
            </a:extLst>
          </p:cNvPr>
          <p:cNvSpPr/>
          <p:nvPr/>
        </p:nvSpPr>
        <p:spPr>
          <a:xfrm>
            <a:off x="-2242981" y="3523221"/>
            <a:ext cx="3607441" cy="24476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5" name="TextBox 17">
            <a:extLst>
              <a:ext uri="{FF2B5EF4-FFF2-40B4-BE49-F238E27FC236}">
                <a16:creationId xmlns:a16="http://schemas.microsoft.com/office/drawing/2014/main" id="{60977686-8C7E-4C1A-9819-E9FFB19038DB}"/>
              </a:ext>
            </a:extLst>
          </p:cNvPr>
          <p:cNvSpPr/>
          <p:nvPr/>
        </p:nvSpPr>
        <p:spPr bwMode="auto">
          <a:xfrm>
            <a:off x="-2121475" y="4196099"/>
            <a:ext cx="453136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latin typeface="Calibri"/>
                <a:cs typeface="Arial"/>
              </a:rPr>
              <a:t>…</a:t>
            </a:r>
            <a:endParaRPr kern="0" dirty="0">
              <a:solidFill>
                <a:prstClr val="white"/>
              </a:solidFill>
              <a:latin typeface="Calibri"/>
              <a:cs typeface="Arial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72EA678-D8B1-42D8-AEBE-CD98443B2F6B}"/>
              </a:ext>
            </a:extLst>
          </p:cNvPr>
          <p:cNvSpPr txBox="1"/>
          <p:nvPr/>
        </p:nvSpPr>
        <p:spPr bwMode="auto">
          <a:xfrm>
            <a:off x="-1618543" y="4196099"/>
            <a:ext cx="122661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Mandatory</a:t>
            </a:r>
          </a:p>
        </p:txBody>
      </p:sp>
      <p:sp>
        <p:nvSpPr>
          <p:cNvPr id="288" name="TextBox 17">
            <a:extLst>
              <a:ext uri="{FF2B5EF4-FFF2-40B4-BE49-F238E27FC236}">
                <a16:creationId xmlns:a16="http://schemas.microsoft.com/office/drawing/2014/main" id="{105AE4BD-E73A-4521-9DA8-5C9DAAC9CB77}"/>
              </a:ext>
            </a:extLst>
          </p:cNvPr>
          <p:cNvSpPr/>
          <p:nvPr/>
        </p:nvSpPr>
        <p:spPr bwMode="auto">
          <a:xfrm>
            <a:off x="-2121475" y="4628616"/>
            <a:ext cx="453136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cs typeface="Arial"/>
              </a:rPr>
              <a:t>…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39AD2439-5413-4562-9999-C363B3CC296B}"/>
              </a:ext>
            </a:extLst>
          </p:cNvPr>
          <p:cNvSpPr txBox="1"/>
          <p:nvPr/>
        </p:nvSpPr>
        <p:spPr bwMode="auto">
          <a:xfrm>
            <a:off x="-1618543" y="4628616"/>
            <a:ext cx="211000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Optional/Alternative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1FB7D5A-6352-405F-8A57-19F9695EEC25}"/>
              </a:ext>
            </a:extLst>
          </p:cNvPr>
          <p:cNvSpPr txBox="1"/>
          <p:nvPr/>
        </p:nvSpPr>
        <p:spPr bwMode="auto">
          <a:xfrm>
            <a:off x="-1609478" y="5033703"/>
            <a:ext cx="289893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Optional w/o further options</a:t>
            </a:r>
          </a:p>
        </p:txBody>
      </p:sp>
      <p:sp>
        <p:nvSpPr>
          <p:cNvPr id="305" name="TextBox 17">
            <a:extLst>
              <a:ext uri="{FF2B5EF4-FFF2-40B4-BE49-F238E27FC236}">
                <a16:creationId xmlns:a16="http://schemas.microsoft.com/office/drawing/2014/main" id="{CE6A3308-C4F7-4CE7-9812-44E742E72B3D}"/>
              </a:ext>
            </a:extLst>
          </p:cNvPr>
          <p:cNvSpPr/>
          <p:nvPr/>
        </p:nvSpPr>
        <p:spPr bwMode="auto">
          <a:xfrm>
            <a:off x="-2121475" y="5048736"/>
            <a:ext cx="45313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cs typeface="Arial"/>
              </a:rPr>
              <a:t>…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BB5AECC6-F764-4B7F-9FCD-F77A7F338D80}"/>
              </a:ext>
            </a:extLst>
          </p:cNvPr>
          <p:cNvSpPr txBox="1"/>
          <p:nvPr/>
        </p:nvSpPr>
        <p:spPr bwMode="auto">
          <a:xfrm>
            <a:off x="-1609478" y="5452868"/>
            <a:ext cx="251222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On-use/demand (model)</a:t>
            </a:r>
          </a:p>
        </p:txBody>
      </p:sp>
      <p:sp>
        <p:nvSpPr>
          <p:cNvPr id="307" name="TextBox 17">
            <a:extLst>
              <a:ext uri="{FF2B5EF4-FFF2-40B4-BE49-F238E27FC236}">
                <a16:creationId xmlns:a16="http://schemas.microsoft.com/office/drawing/2014/main" id="{633AE1F1-A38F-4F62-BCD4-D7B5E2E259BA}"/>
              </a:ext>
            </a:extLst>
          </p:cNvPr>
          <p:cNvSpPr/>
          <p:nvPr/>
        </p:nvSpPr>
        <p:spPr bwMode="auto">
          <a:xfrm>
            <a:off x="-2121475" y="5467901"/>
            <a:ext cx="453136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cs typeface="Arial"/>
              </a:rPr>
              <a:t>…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88A8BCB1-451E-4061-9081-5A9F90874256}"/>
              </a:ext>
            </a:extLst>
          </p:cNvPr>
          <p:cNvSpPr txBox="1"/>
          <p:nvPr/>
        </p:nvSpPr>
        <p:spPr bwMode="auto">
          <a:xfrm>
            <a:off x="-2131785" y="3702638"/>
            <a:ext cx="8666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b="1" dirty="0"/>
              <a:t>Legend</a:t>
            </a:r>
          </a:p>
        </p:txBody>
      </p:sp>
      <p:sp>
        <p:nvSpPr>
          <p:cNvPr id="130" name="Rectangle 50">
            <a:extLst>
              <a:ext uri="{FF2B5EF4-FFF2-40B4-BE49-F238E27FC236}">
                <a16:creationId xmlns:a16="http://schemas.microsoft.com/office/drawing/2014/main" id="{2A16E8A3-D6D6-436F-BB39-FE17DA875FD0}"/>
              </a:ext>
            </a:extLst>
          </p:cNvPr>
          <p:cNvSpPr/>
          <p:nvPr/>
        </p:nvSpPr>
        <p:spPr bwMode="auto">
          <a:xfrm>
            <a:off x="2736121" y="176190"/>
            <a:ext cx="10294081" cy="85212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3" name="TextBox 3">
            <a:extLst>
              <a:ext uri="{FF2B5EF4-FFF2-40B4-BE49-F238E27FC236}">
                <a16:creationId xmlns:a16="http://schemas.microsoft.com/office/drawing/2014/main" id="{655D0539-1E99-4743-BD66-6B487A9EBF40}"/>
              </a:ext>
            </a:extLst>
          </p:cNvPr>
          <p:cNvSpPr/>
          <p:nvPr/>
        </p:nvSpPr>
        <p:spPr bwMode="auto">
          <a:xfrm>
            <a:off x="2762861" y="216085"/>
            <a:ext cx="378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Security, data protection, data sharing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49" name="TextBox 17">
            <a:extLst>
              <a:ext uri="{FF2B5EF4-FFF2-40B4-BE49-F238E27FC236}">
                <a16:creationId xmlns:a16="http://schemas.microsoft.com/office/drawing/2014/main" id="{8A14D024-E339-4D80-97FF-63EDE70D99C9}"/>
              </a:ext>
            </a:extLst>
          </p:cNvPr>
          <p:cNvSpPr/>
          <p:nvPr/>
        </p:nvSpPr>
        <p:spPr bwMode="auto">
          <a:xfrm>
            <a:off x="2842374" y="544379"/>
            <a:ext cx="2447135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security.services.kodex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22" name="TextBox 17">
            <a:extLst>
              <a:ext uri="{FF2B5EF4-FFF2-40B4-BE49-F238E27FC236}">
                <a16:creationId xmlns:a16="http://schemas.microsoft.com/office/drawing/2014/main" id="{59CD6EA9-0441-4548-B381-E49C1C82B85A}"/>
              </a:ext>
            </a:extLst>
          </p:cNvPr>
          <p:cNvSpPr/>
          <p:nvPr/>
        </p:nvSpPr>
        <p:spPr bwMode="auto">
          <a:xfrm>
            <a:off x="9090457" y="435232"/>
            <a:ext cx="992194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Influx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E19A7D78-7E22-49A2-83F5-5D228560D074}"/>
              </a:ext>
            </a:extLst>
          </p:cNvPr>
          <p:cNvCxnSpPr>
            <a:cxnSpLocks/>
            <a:stCxn id="124" idx="3"/>
            <a:endCxn id="122" idx="1"/>
          </p:cNvCxnSpPr>
          <p:nvPr/>
        </p:nvCxnSpPr>
        <p:spPr>
          <a:xfrm flipV="1">
            <a:off x="8685080" y="591674"/>
            <a:ext cx="405379" cy="247147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7">
            <a:extLst>
              <a:ext uri="{FF2B5EF4-FFF2-40B4-BE49-F238E27FC236}">
                <a16:creationId xmlns:a16="http://schemas.microsoft.com/office/drawing/2014/main" id="{ED588AA4-B306-420D-9E93-01B273CACF70}"/>
              </a:ext>
            </a:extLst>
          </p:cNvPr>
          <p:cNvSpPr/>
          <p:nvPr/>
        </p:nvSpPr>
        <p:spPr bwMode="auto">
          <a:xfrm>
            <a:off x="10481866" y="2572142"/>
            <a:ext cx="992194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serial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5" name="TextBox 17">
            <a:extLst>
              <a:ext uri="{FF2B5EF4-FFF2-40B4-BE49-F238E27FC236}">
                <a16:creationId xmlns:a16="http://schemas.microsoft.com/office/drawing/2014/main" id="{45C354D9-0777-4B96-9B6C-8DE6491A7CB6}"/>
              </a:ext>
            </a:extLst>
          </p:cNvPr>
          <p:cNvSpPr/>
          <p:nvPr/>
        </p:nvSpPr>
        <p:spPr bwMode="auto">
          <a:xfrm>
            <a:off x="10497904" y="2945769"/>
            <a:ext cx="1538899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MODBUS/TCP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E93DFC5-077E-42DB-AF21-5796B980C700}"/>
              </a:ext>
            </a:extLst>
          </p:cNvPr>
          <p:cNvCxnSpPr>
            <a:cxnSpLocks/>
            <a:stCxn id="124" idx="3"/>
            <a:endCxn id="132" idx="1"/>
          </p:cNvCxnSpPr>
          <p:nvPr/>
        </p:nvCxnSpPr>
        <p:spPr>
          <a:xfrm flipV="1">
            <a:off x="8685078" y="2728584"/>
            <a:ext cx="1796788" cy="3345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EBC8C96-BE8C-47F0-8E68-11D26F95D152}"/>
              </a:ext>
            </a:extLst>
          </p:cNvPr>
          <p:cNvCxnSpPr>
            <a:cxnSpLocks/>
            <a:stCxn id="124" idx="3"/>
            <a:endCxn id="135" idx="1"/>
          </p:cNvCxnSpPr>
          <p:nvPr/>
        </p:nvCxnSpPr>
        <p:spPr>
          <a:xfrm>
            <a:off x="8685078" y="3063154"/>
            <a:ext cx="1812824" cy="390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7">
            <a:extLst>
              <a:ext uri="{FF2B5EF4-FFF2-40B4-BE49-F238E27FC236}">
                <a16:creationId xmlns:a16="http://schemas.microsoft.com/office/drawing/2014/main" id="{38547AF0-5673-4990-B29B-B9BD526440E7}"/>
              </a:ext>
            </a:extLst>
          </p:cNvPr>
          <p:cNvSpPr/>
          <p:nvPr/>
        </p:nvSpPr>
        <p:spPr bwMode="auto">
          <a:xfrm>
            <a:off x="9091906" y="2930629"/>
            <a:ext cx="904771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mqttv3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25" name="TextBox 17">
            <a:extLst>
              <a:ext uri="{FF2B5EF4-FFF2-40B4-BE49-F238E27FC236}">
                <a16:creationId xmlns:a16="http://schemas.microsoft.com/office/drawing/2014/main" id="{812C7504-4210-4B84-84D9-E4FF109FB18F}"/>
              </a:ext>
            </a:extLst>
          </p:cNvPr>
          <p:cNvSpPr/>
          <p:nvPr/>
        </p:nvSpPr>
        <p:spPr bwMode="auto">
          <a:xfrm>
            <a:off x="9095185" y="2572143"/>
            <a:ext cx="502217" cy="31288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aas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8" name="TextBox 17">
            <a:extLst>
              <a:ext uri="{FF2B5EF4-FFF2-40B4-BE49-F238E27FC236}">
                <a16:creationId xmlns:a16="http://schemas.microsoft.com/office/drawing/2014/main" id="{D50EC5D5-EDF8-4875-9DBF-9F4974BA28E3}"/>
              </a:ext>
            </a:extLst>
          </p:cNvPr>
          <p:cNvSpPr/>
          <p:nvPr/>
        </p:nvSpPr>
        <p:spPr bwMode="auto">
          <a:xfrm>
            <a:off x="6651671" y="5864157"/>
            <a:ext cx="193664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log.slf4j-simple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9" name="TextBox 17">
            <a:extLst>
              <a:ext uri="{FF2B5EF4-FFF2-40B4-BE49-F238E27FC236}">
                <a16:creationId xmlns:a16="http://schemas.microsoft.com/office/drawing/2014/main" id="{102B73CE-5103-4C8A-B15D-7E2CFBAE089C}"/>
              </a:ext>
            </a:extLst>
          </p:cNvPr>
          <p:cNvSpPr/>
          <p:nvPr/>
        </p:nvSpPr>
        <p:spPr bwMode="auto">
          <a:xfrm>
            <a:off x="6651671" y="6237285"/>
            <a:ext cx="193664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yaml-snakeyaml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0" name="TextBox 17">
            <a:extLst>
              <a:ext uri="{FF2B5EF4-FFF2-40B4-BE49-F238E27FC236}">
                <a16:creationId xmlns:a16="http://schemas.microsoft.com/office/drawing/2014/main" id="{937671CA-559A-4B49-97D3-E53D380997D3}"/>
              </a:ext>
            </a:extLst>
          </p:cNvPr>
          <p:cNvSpPr/>
          <p:nvPr/>
        </p:nvSpPr>
        <p:spPr bwMode="auto">
          <a:xfrm>
            <a:off x="6646605" y="6610953"/>
            <a:ext cx="1936646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json-</a:t>
            </a:r>
            <a:r>
              <a:rPr lang="en-US" kern="0" dirty="0" err="1">
                <a:solidFill>
                  <a:prstClr val="white"/>
                </a:solidFill>
                <a:cs typeface="Arial"/>
              </a:rPr>
              <a:t>jackson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2" name="TextBox 17">
            <a:extLst>
              <a:ext uri="{FF2B5EF4-FFF2-40B4-BE49-F238E27FC236}">
                <a16:creationId xmlns:a16="http://schemas.microsoft.com/office/drawing/2014/main" id="{1B294FD5-2F86-495A-ACBA-B260453C1D65}"/>
              </a:ext>
            </a:extLst>
          </p:cNvPr>
          <p:cNvSpPr/>
          <p:nvPr/>
        </p:nvSpPr>
        <p:spPr bwMode="auto">
          <a:xfrm>
            <a:off x="8681970" y="5880056"/>
            <a:ext cx="2224297" cy="32063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processInfo-oshi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3" name="TextBox 17">
            <a:extLst>
              <a:ext uri="{FF2B5EF4-FFF2-40B4-BE49-F238E27FC236}">
                <a16:creationId xmlns:a16="http://schemas.microsoft.com/office/drawing/2014/main" id="{89CE9F94-34B9-42BC-ADF1-6E0F3AD069EA}"/>
              </a:ext>
            </a:extLst>
          </p:cNvPr>
          <p:cNvSpPr/>
          <p:nvPr/>
        </p:nvSpPr>
        <p:spPr bwMode="auto">
          <a:xfrm>
            <a:off x="8681969" y="6258387"/>
            <a:ext cx="2243766" cy="32033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rest-spark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7" name="TextBox 17">
            <a:extLst>
              <a:ext uri="{FF2B5EF4-FFF2-40B4-BE49-F238E27FC236}">
                <a16:creationId xmlns:a16="http://schemas.microsoft.com/office/drawing/2014/main" id="{39836A24-CBA7-4D71-A052-7C266CC16363}"/>
              </a:ext>
            </a:extLst>
          </p:cNvPr>
          <p:cNvSpPr/>
          <p:nvPr/>
        </p:nvSpPr>
        <p:spPr bwMode="auto">
          <a:xfrm>
            <a:off x="8681969" y="6618079"/>
            <a:ext cx="2253710" cy="3128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websocket-websocket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0" name="TextBox 17">
            <a:extLst>
              <a:ext uri="{FF2B5EF4-FFF2-40B4-BE49-F238E27FC236}">
                <a16:creationId xmlns:a16="http://schemas.microsoft.com/office/drawing/2014/main" id="{46DE40C9-10E6-4BF0-AD7E-197CB7EDD697}"/>
              </a:ext>
            </a:extLst>
          </p:cNvPr>
          <p:cNvSpPr/>
          <p:nvPr/>
        </p:nvSpPr>
        <p:spPr bwMode="auto">
          <a:xfrm>
            <a:off x="6671994" y="5378407"/>
            <a:ext cx="871806" cy="32488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basyx2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1" name="TextBox 17">
            <a:extLst>
              <a:ext uri="{FF2B5EF4-FFF2-40B4-BE49-F238E27FC236}">
                <a16:creationId xmlns:a16="http://schemas.microsoft.com/office/drawing/2014/main" id="{B63DCE5B-4091-44E6-A14B-A56B94C87550}"/>
              </a:ext>
            </a:extLst>
          </p:cNvPr>
          <p:cNvSpPr/>
          <p:nvPr/>
        </p:nvSpPr>
        <p:spPr bwMode="auto">
          <a:xfrm>
            <a:off x="7911406" y="5055284"/>
            <a:ext cx="1375419" cy="309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Basyx1_0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2" name="TextBox 17">
            <a:extLst>
              <a:ext uri="{FF2B5EF4-FFF2-40B4-BE49-F238E27FC236}">
                <a16:creationId xmlns:a16="http://schemas.microsoft.com/office/drawing/2014/main" id="{B7306F4E-D1CC-40DA-B2FF-D8AF61BB50D9}"/>
              </a:ext>
            </a:extLst>
          </p:cNvPr>
          <p:cNvSpPr/>
          <p:nvPr/>
        </p:nvSpPr>
        <p:spPr bwMode="auto">
          <a:xfrm>
            <a:off x="7931795" y="5404077"/>
            <a:ext cx="1375419" cy="30909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Basyx1_5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B1D5E2A6-924C-4C53-B348-773CBEA49B29}"/>
              </a:ext>
            </a:extLst>
          </p:cNvPr>
          <p:cNvCxnSpPr>
            <a:cxnSpLocks/>
            <a:stCxn id="70" idx="3"/>
            <a:endCxn id="151" idx="1"/>
          </p:cNvCxnSpPr>
          <p:nvPr/>
        </p:nvCxnSpPr>
        <p:spPr>
          <a:xfrm>
            <a:off x="7464534" y="5191951"/>
            <a:ext cx="446870" cy="178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6B90AD2F-8B62-4A74-B2FC-0E02DAEF1CA1}"/>
              </a:ext>
            </a:extLst>
          </p:cNvPr>
          <p:cNvCxnSpPr>
            <a:cxnSpLocks/>
          </p:cNvCxnSpPr>
          <p:nvPr/>
        </p:nvCxnSpPr>
        <p:spPr>
          <a:xfrm>
            <a:off x="7458560" y="5191953"/>
            <a:ext cx="467259" cy="36667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F8D6639F-2D7C-430D-A091-870732A725CF}"/>
              </a:ext>
            </a:extLst>
          </p:cNvPr>
          <p:cNvCxnSpPr>
            <a:cxnSpLocks/>
            <a:stCxn id="67" idx="3"/>
            <a:endCxn id="150" idx="1"/>
          </p:cNvCxnSpPr>
          <p:nvPr/>
        </p:nvCxnSpPr>
        <p:spPr>
          <a:xfrm>
            <a:off x="4907904" y="4809167"/>
            <a:ext cx="1764090" cy="731684"/>
          </a:xfrm>
          <a:prstGeom prst="bentConnector3">
            <a:avLst>
              <a:gd name="adj1" fmla="val 842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7">
            <a:extLst>
              <a:ext uri="{FF2B5EF4-FFF2-40B4-BE49-F238E27FC236}">
                <a16:creationId xmlns:a16="http://schemas.microsoft.com/office/drawing/2014/main" id="{2949C548-4CBD-4CB8-972F-6727A623125E}"/>
              </a:ext>
            </a:extLst>
          </p:cNvPr>
          <p:cNvSpPr/>
          <p:nvPr/>
        </p:nvSpPr>
        <p:spPr bwMode="auto">
          <a:xfrm rot="16200000">
            <a:off x="935419" y="762303"/>
            <a:ext cx="2516047" cy="336230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configuration.defaultLib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62" name="TextBox 17">
            <a:extLst>
              <a:ext uri="{FF2B5EF4-FFF2-40B4-BE49-F238E27FC236}">
                <a16:creationId xmlns:a16="http://schemas.microsoft.com/office/drawing/2014/main" id="{60F76E14-CC89-4B2E-8288-04B275645BF1}"/>
              </a:ext>
            </a:extLst>
          </p:cNvPr>
          <p:cNvSpPr/>
          <p:nvPr/>
        </p:nvSpPr>
        <p:spPr bwMode="auto">
          <a:xfrm>
            <a:off x="10497903" y="3309200"/>
            <a:ext cx="700542" cy="31073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REST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63" name="TextBox 17">
            <a:extLst>
              <a:ext uri="{FF2B5EF4-FFF2-40B4-BE49-F238E27FC236}">
                <a16:creationId xmlns:a16="http://schemas.microsoft.com/office/drawing/2014/main" id="{C4D879B3-90C9-4F7D-9CA9-21B16BDA4D0B}"/>
              </a:ext>
            </a:extLst>
          </p:cNvPr>
          <p:cNvSpPr/>
          <p:nvPr/>
        </p:nvSpPr>
        <p:spPr bwMode="auto">
          <a:xfrm>
            <a:off x="10497903" y="3683150"/>
            <a:ext cx="700542" cy="31780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ADS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0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 animBg="1"/>
      <p:bldP spid="286" grpId="0" animBg="1"/>
      <p:bldP spid="288" grpId="0" animBg="1"/>
      <p:bldP spid="289" grpId="0" animBg="1"/>
      <p:bldP spid="293" grpId="0" animBg="1"/>
      <p:bldP spid="305" grpId="0" animBg="1"/>
      <p:bldP spid="306" grpId="0" animBg="1"/>
      <p:bldP spid="307" grpId="0" animBg="1"/>
      <p:bldP spid="3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1C8C3F-0D82-4D56-943B-007BC5F27A15}"/>
              </a:ext>
            </a:extLst>
          </p:cNvPr>
          <p:cNvSpPr txBox="1"/>
          <p:nvPr/>
        </p:nvSpPr>
        <p:spPr>
          <a:xfrm>
            <a:off x="1579692" y="1555819"/>
            <a:ext cx="8240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5E82A-4E9A-4935-862F-1D82271DB1D9}"/>
              </a:ext>
            </a:extLst>
          </p:cNvPr>
          <p:cNvSpPr txBox="1"/>
          <p:nvPr/>
        </p:nvSpPr>
        <p:spPr>
          <a:xfrm>
            <a:off x="2721866" y="1554480"/>
            <a:ext cx="13256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1E952-FA5D-4DD5-9727-4B9023087E38}"/>
              </a:ext>
            </a:extLst>
          </p:cNvPr>
          <p:cNvSpPr txBox="1"/>
          <p:nvPr/>
        </p:nvSpPr>
        <p:spPr>
          <a:xfrm>
            <a:off x="4538474" y="1554666"/>
            <a:ext cx="13256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5398A9-0ACA-41FA-8C27-D8DE65E1D288}"/>
              </a:ext>
            </a:extLst>
          </p:cNvPr>
          <p:cNvCxnSpPr>
            <a:cxnSpLocks/>
          </p:cNvCxnSpPr>
          <p:nvPr/>
        </p:nvCxnSpPr>
        <p:spPr>
          <a:xfrm>
            <a:off x="4292978" y="996788"/>
            <a:ext cx="0" cy="12541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B83B54-E7C1-4B3A-AF7B-30E95E1C9C50}"/>
              </a:ext>
            </a:extLst>
          </p:cNvPr>
          <p:cNvSpPr txBox="1"/>
          <p:nvPr/>
        </p:nvSpPr>
        <p:spPr>
          <a:xfrm>
            <a:off x="6483097" y="1552880"/>
            <a:ext cx="5693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Sink</a:t>
            </a:r>
          </a:p>
        </p:txBody>
      </p:sp>
      <p:cxnSp>
        <p:nvCxnSpPr>
          <p:cNvPr id="11" name="Elbow Connector 12">
            <a:extLst>
              <a:ext uri="{FF2B5EF4-FFF2-40B4-BE49-F238E27FC236}">
                <a16:creationId xmlns:a16="http://schemas.microsoft.com/office/drawing/2014/main" id="{EAD3B1BA-07AD-40E6-9F6C-B96065D4922E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403765" y="1739147"/>
            <a:ext cx="318101" cy="13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3">
            <a:extLst>
              <a:ext uri="{FF2B5EF4-FFF2-40B4-BE49-F238E27FC236}">
                <a16:creationId xmlns:a16="http://schemas.microsoft.com/office/drawing/2014/main" id="{10099AA9-CC05-4901-A120-602F91F9A1C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047485" y="1739146"/>
            <a:ext cx="490989" cy="186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B8F2EE-FD8C-4D0E-B6FF-384BCDD238CE}"/>
              </a:ext>
            </a:extLst>
          </p:cNvPr>
          <p:cNvCxnSpPr>
            <a:cxnSpLocks/>
          </p:cNvCxnSpPr>
          <p:nvPr/>
        </p:nvCxnSpPr>
        <p:spPr>
          <a:xfrm>
            <a:off x="6096000" y="996788"/>
            <a:ext cx="0" cy="11749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8">
            <a:extLst>
              <a:ext uri="{FF2B5EF4-FFF2-40B4-BE49-F238E27FC236}">
                <a16:creationId xmlns:a16="http://schemas.microsoft.com/office/drawing/2014/main" id="{BB9121EF-506F-48BC-A812-BF9BED91D4FE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5864092" y="1737546"/>
            <a:ext cx="619004" cy="1786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6FD8797-9984-4516-9522-74CB03D98089}"/>
              </a:ext>
            </a:extLst>
          </p:cNvPr>
          <p:cNvSpPr/>
          <p:nvPr/>
        </p:nvSpPr>
        <p:spPr>
          <a:xfrm>
            <a:off x="6701042" y="1695398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4037FD-B9E5-4462-805B-7C7729CC59D1}"/>
              </a:ext>
            </a:extLst>
          </p:cNvPr>
          <p:cNvSpPr/>
          <p:nvPr/>
        </p:nvSpPr>
        <p:spPr>
          <a:xfrm>
            <a:off x="5464160" y="1690437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664BD0-02D1-4D08-AE2C-F8CEE0ADF4F3}"/>
              </a:ext>
            </a:extLst>
          </p:cNvPr>
          <p:cNvSpPr/>
          <p:nvPr/>
        </p:nvSpPr>
        <p:spPr>
          <a:xfrm>
            <a:off x="5031938" y="1686254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208A-0995-4EA6-B620-8A17E2EAD9D2}"/>
              </a:ext>
            </a:extLst>
          </p:cNvPr>
          <p:cNvSpPr txBox="1"/>
          <p:nvPr/>
        </p:nvSpPr>
        <p:spPr>
          <a:xfrm>
            <a:off x="7657524" y="999930"/>
            <a:ext cx="2525483" cy="12510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978AF71-D57A-4D2B-8D28-71BF768D9081}"/>
              </a:ext>
            </a:extLst>
          </p:cNvPr>
          <p:cNvCxnSpPr>
            <a:stCxn id="8" idx="0"/>
            <a:endCxn id="6" idx="0"/>
          </p:cNvCxnSpPr>
          <p:nvPr/>
        </p:nvCxnSpPr>
        <p:spPr>
          <a:xfrm rot="16200000" flipH="1" flipV="1">
            <a:off x="5983644" y="770520"/>
            <a:ext cx="1786" cy="1566507"/>
          </a:xfrm>
          <a:prstGeom prst="bentConnector3">
            <a:avLst>
              <a:gd name="adj1" fmla="val -1279955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1D41170-F702-41BF-B1B3-C678524AD2B3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H="1" flipV="1">
            <a:off x="3595930" y="-49536"/>
            <a:ext cx="1153" cy="3209555"/>
          </a:xfrm>
          <a:prstGeom prst="bentConnector3">
            <a:avLst>
              <a:gd name="adj1" fmla="val -198265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65">
            <a:extLst>
              <a:ext uri="{FF2B5EF4-FFF2-40B4-BE49-F238E27FC236}">
                <a16:creationId xmlns:a16="http://schemas.microsoft.com/office/drawing/2014/main" id="{A678FDA5-898A-47B0-8043-185F9F5B2704}"/>
              </a:ext>
            </a:extLst>
          </p:cNvPr>
          <p:cNvCxnSpPr>
            <a:cxnSpLocks/>
          </p:cNvCxnSpPr>
          <p:nvPr/>
        </p:nvCxnSpPr>
        <p:spPr>
          <a:xfrm flipV="1">
            <a:off x="7900178" y="1417414"/>
            <a:ext cx="305906" cy="17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66">
            <a:extLst>
              <a:ext uri="{FF2B5EF4-FFF2-40B4-BE49-F238E27FC236}">
                <a16:creationId xmlns:a16="http://schemas.microsoft.com/office/drawing/2014/main" id="{A4855114-FD8C-4F54-824F-A0D5DB9B5A0E}"/>
              </a:ext>
            </a:extLst>
          </p:cNvPr>
          <p:cNvCxnSpPr>
            <a:cxnSpLocks/>
          </p:cNvCxnSpPr>
          <p:nvPr/>
        </p:nvCxnSpPr>
        <p:spPr>
          <a:xfrm flipV="1">
            <a:off x="7900178" y="1674023"/>
            <a:ext cx="298922" cy="9144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B485EB4-04D9-410D-B7AE-3A5B9E205C37}"/>
              </a:ext>
            </a:extLst>
          </p:cNvPr>
          <p:cNvSpPr txBox="1"/>
          <p:nvPr/>
        </p:nvSpPr>
        <p:spPr>
          <a:xfrm>
            <a:off x="8257573" y="1248137"/>
            <a:ext cx="188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forward (local, intra)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F75BF9-F273-4F77-AA50-C65A20E429CC}"/>
              </a:ext>
            </a:extLst>
          </p:cNvPr>
          <p:cNvSpPr txBox="1"/>
          <p:nvPr/>
        </p:nvSpPr>
        <p:spPr>
          <a:xfrm>
            <a:off x="8257575" y="1509820"/>
            <a:ext cx="1409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forward (inter)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5D758A-F76D-4DF6-AF4D-B7A0143E00C0}"/>
              </a:ext>
            </a:extLst>
          </p:cNvPr>
          <p:cNvSpPr txBox="1"/>
          <p:nvPr/>
        </p:nvSpPr>
        <p:spPr>
          <a:xfrm>
            <a:off x="8262330" y="1757475"/>
            <a:ext cx="1554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backward (inter)</a:t>
            </a:r>
          </a:p>
        </p:txBody>
      </p:sp>
      <p:cxnSp>
        <p:nvCxnSpPr>
          <p:cNvPr id="46" name="Elbow Connector 66">
            <a:extLst>
              <a:ext uri="{FF2B5EF4-FFF2-40B4-BE49-F238E27FC236}">
                <a16:creationId xmlns:a16="http://schemas.microsoft.com/office/drawing/2014/main" id="{BBC9D0DF-AF72-453B-9E39-0F9CF621B571}"/>
              </a:ext>
            </a:extLst>
          </p:cNvPr>
          <p:cNvCxnSpPr>
            <a:cxnSpLocks/>
          </p:cNvCxnSpPr>
          <p:nvPr/>
        </p:nvCxnSpPr>
        <p:spPr>
          <a:xfrm flipV="1">
            <a:off x="7914457" y="1931203"/>
            <a:ext cx="298922" cy="9144"/>
          </a:xfrm>
          <a:prstGeom prst="bentConnector3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F190B45-9E06-415D-BBFF-536CBD552726}"/>
              </a:ext>
            </a:extLst>
          </p:cNvPr>
          <p:cNvSpPr txBox="1"/>
          <p:nvPr/>
        </p:nvSpPr>
        <p:spPr>
          <a:xfrm>
            <a:off x="2383077" y="1730188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t</a:t>
            </a:r>
            <a:r>
              <a:rPr lang="en-GB" baseline="-25000" dirty="0">
                <a:solidFill>
                  <a:schemeClr val="accent1"/>
                </a:solidFill>
              </a:rPr>
              <a:t>1</a:t>
            </a:r>
            <a:endParaRPr lang="en-DE" baseline="-25000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238B95-3D0B-4D53-87D6-1F8527BD6707}"/>
              </a:ext>
            </a:extLst>
          </p:cNvPr>
          <p:cNvSpPr txBox="1"/>
          <p:nvPr/>
        </p:nvSpPr>
        <p:spPr>
          <a:xfrm>
            <a:off x="4109664" y="1690437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t</a:t>
            </a:r>
            <a:r>
              <a:rPr lang="en-GB" baseline="-25000" dirty="0">
                <a:solidFill>
                  <a:srgbClr val="7030A0"/>
                </a:solidFill>
              </a:rPr>
              <a:t>2</a:t>
            </a:r>
            <a:endParaRPr lang="en-DE" baseline="-25000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6B4DD-E527-4E25-AF2E-1D48F5FB8864}"/>
              </a:ext>
            </a:extLst>
          </p:cNvPr>
          <p:cNvSpPr txBox="1"/>
          <p:nvPr/>
        </p:nvSpPr>
        <p:spPr>
          <a:xfrm>
            <a:off x="5942738" y="1690437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t</a:t>
            </a:r>
            <a:r>
              <a:rPr lang="en-GB" baseline="-25000" dirty="0">
                <a:solidFill>
                  <a:srgbClr val="7030A0"/>
                </a:solidFill>
              </a:rPr>
              <a:t>3</a:t>
            </a:r>
            <a:endParaRPr lang="en-DE" baseline="-25000" dirty="0">
              <a:solidFill>
                <a:srgbClr val="7030A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F6300C-6DBA-426E-9CBD-49CAB3E9792E}"/>
              </a:ext>
            </a:extLst>
          </p:cNvPr>
          <p:cNvSpPr txBox="1"/>
          <p:nvPr/>
        </p:nvSpPr>
        <p:spPr>
          <a:xfrm>
            <a:off x="4703715" y="996788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</a:t>
            </a:r>
            <a:r>
              <a:rPr lang="en-GB" baseline="-25000" dirty="0">
                <a:solidFill>
                  <a:srgbClr val="FF0000"/>
                </a:solidFill>
              </a:rPr>
              <a:t>4</a:t>
            </a:r>
            <a:endParaRPr lang="en-DE" baseline="-25000" dirty="0">
              <a:solidFill>
                <a:srgbClr val="FF0000"/>
              </a:solidFill>
            </a:endParaRPr>
          </a:p>
        </p:txBody>
      </p:sp>
      <p:pic>
        <p:nvPicPr>
          <p:cNvPr id="56" name="Picture 2" descr="Free Machinery Cliparts, Download Free Machinery Cliparts png images, Free  ClipArts on Clipart Library">
            <a:extLst>
              <a:ext uri="{FF2B5EF4-FFF2-40B4-BE49-F238E27FC236}">
                <a16:creationId xmlns:a16="http://schemas.microsoft.com/office/drawing/2014/main" id="{65357B1F-4A3D-4657-983F-80FE52401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5" y="1366120"/>
            <a:ext cx="1348446" cy="5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AF21CD0-2B12-4BFF-9300-02FD75598F0D}"/>
              </a:ext>
            </a:extLst>
          </p:cNvPr>
          <p:cNvSpPr txBox="1"/>
          <p:nvPr/>
        </p:nvSpPr>
        <p:spPr>
          <a:xfrm>
            <a:off x="4741718" y="680534"/>
            <a:ext cx="96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Device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6ED6FF-578C-4390-8E6B-0CF269E4DD65}"/>
              </a:ext>
            </a:extLst>
          </p:cNvPr>
          <p:cNvSpPr txBox="1"/>
          <p:nvPr/>
        </p:nvSpPr>
        <p:spPr>
          <a:xfrm>
            <a:off x="2149335" y="680534"/>
            <a:ext cx="199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Device 1, e.g., edge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EFC230-926D-4ED8-A060-97F0D461C675}"/>
              </a:ext>
            </a:extLst>
          </p:cNvPr>
          <p:cNvSpPr txBox="1"/>
          <p:nvPr/>
        </p:nvSpPr>
        <p:spPr>
          <a:xfrm>
            <a:off x="6144771" y="680534"/>
            <a:ext cx="96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Device 3</a:t>
            </a:r>
          </a:p>
        </p:txBody>
      </p:sp>
    </p:spTree>
    <p:extLst>
      <p:ext uri="{BB962C8B-B14F-4D97-AF65-F5344CB8AC3E}">
        <p14:creationId xmlns:p14="http://schemas.microsoft.com/office/powerpoint/2010/main" val="110304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79692" y="1555819"/>
            <a:ext cx="8240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1866" y="1554480"/>
            <a:ext cx="132561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8473" y="1545336"/>
            <a:ext cx="16387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Protocol Binder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4292980" y="808244"/>
            <a:ext cx="1" cy="1755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83098" y="1543550"/>
            <a:ext cx="10370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Serializer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835226" y="1543550"/>
            <a:ext cx="8002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7630" y="1554480"/>
            <a:ext cx="15967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Shortcut-Client</a:t>
            </a:r>
          </a:p>
        </p:txBody>
      </p:sp>
      <p:cxnSp>
        <p:nvCxnSpPr>
          <p:cNvPr id="13" name="Elbow Connector 12"/>
          <p:cNvCxnSpPr>
            <a:stCxn id="4" idx="3"/>
            <a:endCxn id="5" idx="1"/>
          </p:cNvCxnSpPr>
          <p:nvPr/>
        </p:nvCxnSpPr>
        <p:spPr>
          <a:xfrm flipV="1">
            <a:off x="2403765" y="1739147"/>
            <a:ext cx="318101" cy="13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5" idx="3"/>
            <a:endCxn id="6" idx="1"/>
          </p:cNvCxnSpPr>
          <p:nvPr/>
        </p:nvCxnSpPr>
        <p:spPr>
          <a:xfrm flipV="1">
            <a:off x="4047485" y="1730002"/>
            <a:ext cx="490989" cy="91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23397" y="1922026"/>
            <a:ext cx="13240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Receiver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673052" y="808244"/>
            <a:ext cx="0" cy="1755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6" idx="3"/>
            <a:endCxn id="9" idx="1"/>
          </p:cNvCxnSpPr>
          <p:nvPr/>
        </p:nvCxnSpPr>
        <p:spPr>
          <a:xfrm flipV="1">
            <a:off x="6177191" y="1728216"/>
            <a:ext cx="305906" cy="17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9" idx="3"/>
            <a:endCxn id="10" idx="1"/>
          </p:cNvCxnSpPr>
          <p:nvPr/>
        </p:nvCxnSpPr>
        <p:spPr>
          <a:xfrm>
            <a:off x="7520176" y="1728216"/>
            <a:ext cx="315050" cy="12700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0" idx="3"/>
            <a:endCxn id="11" idx="1"/>
          </p:cNvCxnSpPr>
          <p:nvPr/>
        </p:nvCxnSpPr>
        <p:spPr>
          <a:xfrm>
            <a:off x="8635510" y="1728216"/>
            <a:ext cx="352120" cy="10930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1" idx="2"/>
            <a:endCxn id="48" idx="2"/>
          </p:cNvCxnSpPr>
          <p:nvPr/>
        </p:nvCxnSpPr>
        <p:spPr>
          <a:xfrm rot="5400000" flipH="1">
            <a:off x="9072609" y="1210400"/>
            <a:ext cx="14105" cy="1412723"/>
          </a:xfrm>
          <a:prstGeom prst="bentConnector3">
            <a:avLst>
              <a:gd name="adj1" fmla="val -1620702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49" idx="2"/>
            <a:endCxn id="52" idx="2"/>
          </p:cNvCxnSpPr>
          <p:nvPr/>
        </p:nvCxnSpPr>
        <p:spPr>
          <a:xfrm rot="5400000" flipH="1">
            <a:off x="7667533" y="1527458"/>
            <a:ext cx="11038" cy="772512"/>
          </a:xfrm>
          <a:prstGeom prst="bentConnector3">
            <a:avLst>
              <a:gd name="adj1" fmla="val -2071027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54" idx="2"/>
            <a:endCxn id="56" idx="2"/>
          </p:cNvCxnSpPr>
          <p:nvPr/>
        </p:nvCxnSpPr>
        <p:spPr>
          <a:xfrm rot="5400000" flipH="1">
            <a:off x="6205351" y="1293747"/>
            <a:ext cx="4961" cy="1236882"/>
          </a:xfrm>
          <a:prstGeom prst="bentConnector3">
            <a:avLst>
              <a:gd name="adj1" fmla="val -4607942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58" idx="2"/>
            <a:endCxn id="16" idx="3"/>
          </p:cNvCxnSpPr>
          <p:nvPr/>
        </p:nvCxnSpPr>
        <p:spPr>
          <a:xfrm rot="5400000">
            <a:off x="4501742" y="1451267"/>
            <a:ext cx="201168" cy="1109685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48069" y="1681107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934079" y="1690633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7161567" y="1679595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701042" y="1686068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464160" y="1681107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031938" y="1676924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984743" y="850392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Local/Edge realm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57167" y="853964"/>
            <a:ext cx="155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Protocol realm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0497" y="850392"/>
            <a:ext cx="2293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Platform/Broker realm</a:t>
            </a:r>
          </a:p>
        </p:txBody>
      </p:sp>
      <p:cxnSp>
        <p:nvCxnSpPr>
          <p:cNvPr id="66" name="Elbow Connector 65"/>
          <p:cNvCxnSpPr/>
          <p:nvPr/>
        </p:nvCxnSpPr>
        <p:spPr>
          <a:xfrm flipV="1">
            <a:off x="11190295" y="1360264"/>
            <a:ext cx="305906" cy="17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flipV="1">
            <a:off x="11190295" y="1564480"/>
            <a:ext cx="298922" cy="9144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1547690" y="1190987"/>
            <a:ext cx="1435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Local transport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47692" y="1452670"/>
            <a:ext cx="1693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External transport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06287" y="942780"/>
            <a:ext cx="2171429" cy="8349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322571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07813" y="1554336"/>
            <a:ext cx="10921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Source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1865" y="1554480"/>
            <a:ext cx="13020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Anonymizer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2772" y="1564332"/>
            <a:ext cx="5693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Sink</a:t>
            </a:r>
          </a:p>
        </p:txBody>
      </p:sp>
      <p:cxnSp>
        <p:nvCxnSpPr>
          <p:cNvPr id="47" name="Elbow Connector 46"/>
          <p:cNvCxnSpPr>
            <a:cxnSpLocks/>
            <a:stCxn id="40" idx="3"/>
            <a:endCxn id="41" idx="1"/>
          </p:cNvCxnSpPr>
          <p:nvPr/>
        </p:nvCxnSpPr>
        <p:spPr>
          <a:xfrm>
            <a:off x="2199991" y="1739002"/>
            <a:ext cx="521874" cy="1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41" idx="3"/>
            <a:endCxn id="77" idx="1"/>
          </p:cNvCxnSpPr>
          <p:nvPr/>
        </p:nvCxnSpPr>
        <p:spPr>
          <a:xfrm>
            <a:off x="4023953" y="1739146"/>
            <a:ext cx="477598" cy="80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7814" y="1923668"/>
            <a:ext cx="10921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Receiver</a:t>
            </a:r>
          </a:p>
        </p:txBody>
      </p:sp>
      <p:cxnSp>
        <p:nvCxnSpPr>
          <p:cNvPr id="52" name="Elbow Connector 51"/>
          <p:cNvCxnSpPr>
            <a:stCxn id="77" idx="3"/>
            <a:endCxn id="45" idx="1"/>
          </p:cNvCxnSpPr>
          <p:nvPr/>
        </p:nvCxnSpPr>
        <p:spPr>
          <a:xfrm>
            <a:off x="5621281" y="1747176"/>
            <a:ext cx="611490" cy="1822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cxnSpLocks/>
            <a:stCxn id="77" idx="2"/>
            <a:endCxn id="49" idx="3"/>
          </p:cNvCxnSpPr>
          <p:nvPr/>
        </p:nvCxnSpPr>
        <p:spPr>
          <a:xfrm rot="5400000">
            <a:off x="3542458" y="589376"/>
            <a:ext cx="176492" cy="2861424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645615" y="1701889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331625" y="1711415"/>
            <a:ext cx="250461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1984743" y="850392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Local/Edge realm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14089" y="893447"/>
            <a:ext cx="159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Platform </a:t>
            </a:r>
            <a:r>
              <a:rPr lang="en-US" i="1" dirty="0"/>
              <a:t>realm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01551" y="1562510"/>
            <a:ext cx="111973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AI-Service</a:t>
            </a:r>
          </a:p>
        </p:txBody>
      </p:sp>
      <p:cxnSp>
        <p:nvCxnSpPr>
          <p:cNvPr id="82" name="Straight Connector 81"/>
          <p:cNvCxnSpPr/>
          <p:nvPr/>
        </p:nvCxnSpPr>
        <p:spPr>
          <a:xfrm>
            <a:off x="5974773" y="1190987"/>
            <a:ext cx="0" cy="1521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113376" y="1462256"/>
            <a:ext cx="201040" cy="25360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110699" y="2166201"/>
            <a:ext cx="201040" cy="25360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514780" y="1393141"/>
            <a:ext cx="201040" cy="25360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676784" y="1393141"/>
            <a:ext cx="201040" cy="25360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Elbow Connector 67"/>
          <p:cNvCxnSpPr/>
          <p:nvPr/>
        </p:nvCxnSpPr>
        <p:spPr>
          <a:xfrm flipV="1">
            <a:off x="8707349" y="1635833"/>
            <a:ext cx="305906" cy="17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flipV="1">
            <a:off x="8707349" y="1904057"/>
            <a:ext cx="298922" cy="9144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064744" y="1466556"/>
            <a:ext cx="1435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Local transport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64746" y="1728239"/>
            <a:ext cx="1730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Transport protocol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23341" y="1200672"/>
            <a:ext cx="2171429" cy="13779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  <p:sp>
        <p:nvSpPr>
          <p:cNvPr id="90" name="Oval 89"/>
          <p:cNvSpPr/>
          <p:nvPr/>
        </p:nvSpPr>
        <p:spPr>
          <a:xfrm>
            <a:off x="8782311" y="2270047"/>
            <a:ext cx="168798" cy="2129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9064744" y="2207234"/>
            <a:ext cx="1662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Monitoring probe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F5D1D6A-ECA6-43FA-8D01-4216A9361FE7}"/>
              </a:ext>
            </a:extLst>
          </p:cNvPr>
          <p:cNvSpPr/>
          <p:nvPr/>
        </p:nvSpPr>
        <p:spPr>
          <a:xfrm>
            <a:off x="3923433" y="1369908"/>
            <a:ext cx="201040" cy="25360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E9ABF0-258E-45CA-B439-49B0CF13A04E}"/>
              </a:ext>
            </a:extLst>
          </p:cNvPr>
          <p:cNvCxnSpPr>
            <a:endCxn id="49" idx="2"/>
          </p:cNvCxnSpPr>
          <p:nvPr/>
        </p:nvCxnSpPr>
        <p:spPr>
          <a:xfrm flipV="1">
            <a:off x="448057" y="2293000"/>
            <a:ext cx="1205847" cy="419028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">
            <a:extLst>
              <a:ext uri="{FF2B5EF4-FFF2-40B4-BE49-F238E27FC236}">
                <a16:creationId xmlns:a16="http://schemas.microsoft.com/office/drawing/2014/main" id="{0B1E7DFD-5A9D-4D76-981C-790D9D706734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1653901" y="1923812"/>
            <a:ext cx="1719008" cy="788216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2">
            <a:extLst>
              <a:ext uri="{FF2B5EF4-FFF2-40B4-BE49-F238E27FC236}">
                <a16:creationId xmlns:a16="http://schemas.microsoft.com/office/drawing/2014/main" id="{02B14444-C020-475D-9FE1-CAD61DD5D26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3379783" y="1922345"/>
            <a:ext cx="1866872" cy="789684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879D92D-9706-44C2-B331-5974BBBDBA85}"/>
              </a:ext>
            </a:extLst>
          </p:cNvPr>
          <p:cNvSpPr/>
          <p:nvPr/>
        </p:nvSpPr>
        <p:spPr>
          <a:xfrm>
            <a:off x="5171979" y="1840049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2">
            <a:extLst>
              <a:ext uri="{FF2B5EF4-FFF2-40B4-BE49-F238E27FC236}">
                <a16:creationId xmlns:a16="http://schemas.microsoft.com/office/drawing/2014/main" id="{F3760C7D-55D1-43AF-A575-14183423211D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5220389" y="1933664"/>
            <a:ext cx="1297076" cy="778364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68">
            <a:extLst>
              <a:ext uri="{FF2B5EF4-FFF2-40B4-BE49-F238E27FC236}">
                <a16:creationId xmlns:a16="http://schemas.microsoft.com/office/drawing/2014/main" id="{F8EB1F11-6B80-4C32-921D-7342F16F735C}"/>
              </a:ext>
            </a:extLst>
          </p:cNvPr>
          <p:cNvCxnSpPr/>
          <p:nvPr/>
        </p:nvCxnSpPr>
        <p:spPr>
          <a:xfrm flipV="1">
            <a:off x="8707349" y="2130155"/>
            <a:ext cx="298922" cy="9144"/>
          </a:xfrm>
          <a:prstGeom prst="bentConnector3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3A383E4-F854-46C1-A444-CA96916E13E5}"/>
              </a:ext>
            </a:extLst>
          </p:cNvPr>
          <p:cNvSpPr txBox="1"/>
          <p:nvPr/>
        </p:nvSpPr>
        <p:spPr>
          <a:xfrm>
            <a:off x="9064746" y="1954337"/>
            <a:ext cx="1781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Experiment control</a:t>
            </a:r>
          </a:p>
        </p:txBody>
      </p:sp>
    </p:spTree>
    <p:extLst>
      <p:ext uri="{BB962C8B-B14F-4D97-AF65-F5344CB8AC3E}">
        <p14:creationId xmlns:p14="http://schemas.microsoft.com/office/powerpoint/2010/main" val="431353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05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4584" y="2604535"/>
            <a:ext cx="105997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63696" y="3052067"/>
            <a:ext cx="17956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transport.amqp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63697" y="3512839"/>
            <a:ext cx="17956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transport.mqttv3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63697" y="3973611"/>
            <a:ext cx="17956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transport.mqttv5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3696" y="4434383"/>
            <a:ext cx="17956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transport.spring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72099" y="6720749"/>
            <a:ext cx="24817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transport.spring.amqp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71544" y="5849723"/>
            <a:ext cx="24817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transport.spring.mqttv3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544" y="4914887"/>
            <a:ext cx="24817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transport.spring.mqttv5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110" y="2860543"/>
            <a:ext cx="12216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8129" y="3328173"/>
            <a:ext cx="20706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connectors.aas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368130" y="3788945"/>
            <a:ext cx="20706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connectors.mqttv3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130" y="4243897"/>
            <a:ext cx="20706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connectors.mqttv5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8130" y="4765074"/>
            <a:ext cx="20706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connectors.opcuav1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19093" y="315215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Elbow Connector 16"/>
          <p:cNvCxnSpPr>
            <a:stCxn id="15" idx="2"/>
            <a:endCxn id="11" idx="3"/>
          </p:cNvCxnSpPr>
          <p:nvPr/>
        </p:nvCxnSpPr>
        <p:spPr>
          <a:xfrm rot="5400000">
            <a:off x="9527068" y="3146140"/>
            <a:ext cx="278392" cy="45501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5" idx="2"/>
            <a:endCxn id="12" idx="3"/>
          </p:cNvCxnSpPr>
          <p:nvPr/>
        </p:nvCxnSpPr>
        <p:spPr>
          <a:xfrm rot="5400000">
            <a:off x="9296682" y="3376524"/>
            <a:ext cx="739164" cy="455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5" idx="2"/>
            <a:endCxn id="13" idx="3"/>
          </p:cNvCxnSpPr>
          <p:nvPr/>
        </p:nvCxnSpPr>
        <p:spPr>
          <a:xfrm rot="5400000">
            <a:off x="9069206" y="3604000"/>
            <a:ext cx="1194116" cy="455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5" idx="2"/>
            <a:endCxn id="14" idx="3"/>
          </p:cNvCxnSpPr>
          <p:nvPr/>
        </p:nvCxnSpPr>
        <p:spPr>
          <a:xfrm rot="5400000">
            <a:off x="8808620" y="3864588"/>
            <a:ext cx="1715293" cy="455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453383" y="288205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Elbow Connector 25"/>
          <p:cNvCxnSpPr>
            <a:stCxn id="24" idx="2"/>
            <a:endCxn id="3" idx="1"/>
          </p:cNvCxnSpPr>
          <p:nvPr/>
        </p:nvCxnSpPr>
        <p:spPr>
          <a:xfrm rot="16200000" flipH="1">
            <a:off x="3459689" y="3032725"/>
            <a:ext cx="272379" cy="13563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24" idx="2"/>
            <a:endCxn id="4" idx="1"/>
          </p:cNvCxnSpPr>
          <p:nvPr/>
        </p:nvCxnSpPr>
        <p:spPr>
          <a:xfrm rot="16200000" flipH="1">
            <a:off x="3229304" y="3263110"/>
            <a:ext cx="733151" cy="13563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endCxn id="5" idx="1"/>
          </p:cNvCxnSpPr>
          <p:nvPr/>
        </p:nvCxnSpPr>
        <p:spPr>
          <a:xfrm rot="16200000" flipH="1">
            <a:off x="3003674" y="3498253"/>
            <a:ext cx="1184409" cy="13563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24" idx="2"/>
            <a:endCxn id="6" idx="1"/>
          </p:cNvCxnSpPr>
          <p:nvPr/>
        </p:nvCxnSpPr>
        <p:spPr>
          <a:xfrm rot="16200000" flipH="1">
            <a:off x="2768531" y="3723883"/>
            <a:ext cx="1654695" cy="13563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733800" y="4721419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Elbow Connector 34"/>
          <p:cNvCxnSpPr>
            <a:stCxn id="33" idx="2"/>
            <a:endCxn id="7" idx="1"/>
          </p:cNvCxnSpPr>
          <p:nvPr/>
        </p:nvCxnSpPr>
        <p:spPr>
          <a:xfrm rot="16200000" flipH="1">
            <a:off x="2839437" y="5772755"/>
            <a:ext cx="2101700" cy="16362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33" idx="2"/>
            <a:endCxn id="8" idx="1"/>
          </p:cNvCxnSpPr>
          <p:nvPr/>
        </p:nvCxnSpPr>
        <p:spPr>
          <a:xfrm rot="16200000" flipH="1">
            <a:off x="3274673" y="5337518"/>
            <a:ext cx="1230674" cy="16306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33" idx="2"/>
            <a:endCxn id="9" idx="1"/>
          </p:cNvCxnSpPr>
          <p:nvPr/>
        </p:nvCxnSpPr>
        <p:spPr>
          <a:xfrm rot="16200000" flipH="1">
            <a:off x="3742091" y="4870100"/>
            <a:ext cx="295838" cy="16306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2" idx="1"/>
            <a:endCxn id="110" idx="3"/>
          </p:cNvCxnSpPr>
          <p:nvPr/>
        </p:nvCxnSpPr>
        <p:spPr>
          <a:xfrm rot="10800000">
            <a:off x="5471294" y="3631609"/>
            <a:ext cx="1896837" cy="342002"/>
          </a:xfrm>
          <a:prstGeom prst="bentConnector3">
            <a:avLst>
              <a:gd name="adj1" fmla="val 639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13" idx="1"/>
            <a:endCxn id="108" idx="3"/>
          </p:cNvCxnSpPr>
          <p:nvPr/>
        </p:nvCxnSpPr>
        <p:spPr>
          <a:xfrm rot="10800000">
            <a:off x="5459382" y="4106449"/>
            <a:ext cx="1908749" cy="322114"/>
          </a:xfrm>
          <a:prstGeom prst="bentConnector3">
            <a:avLst>
              <a:gd name="adj1" fmla="val 7777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10" idx="1"/>
            <a:endCxn id="2" idx="3"/>
          </p:cNvCxnSpPr>
          <p:nvPr/>
        </p:nvCxnSpPr>
        <p:spPr>
          <a:xfrm rot="10800000">
            <a:off x="4464556" y="2789201"/>
            <a:ext cx="4339555" cy="2560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74860" y="1655919"/>
            <a:ext cx="933705" cy="369332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BaSyx</a:t>
            </a:r>
            <a:r>
              <a:rPr lang="en-US" dirty="0"/>
              <a:t> v1</a:t>
            </a:r>
          </a:p>
        </p:txBody>
      </p:sp>
      <p:cxnSp>
        <p:nvCxnSpPr>
          <p:cNvPr id="84" name="Elbow Connector 83"/>
          <p:cNvCxnSpPr>
            <a:cxnSpLocks/>
            <a:stCxn id="83" idx="3"/>
            <a:endCxn id="55" idx="1"/>
          </p:cNvCxnSpPr>
          <p:nvPr/>
        </p:nvCxnSpPr>
        <p:spPr>
          <a:xfrm>
            <a:off x="1508564" y="1840585"/>
            <a:ext cx="1359604" cy="189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9289405" y="361521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Elbow Connector 89"/>
          <p:cNvCxnSpPr>
            <a:stCxn id="7" idx="3"/>
            <a:endCxn id="3" idx="3"/>
          </p:cNvCxnSpPr>
          <p:nvPr/>
        </p:nvCxnSpPr>
        <p:spPr>
          <a:xfrm flipH="1" flipV="1">
            <a:off x="5459381" y="3236733"/>
            <a:ext cx="994489" cy="3668682"/>
          </a:xfrm>
          <a:prstGeom prst="bentConnector3">
            <a:avLst>
              <a:gd name="adj1" fmla="val -22987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8" idx="3"/>
            <a:endCxn id="111" idx="3"/>
          </p:cNvCxnSpPr>
          <p:nvPr/>
        </p:nvCxnSpPr>
        <p:spPr>
          <a:xfrm flipH="1" flipV="1">
            <a:off x="5471293" y="3774174"/>
            <a:ext cx="982023" cy="2260217"/>
          </a:xfrm>
          <a:prstGeom prst="bentConnector3">
            <a:avLst>
              <a:gd name="adj1" fmla="val -44694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9" idx="3"/>
            <a:endCxn id="109" idx="3"/>
          </p:cNvCxnSpPr>
          <p:nvPr/>
        </p:nvCxnSpPr>
        <p:spPr>
          <a:xfrm flipH="1" flipV="1">
            <a:off x="5462151" y="4239037"/>
            <a:ext cx="991165" cy="860516"/>
          </a:xfrm>
          <a:prstGeom prst="bentConnector3">
            <a:avLst>
              <a:gd name="adj1" fmla="val -11532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5310027" y="406530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5312797" y="4197889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5321939" y="359046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5321939" y="3733024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Elbow Connector 125"/>
          <p:cNvCxnSpPr/>
          <p:nvPr/>
        </p:nvCxnSpPr>
        <p:spPr>
          <a:xfrm rot="10800000" flipV="1">
            <a:off x="8497494" y="8929073"/>
            <a:ext cx="264415" cy="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/>
          <p:nvPr/>
        </p:nvCxnSpPr>
        <p:spPr>
          <a:xfrm rot="10800000">
            <a:off x="8497491" y="9154689"/>
            <a:ext cx="264418" cy="298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8907246" y="9098397"/>
            <a:ext cx="197562" cy="143378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8907246" y="8857384"/>
            <a:ext cx="197562" cy="143378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8306613" y="8582629"/>
            <a:ext cx="4147284" cy="2628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859217" y="-1708988"/>
            <a:ext cx="23289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platformDependencies</a:t>
            </a:r>
            <a:endParaRPr lang="en-US" dirty="0"/>
          </a:p>
        </p:txBody>
      </p:sp>
      <p:sp>
        <p:nvSpPr>
          <p:cNvPr id="140" name="Rectangle 139"/>
          <p:cNvSpPr/>
          <p:nvPr/>
        </p:nvSpPr>
        <p:spPr>
          <a:xfrm>
            <a:off x="2160210" y="-13173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Elbow Connector 140"/>
          <p:cNvCxnSpPr>
            <a:cxnSpLocks/>
            <a:stCxn id="232" idx="2"/>
            <a:endCxn id="53" idx="1"/>
          </p:cNvCxnSpPr>
          <p:nvPr/>
        </p:nvCxnSpPr>
        <p:spPr>
          <a:xfrm rot="16200000" flipH="1">
            <a:off x="2328165" y="609993"/>
            <a:ext cx="331911" cy="17379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81018" y="678181"/>
            <a:ext cx="128753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support.aas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2868168" y="1657809"/>
            <a:ext cx="19726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support.aas.basyx</a:t>
            </a:r>
            <a:r>
              <a:rPr lang="en-US" dirty="0"/>
              <a:t>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24200" y="2103463"/>
            <a:ext cx="15856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support.iip-aas</a:t>
            </a:r>
            <a:endParaRPr lang="en-US" dirty="0"/>
          </a:p>
        </p:txBody>
      </p:sp>
      <p:cxnSp>
        <p:nvCxnSpPr>
          <p:cNvPr id="59" name="Elbow Connector 58"/>
          <p:cNvCxnSpPr>
            <a:stCxn id="61" idx="2"/>
            <a:endCxn id="55" idx="1"/>
          </p:cNvCxnSpPr>
          <p:nvPr/>
        </p:nvCxnSpPr>
        <p:spPr>
          <a:xfrm rot="16200000" flipH="1">
            <a:off x="2395905" y="1370213"/>
            <a:ext cx="796696" cy="1478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645663" y="963483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Elbow Connector 63"/>
          <p:cNvCxnSpPr>
            <a:cxnSpLocks/>
            <a:stCxn id="299" idx="2"/>
            <a:endCxn id="56" idx="1"/>
          </p:cNvCxnSpPr>
          <p:nvPr/>
        </p:nvCxnSpPr>
        <p:spPr>
          <a:xfrm rot="16200000" flipH="1">
            <a:off x="2932131" y="2096061"/>
            <a:ext cx="249162" cy="13497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3163790" y="237872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Elbow Connector 68"/>
          <p:cNvCxnSpPr>
            <a:stCxn id="68" idx="2"/>
            <a:endCxn id="2" idx="1"/>
          </p:cNvCxnSpPr>
          <p:nvPr/>
        </p:nvCxnSpPr>
        <p:spPr>
          <a:xfrm rot="16200000" flipH="1">
            <a:off x="3157434" y="2542049"/>
            <a:ext cx="328185" cy="16611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719A0B1-B0D7-441C-A5B7-53DF7844FCE9}"/>
              </a:ext>
            </a:extLst>
          </p:cNvPr>
          <p:cNvSpPr txBox="1"/>
          <p:nvPr/>
        </p:nvSpPr>
        <p:spPr>
          <a:xfrm>
            <a:off x="3971544" y="5382923"/>
            <a:ext cx="25572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transport.spring.hivemqv5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369C5E-744D-4C98-8EDB-2E1F96D8B103}"/>
              </a:ext>
            </a:extLst>
          </p:cNvPr>
          <p:cNvSpPr txBox="1"/>
          <p:nvPr/>
        </p:nvSpPr>
        <p:spPr>
          <a:xfrm>
            <a:off x="3971544" y="6304318"/>
            <a:ext cx="261581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transport.spring.hivemqv3</a:t>
            </a:r>
          </a:p>
        </p:txBody>
      </p:sp>
      <p:cxnSp>
        <p:nvCxnSpPr>
          <p:cNvPr id="65" name="Elbow Connector 38">
            <a:extLst>
              <a:ext uri="{FF2B5EF4-FFF2-40B4-BE49-F238E27FC236}">
                <a16:creationId xmlns:a16="http://schemas.microsoft.com/office/drawing/2014/main" id="{C503F1DF-72E3-4AC1-9B57-B32AAE8A21C9}"/>
              </a:ext>
            </a:extLst>
          </p:cNvPr>
          <p:cNvCxnSpPr>
            <a:cxnSpLocks/>
            <a:stCxn id="33" idx="2"/>
            <a:endCxn id="60" idx="1"/>
          </p:cNvCxnSpPr>
          <p:nvPr/>
        </p:nvCxnSpPr>
        <p:spPr>
          <a:xfrm rot="16200000" flipH="1">
            <a:off x="3508073" y="5104118"/>
            <a:ext cx="763874" cy="16306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38">
            <a:extLst>
              <a:ext uri="{FF2B5EF4-FFF2-40B4-BE49-F238E27FC236}">
                <a16:creationId xmlns:a16="http://schemas.microsoft.com/office/drawing/2014/main" id="{F53A5788-A8B7-41DB-8676-1405D1654D8E}"/>
              </a:ext>
            </a:extLst>
          </p:cNvPr>
          <p:cNvCxnSpPr>
            <a:cxnSpLocks/>
            <a:stCxn id="33" idx="2"/>
            <a:endCxn id="63" idx="1"/>
          </p:cNvCxnSpPr>
          <p:nvPr/>
        </p:nvCxnSpPr>
        <p:spPr>
          <a:xfrm rot="16200000" flipH="1">
            <a:off x="3047378" y="5564815"/>
            <a:ext cx="1685269" cy="16306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95">
            <a:extLst>
              <a:ext uri="{FF2B5EF4-FFF2-40B4-BE49-F238E27FC236}">
                <a16:creationId xmlns:a16="http://schemas.microsoft.com/office/drawing/2014/main" id="{D56682A9-86EF-4DF5-8EC7-28DE01636C20}"/>
              </a:ext>
            </a:extLst>
          </p:cNvPr>
          <p:cNvCxnSpPr>
            <a:cxnSpLocks/>
            <a:stCxn id="60" idx="3"/>
            <a:endCxn id="109" idx="3"/>
          </p:cNvCxnSpPr>
          <p:nvPr/>
        </p:nvCxnSpPr>
        <p:spPr>
          <a:xfrm flipH="1" flipV="1">
            <a:off x="5462151" y="4239037"/>
            <a:ext cx="1066667" cy="1328552"/>
          </a:xfrm>
          <a:prstGeom prst="bentConnector3">
            <a:avLst>
              <a:gd name="adj1" fmla="val -2143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92">
            <a:extLst>
              <a:ext uri="{FF2B5EF4-FFF2-40B4-BE49-F238E27FC236}">
                <a16:creationId xmlns:a16="http://schemas.microsoft.com/office/drawing/2014/main" id="{01163A42-46E2-4406-AB51-A951D46F5356}"/>
              </a:ext>
            </a:extLst>
          </p:cNvPr>
          <p:cNvCxnSpPr>
            <a:cxnSpLocks/>
            <a:stCxn id="63" idx="3"/>
            <a:endCxn id="111" idx="3"/>
          </p:cNvCxnSpPr>
          <p:nvPr/>
        </p:nvCxnSpPr>
        <p:spPr>
          <a:xfrm flipH="1" flipV="1">
            <a:off x="5471293" y="3774172"/>
            <a:ext cx="1116069" cy="2714812"/>
          </a:xfrm>
          <a:prstGeom prst="bentConnector3">
            <a:avLst>
              <a:gd name="adj1" fmla="val -3441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E9CF802-DD38-4937-A303-648FF876A211}"/>
              </a:ext>
            </a:extLst>
          </p:cNvPr>
          <p:cNvSpPr txBox="1"/>
          <p:nvPr/>
        </p:nvSpPr>
        <p:spPr>
          <a:xfrm>
            <a:off x="3705369" y="7638671"/>
            <a:ext cx="219688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services.environment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F285B1-2812-437C-A3E2-9430EDFE2E5F}"/>
              </a:ext>
            </a:extLst>
          </p:cNvPr>
          <p:cNvSpPr txBox="1"/>
          <p:nvPr/>
        </p:nvSpPr>
        <p:spPr>
          <a:xfrm>
            <a:off x="3990308" y="8102254"/>
            <a:ext cx="93217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C209C8-F533-48E0-90DC-87C475D1EDA2}"/>
              </a:ext>
            </a:extLst>
          </p:cNvPr>
          <p:cNvSpPr txBox="1"/>
          <p:nvPr/>
        </p:nvSpPr>
        <p:spPr>
          <a:xfrm>
            <a:off x="3766392" y="9075994"/>
            <a:ext cx="128381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ecsRuntime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63EDB2-716B-4667-823E-ACE11BB1C22B}"/>
              </a:ext>
            </a:extLst>
          </p:cNvPr>
          <p:cNvSpPr txBox="1"/>
          <p:nvPr/>
        </p:nvSpPr>
        <p:spPr>
          <a:xfrm>
            <a:off x="4115267" y="9563639"/>
            <a:ext cx="19752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ecsRuntime.docker</a:t>
            </a:r>
            <a:endParaRPr lang="en-US" dirty="0"/>
          </a:p>
        </p:txBody>
      </p:sp>
      <p:cxnSp>
        <p:nvCxnSpPr>
          <p:cNvPr id="75" name="Elbow Connector 31">
            <a:extLst>
              <a:ext uri="{FF2B5EF4-FFF2-40B4-BE49-F238E27FC236}">
                <a16:creationId xmlns:a16="http://schemas.microsoft.com/office/drawing/2014/main" id="{7A2EDBC9-BDDA-4EAB-9E75-1755BC5814DF}"/>
              </a:ext>
            </a:extLst>
          </p:cNvPr>
          <p:cNvCxnSpPr>
            <a:cxnSpLocks/>
            <a:stCxn id="24" idx="2"/>
            <a:endCxn id="66" idx="1"/>
          </p:cNvCxnSpPr>
          <p:nvPr/>
        </p:nvCxnSpPr>
        <p:spPr>
          <a:xfrm rot="16200000" flipH="1">
            <a:off x="1187223" y="5305190"/>
            <a:ext cx="4858983" cy="1773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31">
            <a:extLst>
              <a:ext uri="{FF2B5EF4-FFF2-40B4-BE49-F238E27FC236}">
                <a16:creationId xmlns:a16="http://schemas.microsoft.com/office/drawing/2014/main" id="{55162433-1A47-4C26-B6D5-1E651DB87AF2}"/>
              </a:ext>
            </a:extLst>
          </p:cNvPr>
          <p:cNvCxnSpPr>
            <a:cxnSpLocks/>
            <a:stCxn id="77" idx="2"/>
            <a:endCxn id="71" idx="1"/>
          </p:cNvCxnSpPr>
          <p:nvPr/>
        </p:nvCxnSpPr>
        <p:spPr>
          <a:xfrm rot="16200000" flipH="1">
            <a:off x="3748799" y="8045411"/>
            <a:ext cx="293486" cy="18953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18718F7-3E45-4838-9ED1-DA74D5BD24B3}"/>
              </a:ext>
            </a:extLst>
          </p:cNvPr>
          <p:cNvSpPr/>
          <p:nvPr/>
        </p:nvSpPr>
        <p:spPr>
          <a:xfrm>
            <a:off x="3726100" y="791113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Elbow Connector 31">
            <a:extLst>
              <a:ext uri="{FF2B5EF4-FFF2-40B4-BE49-F238E27FC236}">
                <a16:creationId xmlns:a16="http://schemas.microsoft.com/office/drawing/2014/main" id="{CA88ECD5-4440-4ABB-B3CE-6EF50EFDD97D}"/>
              </a:ext>
            </a:extLst>
          </p:cNvPr>
          <p:cNvCxnSpPr>
            <a:cxnSpLocks/>
            <a:stCxn id="24" idx="2"/>
            <a:endCxn id="72" idx="1"/>
          </p:cNvCxnSpPr>
          <p:nvPr/>
        </p:nvCxnSpPr>
        <p:spPr>
          <a:xfrm rot="16200000" flipH="1">
            <a:off x="499072" y="5993340"/>
            <a:ext cx="6296306" cy="2383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31">
            <a:extLst>
              <a:ext uri="{FF2B5EF4-FFF2-40B4-BE49-F238E27FC236}">
                <a16:creationId xmlns:a16="http://schemas.microsoft.com/office/drawing/2014/main" id="{F812D2C3-7B4A-434D-AA9F-9CF12E589B1D}"/>
              </a:ext>
            </a:extLst>
          </p:cNvPr>
          <p:cNvCxnSpPr>
            <a:cxnSpLocks/>
            <a:stCxn id="85" idx="2"/>
            <a:endCxn id="74" idx="1"/>
          </p:cNvCxnSpPr>
          <p:nvPr/>
        </p:nvCxnSpPr>
        <p:spPr>
          <a:xfrm rot="16200000" flipH="1">
            <a:off x="3868552" y="9501590"/>
            <a:ext cx="308142" cy="18528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008D8937-9CE6-4F92-92B4-4CF773E3E1D3}"/>
              </a:ext>
            </a:extLst>
          </p:cNvPr>
          <p:cNvSpPr/>
          <p:nvPr/>
        </p:nvSpPr>
        <p:spPr>
          <a:xfrm>
            <a:off x="3855304" y="935786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9104808" y="8751367"/>
            <a:ext cx="1892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direct dependencies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04808" y="9000809"/>
            <a:ext cx="2589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indirect/cross dependencies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F2010C0-A158-4F40-B8E1-D027D03B5156}"/>
              </a:ext>
            </a:extLst>
          </p:cNvPr>
          <p:cNvSpPr txBox="1"/>
          <p:nvPr/>
        </p:nvSpPr>
        <p:spPr>
          <a:xfrm>
            <a:off x="9104807" y="9672603"/>
            <a:ext cx="2462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JDK 17 compilation/testing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411195A-A8B9-4CED-ABF4-FB0D09F082F4}"/>
              </a:ext>
            </a:extLst>
          </p:cNvPr>
          <p:cNvSpPr txBox="1"/>
          <p:nvPr/>
        </p:nvSpPr>
        <p:spPr>
          <a:xfrm>
            <a:off x="7270117" y="3245251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42E4A0-8C4B-4961-8A58-55DE35EC7B85}"/>
              </a:ext>
            </a:extLst>
          </p:cNvPr>
          <p:cNvSpPr txBox="1"/>
          <p:nvPr/>
        </p:nvSpPr>
        <p:spPr>
          <a:xfrm>
            <a:off x="838331" y="4435401"/>
            <a:ext cx="16855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test.amqp.qpid</a:t>
            </a:r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0688C95-0F3D-4FDE-B062-B657801BF04A}"/>
              </a:ext>
            </a:extLst>
          </p:cNvPr>
          <p:cNvSpPr txBox="1"/>
          <p:nvPr/>
        </p:nvSpPr>
        <p:spPr>
          <a:xfrm>
            <a:off x="731303" y="4004601"/>
            <a:ext cx="17956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test.mqtt.hivemq</a:t>
            </a:r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0B2702F-6021-40C3-86B9-50683236A52D}"/>
              </a:ext>
            </a:extLst>
          </p:cNvPr>
          <p:cNvSpPr txBox="1"/>
          <p:nvPr/>
        </p:nvSpPr>
        <p:spPr>
          <a:xfrm>
            <a:off x="476482" y="3568746"/>
            <a:ext cx="20499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test.mqtt.moquette</a:t>
            </a:r>
            <a:endParaRPr lang="en-US" dirty="0"/>
          </a:p>
        </p:txBody>
      </p:sp>
      <p:cxnSp>
        <p:nvCxnSpPr>
          <p:cNvPr id="124" name="Elbow Connector 89">
            <a:extLst>
              <a:ext uri="{FF2B5EF4-FFF2-40B4-BE49-F238E27FC236}">
                <a16:creationId xmlns:a16="http://schemas.microsoft.com/office/drawing/2014/main" id="{DF299A5D-C76D-45F3-AAE4-DC6B374D3895}"/>
              </a:ext>
            </a:extLst>
          </p:cNvPr>
          <p:cNvCxnSpPr>
            <a:cxnSpLocks/>
            <a:stCxn id="8" idx="1"/>
            <a:endCxn id="139" idx="3"/>
          </p:cNvCxnSpPr>
          <p:nvPr/>
        </p:nvCxnSpPr>
        <p:spPr>
          <a:xfrm rot="10800000">
            <a:off x="2517292" y="3887419"/>
            <a:ext cx="1454255" cy="2146973"/>
          </a:xfrm>
          <a:prstGeom prst="bentConnector3">
            <a:avLst>
              <a:gd name="adj1" fmla="val 33652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89">
            <a:extLst>
              <a:ext uri="{FF2B5EF4-FFF2-40B4-BE49-F238E27FC236}">
                <a16:creationId xmlns:a16="http://schemas.microsoft.com/office/drawing/2014/main" id="{8BCE6EA8-5313-42A7-91D8-09AEE2AFBA1E}"/>
              </a:ext>
            </a:extLst>
          </p:cNvPr>
          <p:cNvCxnSpPr>
            <a:cxnSpLocks/>
            <a:stCxn id="7" idx="1"/>
            <a:endCxn id="142" idx="3"/>
          </p:cNvCxnSpPr>
          <p:nvPr/>
        </p:nvCxnSpPr>
        <p:spPr>
          <a:xfrm rot="10800000">
            <a:off x="2519281" y="4738289"/>
            <a:ext cx="1452821" cy="2167126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89">
            <a:extLst>
              <a:ext uri="{FF2B5EF4-FFF2-40B4-BE49-F238E27FC236}">
                <a16:creationId xmlns:a16="http://schemas.microsoft.com/office/drawing/2014/main" id="{D8D763BC-91D4-4C9D-88A4-EC23E3F199B7}"/>
              </a:ext>
            </a:extLst>
          </p:cNvPr>
          <p:cNvCxnSpPr>
            <a:cxnSpLocks/>
            <a:stCxn id="63" idx="1"/>
            <a:endCxn id="138" idx="3"/>
          </p:cNvCxnSpPr>
          <p:nvPr/>
        </p:nvCxnSpPr>
        <p:spPr>
          <a:xfrm rot="10800000">
            <a:off x="2535806" y="4322314"/>
            <a:ext cx="1435738" cy="2166670"/>
          </a:xfrm>
          <a:prstGeom prst="bentConnector3">
            <a:avLst>
              <a:gd name="adj1" fmla="val 4490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31">
            <a:extLst>
              <a:ext uri="{FF2B5EF4-FFF2-40B4-BE49-F238E27FC236}">
                <a16:creationId xmlns:a16="http://schemas.microsoft.com/office/drawing/2014/main" id="{1C8AF1C5-E4EF-4BE9-B6A0-59706FBB6930}"/>
              </a:ext>
            </a:extLst>
          </p:cNvPr>
          <p:cNvCxnSpPr>
            <a:cxnSpLocks/>
            <a:stCxn id="24" idx="2"/>
            <a:endCxn id="120" idx="3"/>
          </p:cNvCxnSpPr>
          <p:nvPr/>
        </p:nvCxnSpPr>
        <p:spPr>
          <a:xfrm rot="5400000">
            <a:off x="2415068" y="3076274"/>
            <a:ext cx="1224913" cy="10010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31">
            <a:extLst>
              <a:ext uri="{FF2B5EF4-FFF2-40B4-BE49-F238E27FC236}">
                <a16:creationId xmlns:a16="http://schemas.microsoft.com/office/drawing/2014/main" id="{DA1E98D7-0E3C-420A-B6FD-284F1035C61A}"/>
              </a:ext>
            </a:extLst>
          </p:cNvPr>
          <p:cNvCxnSpPr>
            <a:cxnSpLocks/>
            <a:stCxn id="24" idx="2"/>
            <a:endCxn id="121" idx="3"/>
          </p:cNvCxnSpPr>
          <p:nvPr/>
        </p:nvCxnSpPr>
        <p:spPr>
          <a:xfrm rot="5400000">
            <a:off x="2632717" y="2858071"/>
            <a:ext cx="789058" cy="100162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31">
            <a:extLst>
              <a:ext uri="{FF2B5EF4-FFF2-40B4-BE49-F238E27FC236}">
                <a16:creationId xmlns:a16="http://schemas.microsoft.com/office/drawing/2014/main" id="{BEB4A7A3-9B7C-4E8C-95B1-5C13A4BA8C47}"/>
              </a:ext>
            </a:extLst>
          </p:cNvPr>
          <p:cNvCxnSpPr>
            <a:cxnSpLocks/>
            <a:stCxn id="24" idx="2"/>
            <a:endCxn id="119" idx="3"/>
          </p:cNvCxnSpPr>
          <p:nvPr/>
        </p:nvCxnSpPr>
        <p:spPr>
          <a:xfrm rot="5400000">
            <a:off x="2198117" y="3290123"/>
            <a:ext cx="1655713" cy="100417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EF92F7B-B9A4-4E75-A39A-48423E7DF82C}"/>
              </a:ext>
            </a:extLst>
          </p:cNvPr>
          <p:cNvSpPr/>
          <p:nvPr/>
        </p:nvSpPr>
        <p:spPr>
          <a:xfrm>
            <a:off x="2386454" y="428116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545634B-F97D-4F52-80F3-C0A0D2B3407B}"/>
              </a:ext>
            </a:extLst>
          </p:cNvPr>
          <p:cNvSpPr/>
          <p:nvPr/>
        </p:nvSpPr>
        <p:spPr>
          <a:xfrm>
            <a:off x="2367937" y="384626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715D432-E08F-4F9A-A249-C4AC9AF6B64C}"/>
              </a:ext>
            </a:extLst>
          </p:cNvPr>
          <p:cNvSpPr/>
          <p:nvPr/>
        </p:nvSpPr>
        <p:spPr>
          <a:xfrm>
            <a:off x="2369926" y="469714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2EF8440-505E-4345-8105-F60E018A67F8}"/>
              </a:ext>
            </a:extLst>
          </p:cNvPr>
          <p:cNvSpPr txBox="1"/>
          <p:nvPr/>
        </p:nvSpPr>
        <p:spPr>
          <a:xfrm>
            <a:off x="8720569" y="276209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</a:t>
            </a:r>
            <a:r>
              <a:rPr lang="de-DE" sz="1200" dirty="0"/>
              <a:t>7</a:t>
            </a:r>
            <a:endParaRPr lang="en-DE" sz="1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5DD4E02-83D5-4ABE-9B43-4A8A4EBB10D4}"/>
              </a:ext>
            </a:extLst>
          </p:cNvPr>
          <p:cNvSpPr txBox="1"/>
          <p:nvPr/>
        </p:nvSpPr>
        <p:spPr>
          <a:xfrm>
            <a:off x="4252406" y="8574640"/>
            <a:ext cx="15653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services.spring</a:t>
            </a:r>
            <a:endParaRPr lang="en-US" dirty="0"/>
          </a:p>
        </p:txBody>
      </p:sp>
      <p:cxnSp>
        <p:nvCxnSpPr>
          <p:cNvPr id="145" name="Elbow Connector 31">
            <a:extLst>
              <a:ext uri="{FF2B5EF4-FFF2-40B4-BE49-F238E27FC236}">
                <a16:creationId xmlns:a16="http://schemas.microsoft.com/office/drawing/2014/main" id="{928DAFD5-A894-4382-9169-F95F1E400482}"/>
              </a:ext>
            </a:extLst>
          </p:cNvPr>
          <p:cNvCxnSpPr>
            <a:cxnSpLocks/>
            <a:stCxn id="289" idx="2"/>
            <a:endCxn id="143" idx="1"/>
          </p:cNvCxnSpPr>
          <p:nvPr/>
        </p:nvCxnSpPr>
        <p:spPr>
          <a:xfrm rot="16200000" flipH="1">
            <a:off x="4037634" y="8544534"/>
            <a:ext cx="285848" cy="14369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8E34B51-1686-45FF-B42E-1550C3C9A017}"/>
              </a:ext>
            </a:extLst>
          </p:cNvPr>
          <p:cNvSpPr txBox="1"/>
          <p:nvPr/>
        </p:nvSpPr>
        <p:spPr>
          <a:xfrm>
            <a:off x="3771380" y="15792570"/>
            <a:ext cx="232467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configuration.interface</a:t>
            </a:r>
            <a:endParaRPr lang="en-US" dirty="0"/>
          </a:p>
        </p:txBody>
      </p:sp>
      <p:cxnSp>
        <p:nvCxnSpPr>
          <p:cNvPr id="147" name="Elbow Connector 31">
            <a:extLst>
              <a:ext uri="{FF2B5EF4-FFF2-40B4-BE49-F238E27FC236}">
                <a16:creationId xmlns:a16="http://schemas.microsoft.com/office/drawing/2014/main" id="{C6077C91-01A2-4D56-948B-E91CDAC527A5}"/>
              </a:ext>
            </a:extLst>
          </p:cNvPr>
          <p:cNvCxnSpPr>
            <a:cxnSpLocks/>
            <a:stCxn id="24" idx="2"/>
            <a:endCxn id="146" idx="1"/>
          </p:cNvCxnSpPr>
          <p:nvPr/>
        </p:nvCxnSpPr>
        <p:spPr>
          <a:xfrm rot="16200000" flipH="1">
            <a:off x="-2856722" y="9349134"/>
            <a:ext cx="13012882" cy="24332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1022F9FE-69D0-4768-A3B4-6A2636A9DD63}"/>
              </a:ext>
            </a:extLst>
          </p:cNvPr>
          <p:cNvSpPr txBox="1"/>
          <p:nvPr/>
        </p:nvSpPr>
        <p:spPr>
          <a:xfrm>
            <a:off x="7118816" y="16279695"/>
            <a:ext cx="1523534" cy="651034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EASy</a:t>
            </a:r>
            <a:r>
              <a:rPr lang="en-US" dirty="0"/>
              <a:t>-Producer </a:t>
            </a:r>
            <a:br>
              <a:rPr lang="en-US" dirty="0"/>
            </a:br>
            <a:r>
              <a:rPr lang="en-US" dirty="0"/>
              <a:t>standalone</a:t>
            </a:r>
          </a:p>
        </p:txBody>
      </p:sp>
      <p:cxnSp>
        <p:nvCxnSpPr>
          <p:cNvPr id="150" name="Elbow Connector 83">
            <a:extLst>
              <a:ext uri="{FF2B5EF4-FFF2-40B4-BE49-F238E27FC236}">
                <a16:creationId xmlns:a16="http://schemas.microsoft.com/office/drawing/2014/main" id="{014D8A78-BBFE-4985-8032-FB4584227AB5}"/>
              </a:ext>
            </a:extLst>
          </p:cNvPr>
          <p:cNvCxnSpPr>
            <a:cxnSpLocks/>
            <a:stCxn id="520" idx="3"/>
            <a:endCxn id="149" idx="1"/>
          </p:cNvCxnSpPr>
          <p:nvPr/>
        </p:nvCxnSpPr>
        <p:spPr>
          <a:xfrm>
            <a:off x="5939193" y="16488956"/>
            <a:ext cx="1179623" cy="116256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92DC1F8A-6EEF-4A85-AA78-B58B36521C44}"/>
              </a:ext>
            </a:extLst>
          </p:cNvPr>
          <p:cNvSpPr txBox="1"/>
          <p:nvPr/>
        </p:nvSpPr>
        <p:spPr>
          <a:xfrm>
            <a:off x="3695756" y="1572766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7A5E8A8-5414-4DBA-8F8F-219C6C0E5A96}"/>
              </a:ext>
            </a:extLst>
          </p:cNvPr>
          <p:cNvSpPr txBox="1"/>
          <p:nvPr/>
        </p:nvSpPr>
        <p:spPr>
          <a:xfrm>
            <a:off x="6361833" y="8049447"/>
            <a:ext cx="28300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services.environment.spring</a:t>
            </a:r>
            <a:endParaRPr lang="en-US" dirty="0"/>
          </a:p>
        </p:txBody>
      </p:sp>
      <p:cxnSp>
        <p:nvCxnSpPr>
          <p:cNvPr id="154" name="Elbow Connector 31">
            <a:extLst>
              <a:ext uri="{FF2B5EF4-FFF2-40B4-BE49-F238E27FC236}">
                <a16:creationId xmlns:a16="http://schemas.microsoft.com/office/drawing/2014/main" id="{60407253-1C36-4396-B64D-E40EA8B537D2}"/>
              </a:ext>
            </a:extLst>
          </p:cNvPr>
          <p:cNvCxnSpPr>
            <a:cxnSpLocks/>
            <a:stCxn id="66" idx="3"/>
            <a:endCxn id="25" idx="1"/>
          </p:cNvCxnSpPr>
          <p:nvPr/>
        </p:nvCxnSpPr>
        <p:spPr>
          <a:xfrm flipV="1">
            <a:off x="5902252" y="7647631"/>
            <a:ext cx="782913" cy="175706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C2799D53-FD65-4641-9C95-4AA4DE46C6BE}"/>
              </a:ext>
            </a:extLst>
          </p:cNvPr>
          <p:cNvSpPr txBox="1"/>
          <p:nvPr/>
        </p:nvSpPr>
        <p:spPr>
          <a:xfrm>
            <a:off x="4121959" y="10510209"/>
            <a:ext cx="2397644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ecsRuntime.kubernetes</a:t>
            </a:r>
            <a:endParaRPr lang="en-US" dirty="0"/>
          </a:p>
        </p:txBody>
      </p:sp>
      <p:cxnSp>
        <p:nvCxnSpPr>
          <p:cNvPr id="163" name="Elbow Connector 31">
            <a:extLst>
              <a:ext uri="{FF2B5EF4-FFF2-40B4-BE49-F238E27FC236}">
                <a16:creationId xmlns:a16="http://schemas.microsoft.com/office/drawing/2014/main" id="{64A1E701-430A-4936-8E00-F32AE331655F}"/>
              </a:ext>
            </a:extLst>
          </p:cNvPr>
          <p:cNvCxnSpPr>
            <a:cxnSpLocks/>
            <a:stCxn id="85" idx="2"/>
            <a:endCxn id="161" idx="1"/>
          </p:cNvCxnSpPr>
          <p:nvPr/>
        </p:nvCxnSpPr>
        <p:spPr>
          <a:xfrm rot="16200000" flipH="1">
            <a:off x="3398613" y="9971529"/>
            <a:ext cx="1254712" cy="19197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FC096BEC-AA74-4310-9712-296DCF94E30B}"/>
              </a:ext>
            </a:extLst>
          </p:cNvPr>
          <p:cNvSpPr txBox="1"/>
          <p:nvPr/>
        </p:nvSpPr>
        <p:spPr>
          <a:xfrm>
            <a:off x="3758680" y="10929248"/>
            <a:ext cx="128381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deviceMgt</a:t>
            </a:r>
            <a:endParaRPr lang="en-US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99D4995-4D6B-41CF-8698-AD771530F237}"/>
              </a:ext>
            </a:extLst>
          </p:cNvPr>
          <p:cNvSpPr/>
          <p:nvPr/>
        </p:nvSpPr>
        <p:spPr>
          <a:xfrm>
            <a:off x="3847592" y="1121112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3ECFFC4-6EC3-422B-B6E6-09FEC3C48C4D}"/>
              </a:ext>
            </a:extLst>
          </p:cNvPr>
          <p:cNvSpPr txBox="1"/>
          <p:nvPr/>
        </p:nvSpPr>
        <p:spPr>
          <a:xfrm>
            <a:off x="3758680" y="12300814"/>
            <a:ext cx="128381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monitoring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77149AA-4B3D-4FC4-A896-4456A649AACA}"/>
              </a:ext>
            </a:extLst>
          </p:cNvPr>
          <p:cNvSpPr/>
          <p:nvPr/>
        </p:nvSpPr>
        <p:spPr>
          <a:xfrm>
            <a:off x="3860292" y="1598858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DFF0F35-7B21-4FBD-9B93-99DEC8F04E5B}"/>
              </a:ext>
            </a:extLst>
          </p:cNvPr>
          <p:cNvSpPr txBox="1"/>
          <p:nvPr/>
        </p:nvSpPr>
        <p:spPr>
          <a:xfrm>
            <a:off x="4300796" y="18191188"/>
            <a:ext cx="110858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cxnSp>
        <p:nvCxnSpPr>
          <p:cNvPr id="172" name="Elbow Connector 31">
            <a:extLst>
              <a:ext uri="{FF2B5EF4-FFF2-40B4-BE49-F238E27FC236}">
                <a16:creationId xmlns:a16="http://schemas.microsoft.com/office/drawing/2014/main" id="{0814AC1D-58D4-469C-8144-720376215B1B}"/>
              </a:ext>
            </a:extLst>
          </p:cNvPr>
          <p:cNvCxnSpPr>
            <a:cxnSpLocks/>
            <a:stCxn id="24" idx="2"/>
            <a:endCxn id="164" idx="1"/>
          </p:cNvCxnSpPr>
          <p:nvPr/>
        </p:nvCxnSpPr>
        <p:spPr>
          <a:xfrm rot="16200000" flipH="1">
            <a:off x="-431411" y="6923823"/>
            <a:ext cx="8149560" cy="23062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31">
            <a:extLst>
              <a:ext uri="{FF2B5EF4-FFF2-40B4-BE49-F238E27FC236}">
                <a16:creationId xmlns:a16="http://schemas.microsoft.com/office/drawing/2014/main" id="{577D9D4F-B200-41C4-BF32-9689E260DE00}"/>
              </a:ext>
            </a:extLst>
          </p:cNvPr>
          <p:cNvCxnSpPr>
            <a:cxnSpLocks/>
            <a:stCxn id="24" idx="2"/>
            <a:endCxn id="167" idx="1"/>
          </p:cNvCxnSpPr>
          <p:nvPr/>
        </p:nvCxnSpPr>
        <p:spPr>
          <a:xfrm rot="16200000" flipH="1">
            <a:off x="-1117194" y="7609606"/>
            <a:ext cx="9521126" cy="23062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lbow Connector 31">
            <a:extLst>
              <a:ext uri="{FF2B5EF4-FFF2-40B4-BE49-F238E27FC236}">
                <a16:creationId xmlns:a16="http://schemas.microsoft.com/office/drawing/2014/main" id="{DFABDC63-CC28-4C8F-BD06-8175941F41A8}"/>
              </a:ext>
            </a:extLst>
          </p:cNvPr>
          <p:cNvCxnSpPr>
            <a:cxnSpLocks/>
            <a:endCxn id="170" idx="1"/>
          </p:cNvCxnSpPr>
          <p:nvPr/>
        </p:nvCxnSpPr>
        <p:spPr>
          <a:xfrm rot="16200000" flipH="1">
            <a:off x="3597667" y="17672724"/>
            <a:ext cx="1197207" cy="20905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BA48876E-29D9-4C11-93D8-6D3ED265B0DB}"/>
              </a:ext>
            </a:extLst>
          </p:cNvPr>
          <p:cNvSpPr txBox="1"/>
          <p:nvPr/>
        </p:nvSpPr>
        <p:spPr>
          <a:xfrm>
            <a:off x="4124582" y="11363927"/>
            <a:ext cx="1762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deviceMgt.minio</a:t>
            </a:r>
            <a:endParaRPr lang="en-US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AF7C3CB-0951-4CA0-BAF7-89E9A50E4ACB}"/>
              </a:ext>
            </a:extLst>
          </p:cNvPr>
          <p:cNvSpPr txBox="1"/>
          <p:nvPr/>
        </p:nvSpPr>
        <p:spPr>
          <a:xfrm>
            <a:off x="4122004" y="11820337"/>
            <a:ext cx="234884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deviceMgt.thingsboard</a:t>
            </a:r>
            <a:endParaRPr lang="en-US" dirty="0"/>
          </a:p>
        </p:txBody>
      </p:sp>
      <p:cxnSp>
        <p:nvCxnSpPr>
          <p:cNvPr id="180" name="Elbow Connector 31">
            <a:extLst>
              <a:ext uri="{FF2B5EF4-FFF2-40B4-BE49-F238E27FC236}">
                <a16:creationId xmlns:a16="http://schemas.microsoft.com/office/drawing/2014/main" id="{22C0468A-8B7C-44E0-BC4E-423082E1BED7}"/>
              </a:ext>
            </a:extLst>
          </p:cNvPr>
          <p:cNvCxnSpPr>
            <a:cxnSpLocks/>
            <a:stCxn id="165" idx="2"/>
            <a:endCxn id="178" idx="1"/>
          </p:cNvCxnSpPr>
          <p:nvPr/>
        </p:nvCxnSpPr>
        <p:spPr>
          <a:xfrm rot="16200000" flipH="1">
            <a:off x="3895837" y="11319848"/>
            <a:ext cx="255176" cy="20231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31">
            <a:extLst>
              <a:ext uri="{FF2B5EF4-FFF2-40B4-BE49-F238E27FC236}">
                <a16:creationId xmlns:a16="http://schemas.microsoft.com/office/drawing/2014/main" id="{193814EB-3468-466D-BDA8-30897596A74F}"/>
              </a:ext>
            </a:extLst>
          </p:cNvPr>
          <p:cNvCxnSpPr>
            <a:cxnSpLocks/>
            <a:stCxn id="164" idx="3"/>
            <a:endCxn id="187" idx="1"/>
          </p:cNvCxnSpPr>
          <p:nvPr/>
        </p:nvCxnSpPr>
        <p:spPr>
          <a:xfrm>
            <a:off x="5042493" y="11113914"/>
            <a:ext cx="1649874" cy="898624"/>
          </a:xfrm>
          <a:prstGeom prst="bentConnector3">
            <a:avLst>
              <a:gd name="adj1" fmla="val 9310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92E8F452-646E-4C62-96FD-695489014FFF}"/>
              </a:ext>
            </a:extLst>
          </p:cNvPr>
          <p:cNvSpPr txBox="1"/>
          <p:nvPr/>
        </p:nvSpPr>
        <p:spPr>
          <a:xfrm>
            <a:off x="4804267" y="19130183"/>
            <a:ext cx="7419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Install</a:t>
            </a:r>
          </a:p>
        </p:txBody>
      </p:sp>
      <p:cxnSp>
        <p:nvCxnSpPr>
          <p:cNvPr id="185" name="Elbow Connector 31">
            <a:extLst>
              <a:ext uri="{FF2B5EF4-FFF2-40B4-BE49-F238E27FC236}">
                <a16:creationId xmlns:a16="http://schemas.microsoft.com/office/drawing/2014/main" id="{E5A958FD-BA4A-444E-8513-C6EE365BE890}"/>
              </a:ext>
            </a:extLst>
          </p:cNvPr>
          <p:cNvCxnSpPr>
            <a:cxnSpLocks/>
            <a:stCxn id="350" idx="2"/>
            <a:endCxn id="184" idx="1"/>
          </p:cNvCxnSpPr>
          <p:nvPr/>
        </p:nvCxnSpPr>
        <p:spPr>
          <a:xfrm rot="16200000" flipH="1">
            <a:off x="4569428" y="19080009"/>
            <a:ext cx="285557" cy="18412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4F2E94B-F8F1-465D-AF54-B45D1AF0F20F}"/>
              </a:ext>
            </a:extLst>
          </p:cNvPr>
          <p:cNvSpPr txBox="1"/>
          <p:nvPr/>
        </p:nvSpPr>
        <p:spPr>
          <a:xfrm>
            <a:off x="8556289" y="9749552"/>
            <a:ext cx="157094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17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94E4353-3A90-4DE9-9A55-06F68D103894}"/>
              </a:ext>
            </a:extLst>
          </p:cNvPr>
          <p:cNvSpPr txBox="1"/>
          <p:nvPr/>
        </p:nvSpPr>
        <p:spPr>
          <a:xfrm>
            <a:off x="3766392" y="13261796"/>
            <a:ext cx="2361169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securityDataProtection</a:t>
            </a:r>
            <a:endParaRPr lang="en-US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09B7682-29E4-4013-801E-E348FA9D9341}"/>
              </a:ext>
            </a:extLst>
          </p:cNvPr>
          <p:cNvSpPr txBox="1"/>
          <p:nvPr/>
        </p:nvSpPr>
        <p:spPr>
          <a:xfrm>
            <a:off x="4115843" y="13770176"/>
            <a:ext cx="236116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security.services.kodex</a:t>
            </a:r>
            <a:endParaRPr lang="en-US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2DA0792-177B-4029-8073-1A9EE91F0563}"/>
              </a:ext>
            </a:extLst>
          </p:cNvPr>
          <p:cNvSpPr/>
          <p:nvPr/>
        </p:nvSpPr>
        <p:spPr>
          <a:xfrm>
            <a:off x="3752787" y="1356367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Elbow Connector 31">
            <a:extLst>
              <a:ext uri="{FF2B5EF4-FFF2-40B4-BE49-F238E27FC236}">
                <a16:creationId xmlns:a16="http://schemas.microsoft.com/office/drawing/2014/main" id="{C0A8E0CE-0899-4BD1-B449-9913E26617C4}"/>
              </a:ext>
            </a:extLst>
          </p:cNvPr>
          <p:cNvCxnSpPr>
            <a:cxnSpLocks/>
            <a:stCxn id="196" idx="2"/>
            <a:endCxn id="194" idx="1"/>
          </p:cNvCxnSpPr>
          <p:nvPr/>
        </p:nvCxnSpPr>
        <p:spPr>
          <a:xfrm rot="16200000" flipH="1">
            <a:off x="3817215" y="13656214"/>
            <a:ext cx="308876" cy="28838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CD3B67B8-8109-4A69-9793-560AAE1A74E8}"/>
              </a:ext>
            </a:extLst>
          </p:cNvPr>
          <p:cNvSpPr txBox="1"/>
          <p:nvPr/>
        </p:nvSpPr>
        <p:spPr>
          <a:xfrm>
            <a:off x="6686896" y="11357769"/>
            <a:ext cx="244926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deviceMgt.basicRegistry</a:t>
            </a:r>
            <a:endParaRPr lang="en-US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AADEB7B-16A7-4A21-9287-483DB55AD663}"/>
              </a:ext>
            </a:extLst>
          </p:cNvPr>
          <p:cNvSpPr txBox="1"/>
          <p:nvPr/>
        </p:nvSpPr>
        <p:spPr>
          <a:xfrm>
            <a:off x="6692367" y="11827872"/>
            <a:ext cx="194335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deviceMgt.s3mock</a:t>
            </a:r>
          </a:p>
        </p:txBody>
      </p:sp>
      <p:cxnSp>
        <p:nvCxnSpPr>
          <p:cNvPr id="188" name="Elbow Connector 31">
            <a:extLst>
              <a:ext uri="{FF2B5EF4-FFF2-40B4-BE49-F238E27FC236}">
                <a16:creationId xmlns:a16="http://schemas.microsoft.com/office/drawing/2014/main" id="{07248FA7-D1ED-4B7B-99AF-659FD8AA2B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66343" y="11549342"/>
            <a:ext cx="711586" cy="19973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31">
            <a:extLst>
              <a:ext uri="{FF2B5EF4-FFF2-40B4-BE49-F238E27FC236}">
                <a16:creationId xmlns:a16="http://schemas.microsoft.com/office/drawing/2014/main" id="{D13F9221-8EE0-48DC-BBB5-C384278C0F43}"/>
              </a:ext>
            </a:extLst>
          </p:cNvPr>
          <p:cNvCxnSpPr>
            <a:cxnSpLocks/>
            <a:stCxn id="164" idx="3"/>
            <a:endCxn id="186" idx="1"/>
          </p:cNvCxnSpPr>
          <p:nvPr/>
        </p:nvCxnSpPr>
        <p:spPr>
          <a:xfrm>
            <a:off x="5042493" y="11113914"/>
            <a:ext cx="1644403" cy="428521"/>
          </a:xfrm>
          <a:prstGeom prst="bentConnector3">
            <a:avLst>
              <a:gd name="adj1" fmla="val 9402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264ADFB-2A23-48B3-9759-5675F1696CAE}"/>
              </a:ext>
            </a:extLst>
          </p:cNvPr>
          <p:cNvSpPr/>
          <p:nvPr/>
        </p:nvSpPr>
        <p:spPr>
          <a:xfrm>
            <a:off x="4711291" y="194981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47314BC-D90B-49A2-82CB-5F121135D72A}"/>
              </a:ext>
            </a:extLst>
          </p:cNvPr>
          <p:cNvSpPr txBox="1"/>
          <p:nvPr/>
        </p:nvSpPr>
        <p:spPr>
          <a:xfrm>
            <a:off x="4137128" y="12786334"/>
            <a:ext cx="24281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monitoring.prometheus</a:t>
            </a:r>
            <a:endParaRPr lang="en-US" dirty="0"/>
          </a:p>
        </p:txBody>
      </p:sp>
      <p:cxnSp>
        <p:nvCxnSpPr>
          <p:cNvPr id="205" name="Elbow Connector 31">
            <a:extLst>
              <a:ext uri="{FF2B5EF4-FFF2-40B4-BE49-F238E27FC236}">
                <a16:creationId xmlns:a16="http://schemas.microsoft.com/office/drawing/2014/main" id="{84909011-5591-4EE4-90C4-59E644F5DF04}"/>
              </a:ext>
            </a:extLst>
          </p:cNvPr>
          <p:cNvCxnSpPr>
            <a:cxnSpLocks/>
            <a:stCxn id="206" idx="2"/>
            <a:endCxn id="204" idx="1"/>
          </p:cNvCxnSpPr>
          <p:nvPr/>
        </p:nvCxnSpPr>
        <p:spPr>
          <a:xfrm rot="16200000" flipH="1">
            <a:off x="3863968" y="12697840"/>
            <a:ext cx="308926" cy="237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48364D4-2589-403B-A7F4-9083BC0DCF5D}"/>
              </a:ext>
            </a:extLst>
          </p:cNvPr>
          <p:cNvSpPr/>
          <p:nvPr/>
        </p:nvSpPr>
        <p:spPr>
          <a:xfrm>
            <a:off x="3825059" y="1257977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D8D7324-A5A2-43AA-8A70-01FFD756607B}"/>
              </a:ext>
            </a:extLst>
          </p:cNvPr>
          <p:cNvSpPr txBox="1"/>
          <p:nvPr/>
        </p:nvSpPr>
        <p:spPr>
          <a:xfrm>
            <a:off x="3777087" y="14204767"/>
            <a:ext cx="202935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kiservices.functions</a:t>
            </a:r>
            <a:endParaRPr lang="en-US" dirty="0"/>
          </a:p>
        </p:txBody>
      </p:sp>
      <p:cxnSp>
        <p:nvCxnSpPr>
          <p:cNvPr id="210" name="Elbow Connector 31">
            <a:extLst>
              <a:ext uri="{FF2B5EF4-FFF2-40B4-BE49-F238E27FC236}">
                <a16:creationId xmlns:a16="http://schemas.microsoft.com/office/drawing/2014/main" id="{9ECE98E4-7DEB-4525-9170-3F4B7A66EA23}"/>
              </a:ext>
            </a:extLst>
          </p:cNvPr>
          <p:cNvCxnSpPr>
            <a:cxnSpLocks/>
            <a:stCxn id="24" idx="2"/>
            <a:endCxn id="208" idx="1"/>
          </p:cNvCxnSpPr>
          <p:nvPr/>
        </p:nvCxnSpPr>
        <p:spPr>
          <a:xfrm rot="16200000" flipH="1">
            <a:off x="-2059966" y="8552379"/>
            <a:ext cx="11425079" cy="24902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6FD705CE-9B26-4009-9049-062F5A8DCC16}"/>
              </a:ext>
            </a:extLst>
          </p:cNvPr>
          <p:cNvSpPr txBox="1"/>
          <p:nvPr/>
        </p:nvSpPr>
        <p:spPr>
          <a:xfrm>
            <a:off x="7764155" y="1165118"/>
            <a:ext cx="230249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support.dfltSysMetrics</a:t>
            </a:r>
            <a:endParaRPr lang="en-US" dirty="0"/>
          </a:p>
        </p:txBody>
      </p:sp>
      <p:cxnSp>
        <p:nvCxnSpPr>
          <p:cNvPr id="212" name="Elbow Connector 63">
            <a:extLst>
              <a:ext uri="{FF2B5EF4-FFF2-40B4-BE49-F238E27FC236}">
                <a16:creationId xmlns:a16="http://schemas.microsoft.com/office/drawing/2014/main" id="{3BF7CD2C-48C8-4D84-95E6-107633059120}"/>
              </a:ext>
            </a:extLst>
          </p:cNvPr>
          <p:cNvCxnSpPr>
            <a:cxnSpLocks/>
            <a:stCxn id="53" idx="3"/>
            <a:endCxn id="211" idx="1"/>
          </p:cNvCxnSpPr>
          <p:nvPr/>
        </p:nvCxnSpPr>
        <p:spPr>
          <a:xfrm>
            <a:off x="3868550" y="862847"/>
            <a:ext cx="3895605" cy="486937"/>
          </a:xfrm>
          <a:prstGeom prst="bentConnector3">
            <a:avLst>
              <a:gd name="adj1" fmla="val 94891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0B80BD7E-9C2B-4362-8A07-905475A3A107}"/>
              </a:ext>
            </a:extLst>
          </p:cNvPr>
          <p:cNvSpPr txBox="1"/>
          <p:nvPr/>
        </p:nvSpPr>
        <p:spPr>
          <a:xfrm>
            <a:off x="4562157" y="18658015"/>
            <a:ext cx="16361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managementUI</a:t>
            </a:r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D81350C-9986-44A9-A04D-509FD288C57E}"/>
              </a:ext>
            </a:extLst>
          </p:cNvPr>
          <p:cNvSpPr txBox="1"/>
          <p:nvPr/>
        </p:nvSpPr>
        <p:spPr>
          <a:xfrm>
            <a:off x="4495158" y="18622161"/>
            <a:ext cx="556810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Angular</a:t>
            </a:r>
            <a:endParaRPr lang="en-DE" sz="12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705A9F2-59B1-4FAD-9399-6C1819B1C442}"/>
              </a:ext>
            </a:extLst>
          </p:cNvPr>
          <p:cNvSpPr txBox="1"/>
          <p:nvPr/>
        </p:nvSpPr>
        <p:spPr>
          <a:xfrm>
            <a:off x="9162798" y="12128347"/>
            <a:ext cx="10667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F863561-3C81-4F67-9CF1-65DAD77DBB4D}"/>
              </a:ext>
            </a:extLst>
          </p:cNvPr>
          <p:cNvSpPr txBox="1"/>
          <p:nvPr/>
        </p:nvSpPr>
        <p:spPr>
          <a:xfrm>
            <a:off x="9371343" y="12567916"/>
            <a:ext cx="15046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examples.vdw</a:t>
            </a:r>
            <a:endParaRPr 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C30C5FC-FF01-43E5-B1F8-98916EDA8FA2}"/>
              </a:ext>
            </a:extLst>
          </p:cNvPr>
          <p:cNvSpPr txBox="1"/>
          <p:nvPr/>
        </p:nvSpPr>
        <p:spPr>
          <a:xfrm>
            <a:off x="9432825" y="15937523"/>
            <a:ext cx="148188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examples.rtsa</a:t>
            </a:r>
            <a:endParaRPr lang="en-US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E49CACC-2FFE-4612-823F-E74BDBD5AE9E}"/>
              </a:ext>
            </a:extLst>
          </p:cNvPr>
          <p:cNvSpPr txBox="1"/>
          <p:nvPr/>
        </p:nvSpPr>
        <p:spPr>
          <a:xfrm>
            <a:off x="9382726" y="12993090"/>
            <a:ext cx="16758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examples.kodex</a:t>
            </a:r>
            <a:endParaRPr lang="en-US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C65A63D-6692-4F14-86F7-8713ED2A2042}"/>
              </a:ext>
            </a:extLst>
          </p:cNvPr>
          <p:cNvSpPr txBox="1"/>
          <p:nvPr/>
        </p:nvSpPr>
        <p:spPr>
          <a:xfrm>
            <a:off x="9386535" y="13398276"/>
            <a:ext cx="179286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examples.python</a:t>
            </a:r>
            <a:endParaRPr lang="en-US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EFA8F5D9-4082-45DE-8E64-4A0853E364E2}"/>
              </a:ext>
            </a:extLst>
          </p:cNvPr>
          <p:cNvSpPr/>
          <p:nvPr/>
        </p:nvSpPr>
        <p:spPr>
          <a:xfrm>
            <a:off x="9171604" y="12409354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Elbow Connector 31">
            <a:extLst>
              <a:ext uri="{FF2B5EF4-FFF2-40B4-BE49-F238E27FC236}">
                <a16:creationId xmlns:a16="http://schemas.microsoft.com/office/drawing/2014/main" id="{0A8A0794-DCDF-4A17-93F6-C41ECF6DC9E8}"/>
              </a:ext>
            </a:extLst>
          </p:cNvPr>
          <p:cNvCxnSpPr>
            <a:cxnSpLocks/>
            <a:stCxn id="221" idx="2"/>
            <a:endCxn id="217" idx="1"/>
          </p:cNvCxnSpPr>
          <p:nvPr/>
        </p:nvCxnSpPr>
        <p:spPr>
          <a:xfrm rot="16200000" flipH="1">
            <a:off x="9178345" y="12559584"/>
            <a:ext cx="260932" cy="12506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31">
            <a:extLst>
              <a:ext uri="{FF2B5EF4-FFF2-40B4-BE49-F238E27FC236}">
                <a16:creationId xmlns:a16="http://schemas.microsoft.com/office/drawing/2014/main" id="{44319B2F-B9CD-40CD-8CF3-D179615F9924}"/>
              </a:ext>
            </a:extLst>
          </p:cNvPr>
          <p:cNvCxnSpPr>
            <a:cxnSpLocks/>
            <a:stCxn id="221" idx="2"/>
            <a:endCxn id="218" idx="1"/>
          </p:cNvCxnSpPr>
          <p:nvPr/>
        </p:nvCxnSpPr>
        <p:spPr>
          <a:xfrm rot="16200000" flipH="1">
            <a:off x="7524283" y="14213646"/>
            <a:ext cx="3630539" cy="18654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lbow Connector 31">
            <a:extLst>
              <a:ext uri="{FF2B5EF4-FFF2-40B4-BE49-F238E27FC236}">
                <a16:creationId xmlns:a16="http://schemas.microsoft.com/office/drawing/2014/main" id="{2C28BB38-4DC1-4E12-966B-9324F578577B}"/>
              </a:ext>
            </a:extLst>
          </p:cNvPr>
          <p:cNvCxnSpPr>
            <a:cxnSpLocks/>
            <a:stCxn id="221" idx="2"/>
            <a:endCxn id="219" idx="1"/>
          </p:cNvCxnSpPr>
          <p:nvPr/>
        </p:nvCxnSpPr>
        <p:spPr>
          <a:xfrm rot="16200000" flipH="1">
            <a:off x="8971450" y="12766480"/>
            <a:ext cx="686106" cy="13644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lbow Connector 31">
            <a:extLst>
              <a:ext uri="{FF2B5EF4-FFF2-40B4-BE49-F238E27FC236}">
                <a16:creationId xmlns:a16="http://schemas.microsoft.com/office/drawing/2014/main" id="{A4CF9687-2FC9-43DA-9D80-2DCF464E7F7F}"/>
              </a:ext>
            </a:extLst>
          </p:cNvPr>
          <p:cNvCxnSpPr>
            <a:cxnSpLocks/>
            <a:stCxn id="221" idx="2"/>
            <a:endCxn id="220" idx="1"/>
          </p:cNvCxnSpPr>
          <p:nvPr/>
        </p:nvCxnSpPr>
        <p:spPr>
          <a:xfrm rot="16200000" flipH="1">
            <a:off x="8770761" y="12967168"/>
            <a:ext cx="1091292" cy="14025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Elbow Connector 31">
            <a:extLst>
              <a:ext uri="{FF2B5EF4-FFF2-40B4-BE49-F238E27FC236}">
                <a16:creationId xmlns:a16="http://schemas.microsoft.com/office/drawing/2014/main" id="{76E9F94C-6955-47AD-8C14-F1F3876E26F5}"/>
              </a:ext>
            </a:extLst>
          </p:cNvPr>
          <p:cNvCxnSpPr>
            <a:cxnSpLocks/>
            <a:stCxn id="216" idx="1"/>
            <a:endCxn id="146" idx="3"/>
          </p:cNvCxnSpPr>
          <p:nvPr/>
        </p:nvCxnSpPr>
        <p:spPr>
          <a:xfrm rot="10800000" flipV="1">
            <a:off x="6096056" y="12313012"/>
            <a:ext cx="3066743" cy="3664223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7638FFDF-42F2-4869-9CFA-58DE0C3F6F80}"/>
              </a:ext>
            </a:extLst>
          </p:cNvPr>
          <p:cNvSpPr txBox="1"/>
          <p:nvPr/>
        </p:nvSpPr>
        <p:spPr>
          <a:xfrm>
            <a:off x="9397173" y="13803126"/>
            <a:ext cx="22196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examples.pythonSync</a:t>
            </a:r>
            <a:endParaRPr lang="en-US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79A5EB2-A4BC-42CD-A1C9-82896F8624FB}"/>
              </a:ext>
            </a:extLst>
          </p:cNvPr>
          <p:cNvSpPr txBox="1"/>
          <p:nvPr/>
        </p:nvSpPr>
        <p:spPr>
          <a:xfrm>
            <a:off x="9398245" y="15086834"/>
            <a:ext cx="16646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examples.hm22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B1F5B59B-CB64-4073-AB19-6CB49C753F61}"/>
              </a:ext>
            </a:extLst>
          </p:cNvPr>
          <p:cNvSpPr txBox="1"/>
          <p:nvPr/>
        </p:nvSpPr>
        <p:spPr>
          <a:xfrm>
            <a:off x="9274324" y="1462078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cxnSp>
        <p:nvCxnSpPr>
          <p:cNvPr id="237" name="Elbow Connector 31">
            <a:extLst>
              <a:ext uri="{FF2B5EF4-FFF2-40B4-BE49-F238E27FC236}">
                <a16:creationId xmlns:a16="http://schemas.microsoft.com/office/drawing/2014/main" id="{2DEF95D4-1854-44B8-B665-7CDBD7A01BBD}"/>
              </a:ext>
            </a:extLst>
          </p:cNvPr>
          <p:cNvCxnSpPr>
            <a:cxnSpLocks/>
            <a:stCxn id="221" idx="2"/>
            <a:endCxn id="233" idx="1"/>
          </p:cNvCxnSpPr>
          <p:nvPr/>
        </p:nvCxnSpPr>
        <p:spPr>
          <a:xfrm rot="16200000" flipH="1">
            <a:off x="8573655" y="13164274"/>
            <a:ext cx="1496142" cy="1508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31">
            <a:extLst>
              <a:ext uri="{FF2B5EF4-FFF2-40B4-BE49-F238E27FC236}">
                <a16:creationId xmlns:a16="http://schemas.microsoft.com/office/drawing/2014/main" id="{A7947098-9E49-49B4-B45D-E2A357706B41}"/>
              </a:ext>
            </a:extLst>
          </p:cNvPr>
          <p:cNvCxnSpPr>
            <a:cxnSpLocks/>
            <a:stCxn id="221" idx="2"/>
            <a:endCxn id="234" idx="1"/>
          </p:cNvCxnSpPr>
          <p:nvPr/>
        </p:nvCxnSpPr>
        <p:spPr>
          <a:xfrm rot="16200000" flipH="1">
            <a:off x="7932337" y="13805592"/>
            <a:ext cx="2779850" cy="15196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A741A2E9-AD1A-4AC2-9754-F69218DF4FED}"/>
              </a:ext>
            </a:extLst>
          </p:cNvPr>
          <p:cNvSpPr txBox="1"/>
          <p:nvPr/>
        </p:nvSpPr>
        <p:spPr>
          <a:xfrm>
            <a:off x="9282274" y="1505149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B5D9852-8BA9-410D-9DC5-0BD7E12CFC5C}"/>
              </a:ext>
            </a:extLst>
          </p:cNvPr>
          <p:cNvSpPr txBox="1"/>
          <p:nvPr/>
        </p:nvSpPr>
        <p:spPr>
          <a:xfrm>
            <a:off x="9290080" y="1251305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647FE22A-027D-479A-9826-2FFA90D8A794}"/>
              </a:ext>
            </a:extLst>
          </p:cNvPr>
          <p:cNvSpPr txBox="1"/>
          <p:nvPr/>
        </p:nvSpPr>
        <p:spPr>
          <a:xfrm>
            <a:off x="9316850" y="1591241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79C2EB1-7777-4F98-93A3-C9A343AEDF51}"/>
              </a:ext>
            </a:extLst>
          </p:cNvPr>
          <p:cNvSpPr txBox="1"/>
          <p:nvPr/>
        </p:nvSpPr>
        <p:spPr>
          <a:xfrm>
            <a:off x="9295552" y="1297493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C5B5355-5F05-4D83-A6C4-5B53EC6F3025}"/>
              </a:ext>
            </a:extLst>
          </p:cNvPr>
          <p:cNvSpPr txBox="1"/>
          <p:nvPr/>
        </p:nvSpPr>
        <p:spPr>
          <a:xfrm>
            <a:off x="9296868" y="1337936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5DDD423-8F50-4E02-A49E-2529BCA9F2DD}"/>
              </a:ext>
            </a:extLst>
          </p:cNvPr>
          <p:cNvSpPr txBox="1"/>
          <p:nvPr/>
        </p:nvSpPr>
        <p:spPr>
          <a:xfrm>
            <a:off x="9082321" y="1207946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95CFC69-AD45-4491-A477-7F94099E55FC}"/>
              </a:ext>
            </a:extLst>
          </p:cNvPr>
          <p:cNvSpPr txBox="1"/>
          <p:nvPr/>
        </p:nvSpPr>
        <p:spPr>
          <a:xfrm>
            <a:off x="4279196" y="17716168"/>
            <a:ext cx="212250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configuration.maven</a:t>
            </a:r>
            <a:endParaRPr lang="en-US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796A2F5-B715-4799-8DE8-A1B775275483}"/>
              </a:ext>
            </a:extLst>
          </p:cNvPr>
          <p:cNvSpPr txBox="1"/>
          <p:nvPr/>
        </p:nvSpPr>
        <p:spPr>
          <a:xfrm>
            <a:off x="4218159" y="1766665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cxnSp>
        <p:nvCxnSpPr>
          <p:cNvPr id="247" name="Elbow Connector 31">
            <a:extLst>
              <a:ext uri="{FF2B5EF4-FFF2-40B4-BE49-F238E27FC236}">
                <a16:creationId xmlns:a16="http://schemas.microsoft.com/office/drawing/2014/main" id="{B6968FF0-F2F2-4D4F-AC2B-DAB77295847B}"/>
              </a:ext>
            </a:extLst>
          </p:cNvPr>
          <p:cNvCxnSpPr>
            <a:cxnSpLocks/>
            <a:endCxn id="245" idx="1"/>
          </p:cNvCxnSpPr>
          <p:nvPr/>
        </p:nvCxnSpPr>
        <p:spPr>
          <a:xfrm rot="16200000" flipH="1">
            <a:off x="3824377" y="17446014"/>
            <a:ext cx="722187" cy="18745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5A7F6C02-5830-4795-8B72-59C5CBAE6804}"/>
              </a:ext>
            </a:extLst>
          </p:cNvPr>
          <p:cNvSpPr txBox="1"/>
          <p:nvPr/>
        </p:nvSpPr>
        <p:spPr>
          <a:xfrm>
            <a:off x="10013981" y="4526481"/>
            <a:ext cx="173118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connectors.mqtt</a:t>
            </a:r>
            <a:endParaRPr lang="en-US" dirty="0"/>
          </a:p>
        </p:txBody>
      </p:sp>
      <p:cxnSp>
        <p:nvCxnSpPr>
          <p:cNvPr id="250" name="Elbow Connector 22">
            <a:extLst>
              <a:ext uri="{FF2B5EF4-FFF2-40B4-BE49-F238E27FC236}">
                <a16:creationId xmlns:a16="http://schemas.microsoft.com/office/drawing/2014/main" id="{AA3A2755-9302-439C-A24B-5BE8723376EA}"/>
              </a:ext>
            </a:extLst>
          </p:cNvPr>
          <p:cNvCxnSpPr>
            <a:cxnSpLocks/>
            <a:stCxn id="252" idx="2"/>
            <a:endCxn id="248" idx="1"/>
          </p:cNvCxnSpPr>
          <p:nvPr/>
        </p:nvCxnSpPr>
        <p:spPr>
          <a:xfrm rot="16200000" flipH="1">
            <a:off x="9620757" y="4317925"/>
            <a:ext cx="105566" cy="68087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2FCFCEE-52B2-4EA1-9551-8F8F577ECB8B}"/>
              </a:ext>
            </a:extLst>
          </p:cNvPr>
          <p:cNvSpPr/>
          <p:nvPr/>
        </p:nvSpPr>
        <p:spPr>
          <a:xfrm>
            <a:off x="9273665" y="4073962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C73B842-E546-4D08-8A20-9D784B465F56}"/>
              </a:ext>
            </a:extLst>
          </p:cNvPr>
          <p:cNvSpPr/>
          <p:nvPr/>
        </p:nvSpPr>
        <p:spPr>
          <a:xfrm>
            <a:off x="9258425" y="4523285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3" name="Elbow Connector 22">
            <a:extLst>
              <a:ext uri="{FF2B5EF4-FFF2-40B4-BE49-F238E27FC236}">
                <a16:creationId xmlns:a16="http://schemas.microsoft.com/office/drawing/2014/main" id="{2876F8B7-4D09-4A7B-8622-83BEBAC6A5E4}"/>
              </a:ext>
            </a:extLst>
          </p:cNvPr>
          <p:cNvCxnSpPr>
            <a:cxnSpLocks/>
            <a:stCxn id="251" idx="3"/>
            <a:endCxn id="248" idx="1"/>
          </p:cNvCxnSpPr>
          <p:nvPr/>
        </p:nvCxnSpPr>
        <p:spPr>
          <a:xfrm>
            <a:off x="9423017" y="4115112"/>
            <a:ext cx="590962" cy="596037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BDD66E75-F987-4B05-A933-08776D381472}"/>
              </a:ext>
            </a:extLst>
          </p:cNvPr>
          <p:cNvSpPr txBox="1"/>
          <p:nvPr/>
        </p:nvSpPr>
        <p:spPr>
          <a:xfrm>
            <a:off x="10004741" y="444208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C7EB1E7-FDB1-40BD-8375-0B6C8FFD5741}"/>
              </a:ext>
            </a:extLst>
          </p:cNvPr>
          <p:cNvSpPr txBox="1"/>
          <p:nvPr/>
        </p:nvSpPr>
        <p:spPr>
          <a:xfrm>
            <a:off x="7290738" y="465729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3F626E7-216B-4AA8-8A79-7F4BDFEC36D0}"/>
              </a:ext>
            </a:extLst>
          </p:cNvPr>
          <p:cNvSpPr txBox="1"/>
          <p:nvPr/>
        </p:nvSpPr>
        <p:spPr>
          <a:xfrm>
            <a:off x="7277644" y="419052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3969581-14A4-4F8E-A768-2C676742110D}"/>
              </a:ext>
            </a:extLst>
          </p:cNvPr>
          <p:cNvSpPr txBox="1"/>
          <p:nvPr/>
        </p:nvSpPr>
        <p:spPr>
          <a:xfrm>
            <a:off x="7277644" y="374213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ED9BF49-20D8-4263-9411-F4C954C68433}"/>
              </a:ext>
            </a:extLst>
          </p:cNvPr>
          <p:cNvSpPr txBox="1"/>
          <p:nvPr/>
        </p:nvSpPr>
        <p:spPr>
          <a:xfrm>
            <a:off x="6628675" y="1125699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A9E4C68-AAEF-4A91-8A92-C31315F4062B}"/>
              </a:ext>
            </a:extLst>
          </p:cNvPr>
          <p:cNvSpPr txBox="1"/>
          <p:nvPr/>
        </p:nvSpPr>
        <p:spPr>
          <a:xfrm>
            <a:off x="6621935" y="1176965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DEBAEDF-8DC8-4A14-A320-919686AE3882}"/>
              </a:ext>
            </a:extLst>
          </p:cNvPr>
          <p:cNvSpPr txBox="1"/>
          <p:nvPr/>
        </p:nvSpPr>
        <p:spPr>
          <a:xfrm>
            <a:off x="3651493" y="1084536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F27D3B1-84F8-4A1B-ADB4-DB0EAEDF26B7}"/>
              </a:ext>
            </a:extLst>
          </p:cNvPr>
          <p:cNvSpPr txBox="1"/>
          <p:nvPr/>
        </p:nvSpPr>
        <p:spPr>
          <a:xfrm>
            <a:off x="4007125" y="1132456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E5C81575-C8D7-427B-8319-3140280347BF}"/>
              </a:ext>
            </a:extLst>
          </p:cNvPr>
          <p:cNvSpPr txBox="1"/>
          <p:nvPr/>
        </p:nvSpPr>
        <p:spPr>
          <a:xfrm>
            <a:off x="3999523" y="1177796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331DB8D-E4E1-4554-B6D8-365FA0053366}"/>
              </a:ext>
            </a:extLst>
          </p:cNvPr>
          <p:cNvSpPr txBox="1"/>
          <p:nvPr/>
        </p:nvSpPr>
        <p:spPr>
          <a:xfrm>
            <a:off x="3640146" y="900130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0966CEF-6D3A-46B9-BCD8-8BB96D966AB1}"/>
              </a:ext>
            </a:extLst>
          </p:cNvPr>
          <p:cNvSpPr txBox="1"/>
          <p:nvPr/>
        </p:nvSpPr>
        <p:spPr>
          <a:xfrm>
            <a:off x="4032200" y="949695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AE3D33A8-D6FF-45A3-AE0C-EF30B2CB8A64}"/>
              </a:ext>
            </a:extLst>
          </p:cNvPr>
          <p:cNvSpPr txBox="1"/>
          <p:nvPr/>
        </p:nvSpPr>
        <p:spPr>
          <a:xfrm>
            <a:off x="4036406" y="1045695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269" name="Elbow Connector 31">
            <a:extLst>
              <a:ext uri="{FF2B5EF4-FFF2-40B4-BE49-F238E27FC236}">
                <a16:creationId xmlns:a16="http://schemas.microsoft.com/office/drawing/2014/main" id="{48917CE6-9092-47D6-8309-8D510716A29E}"/>
              </a:ext>
            </a:extLst>
          </p:cNvPr>
          <p:cNvCxnSpPr>
            <a:cxnSpLocks/>
            <a:stCxn id="24" idx="2"/>
            <a:endCxn id="192" idx="1"/>
          </p:cNvCxnSpPr>
          <p:nvPr/>
        </p:nvCxnSpPr>
        <p:spPr>
          <a:xfrm rot="16200000" flipH="1">
            <a:off x="-1593829" y="8086241"/>
            <a:ext cx="10482108" cy="2383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35FD2114-6EB3-40AF-8E89-AFA045A12ABA}"/>
              </a:ext>
            </a:extLst>
          </p:cNvPr>
          <p:cNvSpPr txBox="1"/>
          <p:nvPr/>
        </p:nvSpPr>
        <p:spPr>
          <a:xfrm>
            <a:off x="4081180" y="15122677"/>
            <a:ext cx="258474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kiservices.rapidminer.rtsa</a:t>
            </a:r>
            <a:endParaRPr lang="en-US" dirty="0"/>
          </a:p>
        </p:txBody>
      </p:sp>
      <p:cxnSp>
        <p:nvCxnSpPr>
          <p:cNvPr id="271" name="Elbow Connector 31">
            <a:extLst>
              <a:ext uri="{FF2B5EF4-FFF2-40B4-BE49-F238E27FC236}">
                <a16:creationId xmlns:a16="http://schemas.microsoft.com/office/drawing/2014/main" id="{7D71094C-6869-4903-82EB-F89DFD27139A}"/>
              </a:ext>
            </a:extLst>
          </p:cNvPr>
          <p:cNvCxnSpPr>
            <a:cxnSpLocks/>
            <a:stCxn id="61" idx="2"/>
            <a:endCxn id="288" idx="1"/>
          </p:cNvCxnSpPr>
          <p:nvPr/>
        </p:nvCxnSpPr>
        <p:spPr>
          <a:xfrm rot="16200000" flipH="1">
            <a:off x="-3646006" y="7412123"/>
            <a:ext cx="13797584" cy="106489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2736B5A0-F070-4E9F-ACB2-167AB103EA50}"/>
              </a:ext>
            </a:extLst>
          </p:cNvPr>
          <p:cNvSpPr txBox="1"/>
          <p:nvPr/>
        </p:nvSpPr>
        <p:spPr>
          <a:xfrm>
            <a:off x="3957356" y="1507068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9537870-F559-4B8E-899E-79203D7F67C9}"/>
              </a:ext>
            </a:extLst>
          </p:cNvPr>
          <p:cNvSpPr txBox="1"/>
          <p:nvPr/>
        </p:nvSpPr>
        <p:spPr>
          <a:xfrm>
            <a:off x="3684885" y="1410582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47DA20B-1BAA-4F80-AAE9-8EDD4BD2AC29}"/>
              </a:ext>
            </a:extLst>
          </p:cNvPr>
          <p:cNvSpPr txBox="1"/>
          <p:nvPr/>
        </p:nvSpPr>
        <p:spPr>
          <a:xfrm>
            <a:off x="6585508" y="15042708"/>
            <a:ext cx="149080" cy="1846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B418D73-910E-400C-9079-650AA46F2639}"/>
              </a:ext>
            </a:extLst>
          </p:cNvPr>
          <p:cNvSpPr txBox="1"/>
          <p:nvPr/>
        </p:nvSpPr>
        <p:spPr>
          <a:xfrm>
            <a:off x="8561623" y="10186510"/>
            <a:ext cx="149080" cy="1846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4E59D03-ECE2-4461-A7AC-1E948063DB4C}"/>
              </a:ext>
            </a:extLst>
          </p:cNvPr>
          <p:cNvSpPr txBox="1"/>
          <p:nvPr/>
        </p:nvSpPr>
        <p:spPr>
          <a:xfrm>
            <a:off x="9104807" y="10097207"/>
            <a:ext cx="3188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further JRE 8 required for execution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20361A01-5D41-4337-894A-3251D84DA11E}"/>
              </a:ext>
            </a:extLst>
          </p:cNvPr>
          <p:cNvSpPr txBox="1"/>
          <p:nvPr/>
        </p:nvSpPr>
        <p:spPr>
          <a:xfrm>
            <a:off x="3645187" y="1220130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ABBA623D-186A-4FD3-AABE-DA0055AC3259}"/>
              </a:ext>
            </a:extLst>
          </p:cNvPr>
          <p:cNvSpPr txBox="1"/>
          <p:nvPr/>
        </p:nvSpPr>
        <p:spPr>
          <a:xfrm>
            <a:off x="4063992" y="1271989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33D13D05-01EE-4487-8A9D-92D0CB744CE6}"/>
              </a:ext>
            </a:extLst>
          </p:cNvPr>
          <p:cNvSpPr txBox="1"/>
          <p:nvPr/>
        </p:nvSpPr>
        <p:spPr>
          <a:xfrm>
            <a:off x="4197317" y="1813121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BF5FF14B-794E-417F-A7C8-9D04E3FB7A5E}"/>
              </a:ext>
            </a:extLst>
          </p:cNvPr>
          <p:cNvSpPr txBox="1"/>
          <p:nvPr/>
        </p:nvSpPr>
        <p:spPr>
          <a:xfrm>
            <a:off x="1699538" y="-178313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FCA0A14-05D0-4433-944D-298ED82FADD1}"/>
              </a:ext>
            </a:extLst>
          </p:cNvPr>
          <p:cNvSpPr txBox="1"/>
          <p:nvPr/>
        </p:nvSpPr>
        <p:spPr>
          <a:xfrm>
            <a:off x="4011776" y="1367430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C56E4AAA-E07E-47B2-B297-E2D21E3F53B2}"/>
              </a:ext>
            </a:extLst>
          </p:cNvPr>
          <p:cNvSpPr txBox="1"/>
          <p:nvPr/>
        </p:nvSpPr>
        <p:spPr>
          <a:xfrm>
            <a:off x="8919086" y="9313916"/>
            <a:ext cx="197562" cy="1433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525EEA4-B342-4AD4-8434-29B688A05776}"/>
              </a:ext>
            </a:extLst>
          </p:cNvPr>
          <p:cNvSpPr txBox="1"/>
          <p:nvPr/>
        </p:nvSpPr>
        <p:spPr>
          <a:xfrm>
            <a:off x="9113396" y="9226224"/>
            <a:ext cx="2436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planned/not yet integrated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921D6C1-5975-4E68-BDF4-C3E45D98C51C}"/>
              </a:ext>
            </a:extLst>
          </p:cNvPr>
          <p:cNvSpPr txBox="1"/>
          <p:nvPr/>
        </p:nvSpPr>
        <p:spPr>
          <a:xfrm>
            <a:off x="3622482" y="757061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0F28A32-FB50-4A11-850B-0156E9B1D197}"/>
              </a:ext>
            </a:extLst>
          </p:cNvPr>
          <p:cNvSpPr txBox="1"/>
          <p:nvPr/>
        </p:nvSpPr>
        <p:spPr>
          <a:xfrm>
            <a:off x="3919136" y="806910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5747C9B4-C131-4295-9E78-24735D690DD8}"/>
              </a:ext>
            </a:extLst>
          </p:cNvPr>
          <p:cNvSpPr/>
          <p:nvPr/>
        </p:nvSpPr>
        <p:spPr>
          <a:xfrm>
            <a:off x="4034034" y="8391162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74543CA-CE6F-4CFC-A3B7-C62F3E610E58}"/>
              </a:ext>
            </a:extLst>
          </p:cNvPr>
          <p:cNvSpPr txBox="1"/>
          <p:nvPr/>
        </p:nvSpPr>
        <p:spPr>
          <a:xfrm>
            <a:off x="4181963" y="851396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8F29AEBD-BB32-4500-9F0C-BAED218E4182}"/>
              </a:ext>
            </a:extLst>
          </p:cNvPr>
          <p:cNvSpPr txBox="1"/>
          <p:nvPr/>
        </p:nvSpPr>
        <p:spPr>
          <a:xfrm>
            <a:off x="6299019" y="798974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DE9C71C-995F-46FA-B82C-F2D10BEF0380}"/>
              </a:ext>
            </a:extLst>
          </p:cNvPr>
          <p:cNvSpPr txBox="1"/>
          <p:nvPr/>
        </p:nvSpPr>
        <p:spPr>
          <a:xfrm>
            <a:off x="2508832" y="62335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50E90ADB-94CA-483C-8194-7692EC808B8B}"/>
              </a:ext>
            </a:extLst>
          </p:cNvPr>
          <p:cNvSpPr txBox="1"/>
          <p:nvPr/>
        </p:nvSpPr>
        <p:spPr>
          <a:xfrm>
            <a:off x="7677638" y="1094251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44BDECE-B48D-4EFB-9088-8DF42E5F22CB}"/>
              </a:ext>
            </a:extLst>
          </p:cNvPr>
          <p:cNvSpPr txBox="1"/>
          <p:nvPr/>
        </p:nvSpPr>
        <p:spPr>
          <a:xfrm>
            <a:off x="2771535" y="162804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65016E0-180B-4442-95CE-BE9E4EFC30D5}"/>
              </a:ext>
            </a:extLst>
          </p:cNvPr>
          <p:cNvSpPr txBox="1"/>
          <p:nvPr/>
        </p:nvSpPr>
        <p:spPr>
          <a:xfrm>
            <a:off x="3055685" y="208120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A4771720-A3E7-488F-B744-C8B1DDD7E242}"/>
              </a:ext>
            </a:extLst>
          </p:cNvPr>
          <p:cNvSpPr/>
          <p:nvPr/>
        </p:nvSpPr>
        <p:spPr>
          <a:xfrm>
            <a:off x="2914549" y="195667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3499EB16-B1D5-4F00-8199-3C525D53E733}"/>
              </a:ext>
            </a:extLst>
          </p:cNvPr>
          <p:cNvSpPr txBox="1"/>
          <p:nvPr/>
        </p:nvSpPr>
        <p:spPr>
          <a:xfrm>
            <a:off x="436028" y="1535712"/>
            <a:ext cx="229797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11</a:t>
            </a:r>
            <a:endParaRPr lang="en-DE" sz="12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EB03C00E-6404-4B20-9F3D-0F102594F8A8}"/>
              </a:ext>
            </a:extLst>
          </p:cNvPr>
          <p:cNvSpPr txBox="1"/>
          <p:nvPr/>
        </p:nvSpPr>
        <p:spPr>
          <a:xfrm>
            <a:off x="7762746" y="1581004"/>
            <a:ext cx="27039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support.sysMetrics.plcnext</a:t>
            </a:r>
            <a:endParaRPr lang="en-US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8BD71242-DE8A-4B52-B34A-2B3601225DD4}"/>
              </a:ext>
            </a:extLst>
          </p:cNvPr>
          <p:cNvSpPr txBox="1"/>
          <p:nvPr/>
        </p:nvSpPr>
        <p:spPr>
          <a:xfrm>
            <a:off x="7762746" y="683203"/>
            <a:ext cx="261751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support.semanticId.eclass</a:t>
            </a:r>
            <a:endParaRPr 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15DC33ED-0487-46DF-91D0-7ACEA912FF36}"/>
              </a:ext>
            </a:extLst>
          </p:cNvPr>
          <p:cNvSpPr txBox="1"/>
          <p:nvPr/>
        </p:nvSpPr>
        <p:spPr>
          <a:xfrm>
            <a:off x="7679005" y="155772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45F23EB6-E12D-4690-A65B-3261BB89336F}"/>
              </a:ext>
            </a:extLst>
          </p:cNvPr>
          <p:cNvSpPr txBox="1"/>
          <p:nvPr/>
        </p:nvSpPr>
        <p:spPr>
          <a:xfrm>
            <a:off x="7677637" y="64982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310" name="Elbow Connector 63">
            <a:extLst>
              <a:ext uri="{FF2B5EF4-FFF2-40B4-BE49-F238E27FC236}">
                <a16:creationId xmlns:a16="http://schemas.microsoft.com/office/drawing/2014/main" id="{661B2C42-E6C6-44E7-A4E5-C9920D8BF355}"/>
              </a:ext>
            </a:extLst>
          </p:cNvPr>
          <p:cNvCxnSpPr>
            <a:cxnSpLocks/>
            <a:stCxn id="53" idx="3"/>
            <a:endCxn id="302" idx="1"/>
          </p:cNvCxnSpPr>
          <p:nvPr/>
        </p:nvCxnSpPr>
        <p:spPr>
          <a:xfrm>
            <a:off x="3868550" y="862847"/>
            <a:ext cx="3894196" cy="902823"/>
          </a:xfrm>
          <a:prstGeom prst="bentConnector3">
            <a:avLst>
              <a:gd name="adj1" fmla="val 94908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Elbow Connector 63">
            <a:extLst>
              <a:ext uri="{FF2B5EF4-FFF2-40B4-BE49-F238E27FC236}">
                <a16:creationId xmlns:a16="http://schemas.microsoft.com/office/drawing/2014/main" id="{6741A28D-7A0D-416C-9193-CBF312824FE4}"/>
              </a:ext>
            </a:extLst>
          </p:cNvPr>
          <p:cNvCxnSpPr>
            <a:cxnSpLocks/>
            <a:stCxn id="53" idx="3"/>
            <a:endCxn id="303" idx="1"/>
          </p:cNvCxnSpPr>
          <p:nvPr/>
        </p:nvCxnSpPr>
        <p:spPr>
          <a:xfrm>
            <a:off x="3868550" y="862847"/>
            <a:ext cx="3894196" cy="5022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CD8F03F5-009A-4D56-A8AD-A3F778CD70A0}"/>
              </a:ext>
            </a:extLst>
          </p:cNvPr>
          <p:cNvSpPr txBox="1"/>
          <p:nvPr/>
        </p:nvSpPr>
        <p:spPr>
          <a:xfrm>
            <a:off x="9112552" y="9458945"/>
            <a:ext cx="1571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JDK driving force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DFB10890-7208-49F3-8349-E86B9BDBE6F0}"/>
              </a:ext>
            </a:extLst>
          </p:cNvPr>
          <p:cNvSpPr txBox="1"/>
          <p:nvPr/>
        </p:nvSpPr>
        <p:spPr>
          <a:xfrm>
            <a:off x="8521264" y="9503824"/>
            <a:ext cx="229797" cy="1846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55CB5249-CA1F-44A5-A6AB-19EF0EF9C491}"/>
              </a:ext>
            </a:extLst>
          </p:cNvPr>
          <p:cNvSpPr txBox="1"/>
          <p:nvPr/>
        </p:nvSpPr>
        <p:spPr>
          <a:xfrm>
            <a:off x="331859" y="347169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071FBED4-332B-4B57-B0F5-0E95FABB3085}"/>
              </a:ext>
            </a:extLst>
          </p:cNvPr>
          <p:cNvSpPr txBox="1"/>
          <p:nvPr/>
        </p:nvSpPr>
        <p:spPr>
          <a:xfrm>
            <a:off x="8556289" y="10591380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7FA23C3A-0BA3-4924-8B0C-C426787232CE}"/>
              </a:ext>
            </a:extLst>
          </p:cNvPr>
          <p:cNvSpPr txBox="1"/>
          <p:nvPr/>
        </p:nvSpPr>
        <p:spPr>
          <a:xfrm>
            <a:off x="9097881" y="10498369"/>
            <a:ext cx="3275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Python &gt;3.8 with basic dependencies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9DC6D17-93E9-4304-9AF7-7FE47EC54D97}"/>
              </a:ext>
            </a:extLst>
          </p:cNvPr>
          <p:cNvSpPr txBox="1"/>
          <p:nvPr/>
        </p:nvSpPr>
        <p:spPr>
          <a:xfrm>
            <a:off x="5724420" y="14194877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98062A5B-68C6-495C-865E-7E73CFD14BFC}"/>
              </a:ext>
            </a:extLst>
          </p:cNvPr>
          <p:cNvSpPr txBox="1"/>
          <p:nvPr/>
        </p:nvSpPr>
        <p:spPr>
          <a:xfrm>
            <a:off x="11097684" y="13332486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6B6BDF24-15FA-4213-AA57-236024C66681}"/>
              </a:ext>
            </a:extLst>
          </p:cNvPr>
          <p:cNvSpPr txBox="1"/>
          <p:nvPr/>
        </p:nvSpPr>
        <p:spPr>
          <a:xfrm>
            <a:off x="11543246" y="13684535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EB5686C7-6BF2-447A-9E38-703316FE3E56}"/>
              </a:ext>
            </a:extLst>
          </p:cNvPr>
          <p:cNvSpPr txBox="1"/>
          <p:nvPr/>
        </p:nvSpPr>
        <p:spPr>
          <a:xfrm>
            <a:off x="9389091" y="14648780"/>
            <a:ext cx="205652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examples.templates</a:t>
            </a:r>
            <a:endParaRPr lang="en-US" dirty="0"/>
          </a:p>
        </p:txBody>
      </p:sp>
      <p:cxnSp>
        <p:nvCxnSpPr>
          <p:cNvPr id="337" name="Elbow Connector 31">
            <a:extLst>
              <a:ext uri="{FF2B5EF4-FFF2-40B4-BE49-F238E27FC236}">
                <a16:creationId xmlns:a16="http://schemas.microsoft.com/office/drawing/2014/main" id="{3A93C156-060F-466F-AC10-F95622D91F01}"/>
              </a:ext>
            </a:extLst>
          </p:cNvPr>
          <p:cNvCxnSpPr>
            <a:cxnSpLocks/>
            <a:stCxn id="221" idx="2"/>
            <a:endCxn id="234" idx="1"/>
          </p:cNvCxnSpPr>
          <p:nvPr/>
        </p:nvCxnSpPr>
        <p:spPr>
          <a:xfrm rot="16200000" flipH="1">
            <a:off x="7932337" y="13805592"/>
            <a:ext cx="2779850" cy="15196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Elbow Connector 31">
            <a:extLst>
              <a:ext uri="{FF2B5EF4-FFF2-40B4-BE49-F238E27FC236}">
                <a16:creationId xmlns:a16="http://schemas.microsoft.com/office/drawing/2014/main" id="{CE052708-FC87-408E-8FBF-D9408E82B36F}"/>
              </a:ext>
            </a:extLst>
          </p:cNvPr>
          <p:cNvCxnSpPr>
            <a:cxnSpLocks/>
            <a:stCxn id="221" idx="2"/>
            <a:endCxn id="335" idx="1"/>
          </p:cNvCxnSpPr>
          <p:nvPr/>
        </p:nvCxnSpPr>
        <p:spPr>
          <a:xfrm rot="16200000" flipH="1">
            <a:off x="8146787" y="13591142"/>
            <a:ext cx="2341796" cy="14281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2565FC5F-0BF1-4C0F-B16C-19F43598D5EA}"/>
              </a:ext>
            </a:extLst>
          </p:cNvPr>
          <p:cNvSpPr txBox="1"/>
          <p:nvPr/>
        </p:nvSpPr>
        <p:spPr>
          <a:xfrm>
            <a:off x="9289366" y="1378429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9A2D39C-6A0B-4C94-8A48-943C0AFCEFA7}"/>
              </a:ext>
            </a:extLst>
          </p:cNvPr>
          <p:cNvSpPr txBox="1"/>
          <p:nvPr/>
        </p:nvSpPr>
        <p:spPr>
          <a:xfrm>
            <a:off x="11353006" y="14640494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E8D65A9-A965-4D65-AF76-A6E560FE6B52}"/>
              </a:ext>
            </a:extLst>
          </p:cNvPr>
          <p:cNvSpPr txBox="1"/>
          <p:nvPr/>
        </p:nvSpPr>
        <p:spPr>
          <a:xfrm>
            <a:off x="10968410" y="15059665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A6AF91DC-CCEC-4342-8B5B-1B224FB82D35}"/>
              </a:ext>
            </a:extLst>
          </p:cNvPr>
          <p:cNvSpPr txBox="1"/>
          <p:nvPr/>
        </p:nvSpPr>
        <p:spPr>
          <a:xfrm>
            <a:off x="1930542" y="-2660629"/>
            <a:ext cx="270266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tools.maven.dependencies</a:t>
            </a:r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0F0B595C-7956-45E2-B0C5-7F8575BB6ED6}"/>
              </a:ext>
            </a:extLst>
          </p:cNvPr>
          <p:cNvSpPr txBox="1"/>
          <p:nvPr/>
        </p:nvSpPr>
        <p:spPr>
          <a:xfrm>
            <a:off x="1928653" y="-2177514"/>
            <a:ext cx="20785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tools.maven.invoker</a:t>
            </a:r>
            <a:endParaRPr lang="en-US" dirty="0"/>
          </a:p>
        </p:txBody>
      </p:sp>
      <p:cxnSp>
        <p:nvCxnSpPr>
          <p:cNvPr id="355" name="Elbow Connector 63">
            <a:extLst>
              <a:ext uri="{FF2B5EF4-FFF2-40B4-BE49-F238E27FC236}">
                <a16:creationId xmlns:a16="http://schemas.microsoft.com/office/drawing/2014/main" id="{8B992CC8-7F31-47C9-9ABC-9A56CDB6DC40}"/>
              </a:ext>
            </a:extLst>
          </p:cNvPr>
          <p:cNvCxnSpPr>
            <a:cxnSpLocks/>
            <a:stCxn id="347" idx="2"/>
            <a:endCxn id="353" idx="1"/>
          </p:cNvCxnSpPr>
          <p:nvPr/>
        </p:nvCxnSpPr>
        <p:spPr>
          <a:xfrm rot="16200000" flipH="1">
            <a:off x="1686944" y="-2719562"/>
            <a:ext cx="344549" cy="14264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Elbow Connector 63">
            <a:extLst>
              <a:ext uri="{FF2B5EF4-FFF2-40B4-BE49-F238E27FC236}">
                <a16:creationId xmlns:a16="http://schemas.microsoft.com/office/drawing/2014/main" id="{F6CABCE6-DED7-458E-B478-40F85F974E5A}"/>
              </a:ext>
            </a:extLst>
          </p:cNvPr>
          <p:cNvCxnSpPr>
            <a:cxnSpLocks/>
            <a:stCxn id="347" idx="2"/>
            <a:endCxn id="354" idx="1"/>
          </p:cNvCxnSpPr>
          <p:nvPr/>
        </p:nvCxnSpPr>
        <p:spPr>
          <a:xfrm rot="16200000" flipH="1">
            <a:off x="1444441" y="-2477060"/>
            <a:ext cx="827664" cy="14075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TextBox 360">
            <a:extLst>
              <a:ext uri="{FF2B5EF4-FFF2-40B4-BE49-F238E27FC236}">
                <a16:creationId xmlns:a16="http://schemas.microsoft.com/office/drawing/2014/main" id="{201B2A1F-22FD-4409-944E-49329E65E578}"/>
              </a:ext>
            </a:extLst>
          </p:cNvPr>
          <p:cNvSpPr txBox="1"/>
          <p:nvPr/>
        </p:nvSpPr>
        <p:spPr>
          <a:xfrm>
            <a:off x="1815642" y="-2766690"/>
            <a:ext cx="229797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11</a:t>
            </a:r>
            <a:endParaRPr lang="en-DE" sz="120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661C37AE-14EC-4435-8098-204DF1B90153}"/>
              </a:ext>
            </a:extLst>
          </p:cNvPr>
          <p:cNvSpPr txBox="1"/>
          <p:nvPr/>
        </p:nvSpPr>
        <p:spPr>
          <a:xfrm>
            <a:off x="1832289" y="-2339941"/>
            <a:ext cx="229797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11</a:t>
            </a:r>
            <a:endParaRPr lang="en-DE" sz="12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72E16B0-BE87-48A6-817C-4E09BA07CFFA}"/>
              </a:ext>
            </a:extLst>
          </p:cNvPr>
          <p:cNvSpPr txBox="1"/>
          <p:nvPr/>
        </p:nvSpPr>
        <p:spPr>
          <a:xfrm>
            <a:off x="3324541" y="250897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01D58250-C46B-4BC3-8D95-546AC517172F}"/>
              </a:ext>
            </a:extLst>
          </p:cNvPr>
          <p:cNvSpPr txBox="1"/>
          <p:nvPr/>
        </p:nvSpPr>
        <p:spPr>
          <a:xfrm>
            <a:off x="3615117" y="3008633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44E23824-1162-4BC7-9CB3-EA0BD6FF96DF}"/>
              </a:ext>
            </a:extLst>
          </p:cNvPr>
          <p:cNvSpPr txBox="1"/>
          <p:nvPr/>
        </p:nvSpPr>
        <p:spPr>
          <a:xfrm>
            <a:off x="3622086" y="347177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AF4B25A-360B-47B6-B0FA-71FF7ED13CB0}"/>
              </a:ext>
            </a:extLst>
          </p:cNvPr>
          <p:cNvSpPr txBox="1"/>
          <p:nvPr/>
        </p:nvSpPr>
        <p:spPr>
          <a:xfrm>
            <a:off x="3608507" y="392604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A02D22EC-6591-4D69-9511-08BEF456DB13}"/>
              </a:ext>
            </a:extLst>
          </p:cNvPr>
          <p:cNvSpPr txBox="1"/>
          <p:nvPr/>
        </p:nvSpPr>
        <p:spPr>
          <a:xfrm>
            <a:off x="3619625" y="437414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C4D08725-5761-4572-ABD2-C2134F33F3A0}"/>
              </a:ext>
            </a:extLst>
          </p:cNvPr>
          <p:cNvSpPr txBox="1"/>
          <p:nvPr/>
        </p:nvSpPr>
        <p:spPr>
          <a:xfrm>
            <a:off x="3872389" y="482678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894DF2C-5557-4874-8E0F-09C2B1227D94}"/>
              </a:ext>
            </a:extLst>
          </p:cNvPr>
          <p:cNvSpPr txBox="1"/>
          <p:nvPr/>
        </p:nvSpPr>
        <p:spPr>
          <a:xfrm>
            <a:off x="3869240" y="532751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B9442CCC-041A-4359-905A-B8C142EF5084}"/>
              </a:ext>
            </a:extLst>
          </p:cNvPr>
          <p:cNvSpPr txBox="1"/>
          <p:nvPr/>
        </p:nvSpPr>
        <p:spPr>
          <a:xfrm>
            <a:off x="3873136" y="578193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956D11F-29E8-4C6D-92C3-CFE8C58A8F70}"/>
              </a:ext>
            </a:extLst>
          </p:cNvPr>
          <p:cNvSpPr txBox="1"/>
          <p:nvPr/>
        </p:nvSpPr>
        <p:spPr>
          <a:xfrm>
            <a:off x="3881442" y="624529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0659C98A-DA66-47D5-8A45-77F15C5E97CB}"/>
              </a:ext>
            </a:extLst>
          </p:cNvPr>
          <p:cNvSpPr txBox="1"/>
          <p:nvPr/>
        </p:nvSpPr>
        <p:spPr>
          <a:xfrm>
            <a:off x="3887811" y="668828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CF56DCF-72B7-434A-BF9B-C93C3E43F835}"/>
              </a:ext>
            </a:extLst>
          </p:cNvPr>
          <p:cNvSpPr txBox="1"/>
          <p:nvPr/>
        </p:nvSpPr>
        <p:spPr>
          <a:xfrm>
            <a:off x="4130627" y="10046239"/>
            <a:ext cx="15863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ecsRuntime.lxc</a:t>
            </a:r>
            <a:endParaRPr lang="en-US" dirty="0"/>
          </a:p>
        </p:txBody>
      </p:sp>
      <p:cxnSp>
        <p:nvCxnSpPr>
          <p:cNvPr id="282" name="Elbow Connector 31">
            <a:extLst>
              <a:ext uri="{FF2B5EF4-FFF2-40B4-BE49-F238E27FC236}">
                <a16:creationId xmlns:a16="http://schemas.microsoft.com/office/drawing/2014/main" id="{F08FFE8E-415A-4DFB-B6C0-28847D32CCE7}"/>
              </a:ext>
            </a:extLst>
          </p:cNvPr>
          <p:cNvCxnSpPr>
            <a:cxnSpLocks/>
            <a:stCxn id="85" idx="2"/>
            <a:endCxn id="260" idx="1"/>
          </p:cNvCxnSpPr>
          <p:nvPr/>
        </p:nvCxnSpPr>
        <p:spPr>
          <a:xfrm rot="16200000" flipH="1">
            <a:off x="3634932" y="9735210"/>
            <a:ext cx="790742" cy="20064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309F9624-D0A7-425B-9C2E-F567000B3F93}"/>
              </a:ext>
            </a:extLst>
          </p:cNvPr>
          <p:cNvSpPr txBox="1"/>
          <p:nvPr/>
        </p:nvSpPr>
        <p:spPr>
          <a:xfrm>
            <a:off x="4041876" y="997141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C7366101-D697-4127-809F-CAA634F5EC37}"/>
              </a:ext>
            </a:extLst>
          </p:cNvPr>
          <p:cNvSpPr txBox="1"/>
          <p:nvPr/>
        </p:nvSpPr>
        <p:spPr>
          <a:xfrm>
            <a:off x="3785234" y="14658697"/>
            <a:ext cx="29717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kiservices.rapidminer.rtsaFake</a:t>
            </a:r>
            <a:endParaRPr lang="en-US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354469D-7684-445F-8C90-9416FBEBBD63}"/>
              </a:ext>
            </a:extLst>
          </p:cNvPr>
          <p:cNvSpPr txBox="1"/>
          <p:nvPr/>
        </p:nvSpPr>
        <p:spPr>
          <a:xfrm>
            <a:off x="3743484" y="14614425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3160019B-4542-446B-A784-4927E5C3EDF5}"/>
              </a:ext>
            </a:extLst>
          </p:cNvPr>
          <p:cNvSpPr/>
          <p:nvPr/>
        </p:nvSpPr>
        <p:spPr>
          <a:xfrm>
            <a:off x="3793874" y="1494630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4" name="Elbow Connector 31">
            <a:extLst>
              <a:ext uri="{FF2B5EF4-FFF2-40B4-BE49-F238E27FC236}">
                <a16:creationId xmlns:a16="http://schemas.microsoft.com/office/drawing/2014/main" id="{5C585E53-930E-4857-8F9B-2B8FEC382F31}"/>
              </a:ext>
            </a:extLst>
          </p:cNvPr>
          <p:cNvCxnSpPr>
            <a:cxnSpLocks/>
            <a:stCxn id="300" idx="2"/>
            <a:endCxn id="270" idx="1"/>
          </p:cNvCxnSpPr>
          <p:nvPr/>
        </p:nvCxnSpPr>
        <p:spPr>
          <a:xfrm rot="16200000" flipH="1">
            <a:off x="3835492" y="15061654"/>
            <a:ext cx="278747" cy="21263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A82AD9E9-56A1-4A27-80F4-2618CF0F4736}"/>
              </a:ext>
            </a:extLst>
          </p:cNvPr>
          <p:cNvSpPr txBox="1"/>
          <p:nvPr/>
        </p:nvSpPr>
        <p:spPr>
          <a:xfrm>
            <a:off x="6885854" y="15126330"/>
            <a:ext cx="639825" cy="369332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noAutofit/>
          </a:bodyPr>
          <a:lstStyle/>
          <a:p>
            <a:r>
              <a:rPr lang="en-US" dirty="0"/>
              <a:t>RTSA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EDFC7423-BD5A-4897-A44D-33F2B5059EB9}"/>
              </a:ext>
            </a:extLst>
          </p:cNvPr>
          <p:cNvSpPr txBox="1"/>
          <p:nvPr/>
        </p:nvSpPr>
        <p:spPr>
          <a:xfrm>
            <a:off x="6837037" y="15030050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cxnSp>
        <p:nvCxnSpPr>
          <p:cNvPr id="307" name="Elbow Connector 83">
            <a:extLst>
              <a:ext uri="{FF2B5EF4-FFF2-40B4-BE49-F238E27FC236}">
                <a16:creationId xmlns:a16="http://schemas.microsoft.com/office/drawing/2014/main" id="{D1C89DB7-138C-4B22-AA6C-600121816D8B}"/>
              </a:ext>
            </a:extLst>
          </p:cNvPr>
          <p:cNvCxnSpPr>
            <a:cxnSpLocks/>
            <a:stCxn id="270" idx="3"/>
            <a:endCxn id="305" idx="1"/>
          </p:cNvCxnSpPr>
          <p:nvPr/>
        </p:nvCxnSpPr>
        <p:spPr>
          <a:xfrm>
            <a:off x="6665926" y="15307343"/>
            <a:ext cx="219928" cy="3653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">
            <a:extLst>
              <a:ext uri="{FF2B5EF4-FFF2-40B4-BE49-F238E27FC236}">
                <a16:creationId xmlns:a16="http://schemas.microsoft.com/office/drawing/2014/main" id="{7DC07818-B80C-4A80-AA5A-C822A90E52A4}"/>
              </a:ext>
            </a:extLst>
          </p:cNvPr>
          <p:cNvCxnSpPr>
            <a:cxnSpLocks/>
            <a:stCxn id="488" idx="2"/>
            <a:endCxn id="218" idx="1"/>
          </p:cNvCxnSpPr>
          <p:nvPr/>
        </p:nvCxnSpPr>
        <p:spPr>
          <a:xfrm rot="16200000" flipH="1">
            <a:off x="7686967" y="14376330"/>
            <a:ext cx="626919" cy="286479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Rectangle 313">
            <a:extLst>
              <a:ext uri="{FF2B5EF4-FFF2-40B4-BE49-F238E27FC236}">
                <a16:creationId xmlns:a16="http://schemas.microsoft.com/office/drawing/2014/main" id="{09F42942-5D76-446E-906D-F28585450B72}"/>
              </a:ext>
            </a:extLst>
          </p:cNvPr>
          <p:cNvSpPr/>
          <p:nvPr/>
        </p:nvSpPr>
        <p:spPr>
          <a:xfrm>
            <a:off x="3779820" y="1608107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5" name="Elbow Connector 31">
            <a:extLst>
              <a:ext uri="{FF2B5EF4-FFF2-40B4-BE49-F238E27FC236}">
                <a16:creationId xmlns:a16="http://schemas.microsoft.com/office/drawing/2014/main" id="{1C6F9DC1-D720-4C8A-AFBB-A3302053734E}"/>
              </a:ext>
            </a:extLst>
          </p:cNvPr>
          <p:cNvCxnSpPr>
            <a:cxnSpLocks/>
            <a:stCxn id="352" idx="2"/>
            <a:endCxn id="214" idx="1"/>
          </p:cNvCxnSpPr>
          <p:nvPr/>
        </p:nvCxnSpPr>
        <p:spPr>
          <a:xfrm rot="16200000" flipH="1">
            <a:off x="4315534" y="18596058"/>
            <a:ext cx="304862" cy="18838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>
            <a:extLst>
              <a:ext uri="{FF2B5EF4-FFF2-40B4-BE49-F238E27FC236}">
                <a16:creationId xmlns:a16="http://schemas.microsoft.com/office/drawing/2014/main" id="{E1DB0525-DEAC-41E1-A198-C8CACB5CEA39}"/>
              </a:ext>
            </a:extLst>
          </p:cNvPr>
          <p:cNvSpPr txBox="1"/>
          <p:nvPr/>
        </p:nvSpPr>
        <p:spPr>
          <a:xfrm>
            <a:off x="9097881" y="10285312"/>
            <a:ext cx="3070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JDK 8 compilation/testing required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66FA3EF-F8C5-49FA-A4A7-3B08289AF83F}"/>
              </a:ext>
            </a:extLst>
          </p:cNvPr>
          <p:cNvSpPr txBox="1"/>
          <p:nvPr/>
        </p:nvSpPr>
        <p:spPr>
          <a:xfrm>
            <a:off x="8555125" y="10379462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FEAFDC52-877B-4C52-8A1C-9648E6CF993E}"/>
              </a:ext>
            </a:extLst>
          </p:cNvPr>
          <p:cNvSpPr txBox="1"/>
          <p:nvPr/>
        </p:nvSpPr>
        <p:spPr>
          <a:xfrm>
            <a:off x="2101010" y="-313698"/>
            <a:ext cx="143500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support</a:t>
            </a:r>
            <a:r>
              <a:rPr lang="en-US" err="1"/>
              <a:t>.</a:t>
            </a:r>
            <a:r>
              <a:rPr lang="en-US"/>
              <a:t>boot</a:t>
            </a:r>
            <a:endParaRPr lang="en-US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27EDDD2-519D-4212-AF38-0C57B79D7373}"/>
              </a:ext>
            </a:extLst>
          </p:cNvPr>
          <p:cNvSpPr/>
          <p:nvPr/>
        </p:nvSpPr>
        <p:spPr>
          <a:xfrm>
            <a:off x="1897929" y="-863214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2" name="Elbow Connector 140">
            <a:extLst>
              <a:ext uri="{FF2B5EF4-FFF2-40B4-BE49-F238E27FC236}">
                <a16:creationId xmlns:a16="http://schemas.microsoft.com/office/drawing/2014/main" id="{B6488237-FC4A-4E15-91BC-FFE7ED4E05F8}"/>
              </a:ext>
            </a:extLst>
          </p:cNvPr>
          <p:cNvCxnSpPr>
            <a:cxnSpLocks/>
            <a:stCxn id="18" idx="2"/>
            <a:endCxn id="291" idx="1"/>
          </p:cNvCxnSpPr>
          <p:nvPr/>
        </p:nvCxnSpPr>
        <p:spPr>
          <a:xfrm rot="16200000" flipH="1">
            <a:off x="1417546" y="-812496"/>
            <a:ext cx="1199572" cy="16735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27D403D0-19BD-4D3B-81D6-4F94AE007FF5}"/>
              </a:ext>
            </a:extLst>
          </p:cNvPr>
          <p:cNvSpPr txBox="1"/>
          <p:nvPr/>
        </p:nvSpPr>
        <p:spPr>
          <a:xfrm>
            <a:off x="1656758" y="-3201787"/>
            <a:ext cx="205985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tools.maven.python</a:t>
            </a:r>
            <a:endParaRPr lang="en-US" dirty="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E582768-3138-44EC-A14E-60CAF010F048}"/>
              </a:ext>
            </a:extLst>
          </p:cNvPr>
          <p:cNvSpPr txBox="1"/>
          <p:nvPr/>
        </p:nvSpPr>
        <p:spPr>
          <a:xfrm>
            <a:off x="3619067" y="-3232035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6D58A30E-F163-4277-A29E-DF55F2D16DAF}"/>
              </a:ext>
            </a:extLst>
          </p:cNvPr>
          <p:cNvSpPr txBox="1"/>
          <p:nvPr/>
        </p:nvSpPr>
        <p:spPr>
          <a:xfrm>
            <a:off x="2046193" y="-359334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FA08085-7703-4ACF-BA0E-930827C6584E}"/>
              </a:ext>
            </a:extLst>
          </p:cNvPr>
          <p:cNvSpPr txBox="1"/>
          <p:nvPr/>
        </p:nvSpPr>
        <p:spPr>
          <a:xfrm>
            <a:off x="1595064" y="-3295765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cxnSp>
        <p:nvCxnSpPr>
          <p:cNvPr id="341" name="Elbow Connector 63">
            <a:extLst>
              <a:ext uri="{FF2B5EF4-FFF2-40B4-BE49-F238E27FC236}">
                <a16:creationId xmlns:a16="http://schemas.microsoft.com/office/drawing/2014/main" id="{43E9133F-BE77-4698-BA81-C8934CB383B8}"/>
              </a:ext>
            </a:extLst>
          </p:cNvPr>
          <p:cNvCxnSpPr>
            <a:cxnSpLocks/>
            <a:stCxn id="326" idx="1"/>
            <a:endCxn id="136" idx="1"/>
          </p:cNvCxnSpPr>
          <p:nvPr/>
        </p:nvCxnSpPr>
        <p:spPr>
          <a:xfrm rot="10800000" flipH="1" flipV="1">
            <a:off x="1656757" y="-3017122"/>
            <a:ext cx="202459" cy="1492799"/>
          </a:xfrm>
          <a:prstGeom prst="bentConnector3">
            <a:avLst>
              <a:gd name="adj1" fmla="val -11291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Elbow Connector 31">
            <a:extLst>
              <a:ext uri="{FF2B5EF4-FFF2-40B4-BE49-F238E27FC236}">
                <a16:creationId xmlns:a16="http://schemas.microsoft.com/office/drawing/2014/main" id="{A6FFF40B-8A87-4734-9E46-D2E0D7B44850}"/>
              </a:ext>
            </a:extLst>
          </p:cNvPr>
          <p:cNvCxnSpPr>
            <a:cxnSpLocks/>
            <a:stCxn id="151" idx="2"/>
            <a:endCxn id="143" idx="3"/>
          </p:cNvCxnSpPr>
          <p:nvPr/>
        </p:nvCxnSpPr>
        <p:spPr>
          <a:xfrm rot="5400000">
            <a:off x="6627057" y="7609494"/>
            <a:ext cx="340527" cy="195909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Elbow Connector 31">
            <a:extLst>
              <a:ext uri="{FF2B5EF4-FFF2-40B4-BE49-F238E27FC236}">
                <a16:creationId xmlns:a16="http://schemas.microsoft.com/office/drawing/2014/main" id="{9C06A7FE-6555-43FE-A6F9-4D41B8A8B242}"/>
              </a:ext>
            </a:extLst>
          </p:cNvPr>
          <p:cNvCxnSpPr>
            <a:cxnSpLocks/>
            <a:stCxn id="66" idx="1"/>
            <a:endCxn id="270" idx="1"/>
          </p:cNvCxnSpPr>
          <p:nvPr/>
        </p:nvCxnSpPr>
        <p:spPr>
          <a:xfrm rot="10800000" flipH="1" flipV="1">
            <a:off x="3705368" y="7823337"/>
            <a:ext cx="375811" cy="7484006"/>
          </a:xfrm>
          <a:prstGeom prst="bentConnector3">
            <a:avLst>
              <a:gd name="adj1" fmla="val -60828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Elbow Connector 63">
            <a:extLst>
              <a:ext uri="{FF2B5EF4-FFF2-40B4-BE49-F238E27FC236}">
                <a16:creationId xmlns:a16="http://schemas.microsoft.com/office/drawing/2014/main" id="{9AFFD083-0E1A-4997-B8F4-4638B1715058}"/>
              </a:ext>
            </a:extLst>
          </p:cNvPr>
          <p:cNvCxnSpPr>
            <a:cxnSpLocks/>
            <a:stCxn id="460" idx="3"/>
            <a:endCxn id="291" idx="3"/>
          </p:cNvCxnSpPr>
          <p:nvPr/>
        </p:nvCxnSpPr>
        <p:spPr>
          <a:xfrm>
            <a:off x="2589914" y="-3538836"/>
            <a:ext cx="946104" cy="3409804"/>
          </a:xfrm>
          <a:prstGeom prst="bentConnector3">
            <a:avLst>
              <a:gd name="adj1" fmla="val 27844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FC432415-553C-48C6-BAB6-2E7457A84765}"/>
              </a:ext>
            </a:extLst>
          </p:cNvPr>
          <p:cNvSpPr txBox="1"/>
          <p:nvPr/>
        </p:nvSpPr>
        <p:spPr>
          <a:xfrm>
            <a:off x="4263892" y="17241804"/>
            <a:ext cx="242822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configuration.defaultLib</a:t>
            </a:r>
            <a:endParaRPr lang="en-US" dirty="0"/>
          </a:p>
        </p:txBody>
      </p:sp>
      <p:cxnSp>
        <p:nvCxnSpPr>
          <p:cNvPr id="336" name="Elbow Connector 31">
            <a:extLst>
              <a:ext uri="{FF2B5EF4-FFF2-40B4-BE49-F238E27FC236}">
                <a16:creationId xmlns:a16="http://schemas.microsoft.com/office/drawing/2014/main" id="{CFC41424-23FD-438A-8A51-99CD2E4C3E4F}"/>
              </a:ext>
            </a:extLst>
          </p:cNvPr>
          <p:cNvCxnSpPr>
            <a:cxnSpLocks/>
            <a:endCxn id="331" idx="1"/>
          </p:cNvCxnSpPr>
          <p:nvPr/>
        </p:nvCxnSpPr>
        <p:spPr>
          <a:xfrm rot="16200000" flipH="1">
            <a:off x="4053907" y="17216484"/>
            <a:ext cx="247823" cy="17214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A28F17D-AD75-4033-B124-98B44E5C9445}"/>
              </a:ext>
            </a:extLst>
          </p:cNvPr>
          <p:cNvSpPr/>
          <p:nvPr/>
        </p:nvSpPr>
        <p:spPr>
          <a:xfrm>
            <a:off x="1713218" y="-290280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02081800-5CF5-4FCD-8ABB-C3754C02CC11}"/>
              </a:ext>
            </a:extLst>
          </p:cNvPr>
          <p:cNvSpPr txBox="1"/>
          <p:nvPr/>
        </p:nvSpPr>
        <p:spPr>
          <a:xfrm>
            <a:off x="4218159" y="17209911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5ECB279-035C-45E5-9A35-544B5810041E}"/>
              </a:ext>
            </a:extLst>
          </p:cNvPr>
          <p:cNvSpPr/>
          <p:nvPr/>
        </p:nvSpPr>
        <p:spPr>
          <a:xfrm>
            <a:off x="4283819" y="1799628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E257803-D52B-4489-BE19-BB6C3659547A}"/>
              </a:ext>
            </a:extLst>
          </p:cNvPr>
          <p:cNvSpPr/>
          <p:nvPr/>
        </p:nvSpPr>
        <p:spPr>
          <a:xfrm>
            <a:off x="4545469" y="1894699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4E7ED94-F0D5-4BBB-961D-2B553018F243}"/>
              </a:ext>
            </a:extLst>
          </p:cNvPr>
          <p:cNvSpPr txBox="1"/>
          <p:nvPr/>
        </p:nvSpPr>
        <p:spPr>
          <a:xfrm>
            <a:off x="4741451" y="1907953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E52DC75-5455-4A02-9CD7-4CFFD544DBC9}"/>
              </a:ext>
            </a:extLst>
          </p:cNvPr>
          <p:cNvSpPr/>
          <p:nvPr/>
        </p:nvSpPr>
        <p:spPr>
          <a:xfrm>
            <a:off x="2966938" y="17680442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438F259B-D3C0-4F3C-AEF6-ED865A3C8B8C}"/>
              </a:ext>
            </a:extLst>
          </p:cNvPr>
          <p:cNvSpPr/>
          <p:nvPr/>
        </p:nvSpPr>
        <p:spPr>
          <a:xfrm>
            <a:off x="4299098" y="18455523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F9355F5-A467-47CE-AA45-C39CE434C7DA}"/>
              </a:ext>
            </a:extLst>
          </p:cNvPr>
          <p:cNvSpPr txBox="1"/>
          <p:nvPr/>
        </p:nvSpPr>
        <p:spPr>
          <a:xfrm>
            <a:off x="9392567" y="15512625"/>
            <a:ext cx="17800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examples.emo23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534BBF77-0954-4CC2-94DC-4A37B46A6C51}"/>
              </a:ext>
            </a:extLst>
          </p:cNvPr>
          <p:cNvSpPr txBox="1"/>
          <p:nvPr/>
        </p:nvSpPr>
        <p:spPr>
          <a:xfrm>
            <a:off x="9276596" y="1547728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795CDA3C-2113-488C-AA4D-E0A1F2F87D49}"/>
              </a:ext>
            </a:extLst>
          </p:cNvPr>
          <p:cNvSpPr txBox="1"/>
          <p:nvPr/>
        </p:nvSpPr>
        <p:spPr>
          <a:xfrm>
            <a:off x="11084028" y="15485456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cxnSp>
        <p:nvCxnSpPr>
          <p:cNvPr id="360" name="Elbow Connector 31">
            <a:extLst>
              <a:ext uri="{FF2B5EF4-FFF2-40B4-BE49-F238E27FC236}">
                <a16:creationId xmlns:a16="http://schemas.microsoft.com/office/drawing/2014/main" id="{1BB4A59F-0FF0-4001-840C-3A8431921767}"/>
              </a:ext>
            </a:extLst>
          </p:cNvPr>
          <p:cNvCxnSpPr>
            <a:cxnSpLocks/>
            <a:stCxn id="221" idx="2"/>
            <a:endCxn id="356" idx="1"/>
          </p:cNvCxnSpPr>
          <p:nvPr/>
        </p:nvCxnSpPr>
        <p:spPr>
          <a:xfrm rot="16200000" flipH="1">
            <a:off x="7716603" y="14021326"/>
            <a:ext cx="3205641" cy="14628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0BD96AED-2CBA-456B-8F68-1B36D5289753}"/>
              </a:ext>
            </a:extLst>
          </p:cNvPr>
          <p:cNvSpPr txBox="1"/>
          <p:nvPr/>
        </p:nvSpPr>
        <p:spPr>
          <a:xfrm>
            <a:off x="7368127" y="5211039"/>
            <a:ext cx="24509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connectors.modbustcpv1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3EA50D23-3230-4780-A4FE-24FA274E019F}"/>
              </a:ext>
            </a:extLst>
          </p:cNvPr>
          <p:cNvSpPr txBox="1"/>
          <p:nvPr/>
        </p:nvSpPr>
        <p:spPr>
          <a:xfrm>
            <a:off x="7366419" y="5634069"/>
            <a:ext cx="23081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connectors.influx</a:t>
            </a:r>
            <a:endParaRPr lang="en-US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011B1D00-4916-4461-90BE-D1FDF99B86EC}"/>
              </a:ext>
            </a:extLst>
          </p:cNvPr>
          <p:cNvSpPr txBox="1"/>
          <p:nvPr/>
        </p:nvSpPr>
        <p:spPr>
          <a:xfrm>
            <a:off x="7298334" y="5188251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B8BA2641-F219-415A-B235-5A5C43F6385C}"/>
              </a:ext>
            </a:extLst>
          </p:cNvPr>
          <p:cNvSpPr txBox="1"/>
          <p:nvPr/>
        </p:nvSpPr>
        <p:spPr>
          <a:xfrm>
            <a:off x="7290798" y="562432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377" name="Elbow Connector 22">
            <a:extLst>
              <a:ext uri="{FF2B5EF4-FFF2-40B4-BE49-F238E27FC236}">
                <a16:creationId xmlns:a16="http://schemas.microsoft.com/office/drawing/2014/main" id="{02869593-4CA7-4E86-81D9-BCF5FDDEE5D5}"/>
              </a:ext>
            </a:extLst>
          </p:cNvPr>
          <p:cNvCxnSpPr>
            <a:cxnSpLocks/>
            <a:stCxn id="15" idx="2"/>
            <a:endCxn id="373" idx="3"/>
          </p:cNvCxnSpPr>
          <p:nvPr/>
        </p:nvCxnSpPr>
        <p:spPr>
          <a:xfrm rot="5400000">
            <a:off x="8775802" y="4277738"/>
            <a:ext cx="2161258" cy="7467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Elbow Connector 22">
            <a:extLst>
              <a:ext uri="{FF2B5EF4-FFF2-40B4-BE49-F238E27FC236}">
                <a16:creationId xmlns:a16="http://schemas.microsoft.com/office/drawing/2014/main" id="{DF1751EE-64F1-4731-844D-8D12BC5C13B2}"/>
              </a:ext>
            </a:extLst>
          </p:cNvPr>
          <p:cNvCxnSpPr>
            <a:cxnSpLocks/>
            <a:stCxn id="15" idx="2"/>
            <a:endCxn id="374" idx="3"/>
          </p:cNvCxnSpPr>
          <p:nvPr/>
        </p:nvCxnSpPr>
        <p:spPr>
          <a:xfrm rot="5400000">
            <a:off x="8492006" y="4416974"/>
            <a:ext cx="2584288" cy="21923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TextBox 378">
            <a:extLst>
              <a:ext uri="{FF2B5EF4-FFF2-40B4-BE49-F238E27FC236}">
                <a16:creationId xmlns:a16="http://schemas.microsoft.com/office/drawing/2014/main" id="{A312455E-CA20-4972-8BFA-98E903B44D22}"/>
              </a:ext>
            </a:extLst>
          </p:cNvPr>
          <p:cNvSpPr txBox="1"/>
          <p:nvPr/>
        </p:nvSpPr>
        <p:spPr>
          <a:xfrm>
            <a:off x="9432824" y="16383668"/>
            <a:ext cx="21977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examples.modbusTcp</a:t>
            </a:r>
            <a:endParaRPr lang="en-US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0294FAF8-0BD8-43DE-BE0E-67449040584E}"/>
              </a:ext>
            </a:extLst>
          </p:cNvPr>
          <p:cNvSpPr txBox="1"/>
          <p:nvPr/>
        </p:nvSpPr>
        <p:spPr>
          <a:xfrm>
            <a:off x="9339552" y="1633165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cxnSp>
        <p:nvCxnSpPr>
          <p:cNvPr id="381" name="Elbow Connector 31">
            <a:extLst>
              <a:ext uri="{FF2B5EF4-FFF2-40B4-BE49-F238E27FC236}">
                <a16:creationId xmlns:a16="http://schemas.microsoft.com/office/drawing/2014/main" id="{8309C4FA-5D99-422D-B171-19E2DF2C7985}"/>
              </a:ext>
            </a:extLst>
          </p:cNvPr>
          <p:cNvCxnSpPr>
            <a:cxnSpLocks/>
            <a:stCxn id="221" idx="2"/>
            <a:endCxn id="379" idx="1"/>
          </p:cNvCxnSpPr>
          <p:nvPr/>
        </p:nvCxnSpPr>
        <p:spPr>
          <a:xfrm rot="16200000" flipH="1">
            <a:off x="7301210" y="14436720"/>
            <a:ext cx="4076684" cy="18654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>
            <a:extLst>
              <a:ext uri="{FF2B5EF4-FFF2-40B4-BE49-F238E27FC236}">
                <a16:creationId xmlns:a16="http://schemas.microsoft.com/office/drawing/2014/main" id="{5CF49204-863A-4004-BE7A-AC6C0CAC264E}"/>
              </a:ext>
            </a:extLst>
          </p:cNvPr>
          <p:cNvSpPr txBox="1"/>
          <p:nvPr/>
        </p:nvSpPr>
        <p:spPr>
          <a:xfrm>
            <a:off x="633388" y="3973611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E6B1B785-7248-459D-A113-87847AE55841}"/>
              </a:ext>
            </a:extLst>
          </p:cNvPr>
          <p:cNvSpPr txBox="1"/>
          <p:nvPr/>
        </p:nvSpPr>
        <p:spPr>
          <a:xfrm>
            <a:off x="758985" y="439878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8BC0685E-011A-4219-AF90-4650DE8F70FC}"/>
              </a:ext>
            </a:extLst>
          </p:cNvPr>
          <p:cNvSpPr txBox="1"/>
          <p:nvPr/>
        </p:nvSpPr>
        <p:spPr>
          <a:xfrm>
            <a:off x="7054563" y="16184050"/>
            <a:ext cx="229797" cy="1846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362BFDC0-A300-4FBA-89A6-25603F735B31}"/>
              </a:ext>
            </a:extLst>
          </p:cNvPr>
          <p:cNvSpPr txBox="1"/>
          <p:nvPr/>
        </p:nvSpPr>
        <p:spPr>
          <a:xfrm>
            <a:off x="5177448" y="1660603"/>
            <a:ext cx="22216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support.aas.basyx1_0  </a:t>
            </a:r>
          </a:p>
        </p:txBody>
      </p:sp>
      <p:cxnSp>
        <p:nvCxnSpPr>
          <p:cNvPr id="386" name="Elbow Connector 63">
            <a:extLst>
              <a:ext uri="{FF2B5EF4-FFF2-40B4-BE49-F238E27FC236}">
                <a16:creationId xmlns:a16="http://schemas.microsoft.com/office/drawing/2014/main" id="{D21CC155-4705-42BB-B3DB-81AE39CB5FDC}"/>
              </a:ext>
            </a:extLst>
          </p:cNvPr>
          <p:cNvCxnSpPr>
            <a:cxnSpLocks/>
            <a:stCxn id="55" idx="3"/>
            <a:endCxn id="385" idx="1"/>
          </p:cNvCxnSpPr>
          <p:nvPr/>
        </p:nvCxnSpPr>
        <p:spPr>
          <a:xfrm>
            <a:off x="4840825" y="1842475"/>
            <a:ext cx="336623" cy="2794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TextBox 386">
            <a:extLst>
              <a:ext uri="{FF2B5EF4-FFF2-40B4-BE49-F238E27FC236}">
                <a16:creationId xmlns:a16="http://schemas.microsoft.com/office/drawing/2014/main" id="{E4789280-8B48-47B6-BEB8-F499DD323310}"/>
              </a:ext>
            </a:extLst>
          </p:cNvPr>
          <p:cNvSpPr txBox="1"/>
          <p:nvPr/>
        </p:nvSpPr>
        <p:spPr>
          <a:xfrm>
            <a:off x="5043004" y="157984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B9A3D54A-8BC6-4249-A14E-FA0903BBFCC3}"/>
              </a:ext>
            </a:extLst>
          </p:cNvPr>
          <p:cNvSpPr txBox="1"/>
          <p:nvPr/>
        </p:nvSpPr>
        <p:spPr>
          <a:xfrm>
            <a:off x="8532112" y="9981243"/>
            <a:ext cx="229797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11</a:t>
            </a:r>
            <a:endParaRPr lang="en-DE" sz="1200" dirty="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B677727E-9036-45E4-9BED-38C4311F03EF}"/>
              </a:ext>
            </a:extLst>
          </p:cNvPr>
          <p:cNvSpPr txBox="1"/>
          <p:nvPr/>
        </p:nvSpPr>
        <p:spPr>
          <a:xfrm>
            <a:off x="9112552" y="9899453"/>
            <a:ext cx="2446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JDK 11 for external reasons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C6BDE090-CE38-4706-943A-BF687401F245}"/>
              </a:ext>
            </a:extLst>
          </p:cNvPr>
          <p:cNvSpPr txBox="1"/>
          <p:nvPr/>
        </p:nvSpPr>
        <p:spPr>
          <a:xfrm>
            <a:off x="2188168" y="-780032"/>
            <a:ext cx="292041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platformDependenciesSpring</a:t>
            </a:r>
            <a:endParaRPr lang="en-US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E81FA0B-D0D2-42E4-9C2F-ACDD7994A713}"/>
              </a:ext>
            </a:extLst>
          </p:cNvPr>
          <p:cNvSpPr txBox="1"/>
          <p:nvPr/>
        </p:nvSpPr>
        <p:spPr>
          <a:xfrm>
            <a:off x="2084291" y="-130199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AAAC7B2A-7BAA-4F9C-AEDA-17948907D949}"/>
              </a:ext>
            </a:extLst>
          </p:cNvPr>
          <p:cNvSpPr txBox="1"/>
          <p:nvPr/>
        </p:nvSpPr>
        <p:spPr>
          <a:xfrm>
            <a:off x="8555125" y="10781539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D68B77C-B19B-4549-9E5B-FC571E1361C4}"/>
              </a:ext>
            </a:extLst>
          </p:cNvPr>
          <p:cNvSpPr txBox="1"/>
          <p:nvPr/>
        </p:nvSpPr>
        <p:spPr>
          <a:xfrm>
            <a:off x="9097881" y="10708418"/>
            <a:ext cx="3419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Based on </a:t>
            </a:r>
            <a:r>
              <a:rPr lang="en-US" sz="1600" dirty="0" err="1"/>
              <a:t>platformDependenciesSpring</a:t>
            </a:r>
            <a:endParaRPr lang="en-US" sz="1600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AF863F67-1937-4485-8660-AC2BF6601751}"/>
              </a:ext>
            </a:extLst>
          </p:cNvPr>
          <p:cNvSpPr txBox="1"/>
          <p:nvPr/>
        </p:nvSpPr>
        <p:spPr>
          <a:xfrm>
            <a:off x="3844898" y="4371351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EE9173BF-D899-4A90-AD0D-82B2F479B2C7}"/>
              </a:ext>
            </a:extLst>
          </p:cNvPr>
          <p:cNvSpPr txBox="1"/>
          <p:nvPr/>
        </p:nvSpPr>
        <p:spPr>
          <a:xfrm>
            <a:off x="4396706" y="8508822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C8459C12-54CA-4E79-BF45-E9C2DD06C3D5}"/>
              </a:ext>
            </a:extLst>
          </p:cNvPr>
          <p:cNvSpPr txBox="1"/>
          <p:nvPr/>
        </p:nvSpPr>
        <p:spPr>
          <a:xfrm>
            <a:off x="4093153" y="4828338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ED206059-CA6F-449F-B2A2-2510692F0681}"/>
              </a:ext>
            </a:extLst>
          </p:cNvPr>
          <p:cNvSpPr txBox="1"/>
          <p:nvPr/>
        </p:nvSpPr>
        <p:spPr>
          <a:xfrm>
            <a:off x="4091967" y="5323433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D42081D2-2EF0-4A55-AFE9-78CAC0D396A4}"/>
              </a:ext>
            </a:extLst>
          </p:cNvPr>
          <p:cNvSpPr txBox="1"/>
          <p:nvPr/>
        </p:nvSpPr>
        <p:spPr>
          <a:xfrm>
            <a:off x="4101308" y="5780093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4A5AA0F5-A148-4A82-8FAB-E206C80BB166}"/>
              </a:ext>
            </a:extLst>
          </p:cNvPr>
          <p:cNvSpPr txBox="1"/>
          <p:nvPr/>
        </p:nvSpPr>
        <p:spPr>
          <a:xfrm>
            <a:off x="4111342" y="6248362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41504A26-7865-4AEE-A919-2815E43704C3}"/>
              </a:ext>
            </a:extLst>
          </p:cNvPr>
          <p:cNvSpPr txBox="1"/>
          <p:nvPr/>
        </p:nvSpPr>
        <p:spPr>
          <a:xfrm>
            <a:off x="4112097" y="6686218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C8A30757-40AF-46E9-BB72-B33AE7D9764E}"/>
              </a:ext>
            </a:extLst>
          </p:cNvPr>
          <p:cNvSpPr txBox="1"/>
          <p:nvPr/>
        </p:nvSpPr>
        <p:spPr>
          <a:xfrm>
            <a:off x="9505689" y="15475508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ACFB5123-DB16-4F65-BD2B-6D784235D021}"/>
              </a:ext>
            </a:extLst>
          </p:cNvPr>
          <p:cNvSpPr txBox="1"/>
          <p:nvPr/>
        </p:nvSpPr>
        <p:spPr>
          <a:xfrm>
            <a:off x="9510732" y="15051494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14A6B723-203A-4D29-9083-5D15CEDFBDC0}"/>
              </a:ext>
            </a:extLst>
          </p:cNvPr>
          <p:cNvSpPr txBox="1"/>
          <p:nvPr/>
        </p:nvSpPr>
        <p:spPr>
          <a:xfrm>
            <a:off x="9432824" y="16821722"/>
            <a:ext cx="148111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examples.rest</a:t>
            </a:r>
            <a:endParaRPr lang="en-US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D0BA1BD7-87FD-49E6-8921-BA9125DBAAD2}"/>
              </a:ext>
            </a:extLst>
          </p:cNvPr>
          <p:cNvSpPr txBox="1"/>
          <p:nvPr/>
        </p:nvSpPr>
        <p:spPr>
          <a:xfrm>
            <a:off x="9339552" y="1676970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cxnSp>
        <p:nvCxnSpPr>
          <p:cNvPr id="404" name="Elbow Connector 31">
            <a:extLst>
              <a:ext uri="{FF2B5EF4-FFF2-40B4-BE49-F238E27FC236}">
                <a16:creationId xmlns:a16="http://schemas.microsoft.com/office/drawing/2014/main" id="{82DE5E0A-F98F-4290-9DE1-7D8A0C59CAE6}"/>
              </a:ext>
            </a:extLst>
          </p:cNvPr>
          <p:cNvCxnSpPr>
            <a:cxnSpLocks/>
            <a:stCxn id="221" idx="2"/>
            <a:endCxn id="402" idx="1"/>
          </p:cNvCxnSpPr>
          <p:nvPr/>
        </p:nvCxnSpPr>
        <p:spPr>
          <a:xfrm rot="16200000" flipH="1">
            <a:off x="7082183" y="14655747"/>
            <a:ext cx="4514738" cy="18654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88EB9B9-6336-43E8-B579-8C2605439A7F}"/>
              </a:ext>
            </a:extLst>
          </p:cNvPr>
          <p:cNvSpPr txBox="1"/>
          <p:nvPr/>
        </p:nvSpPr>
        <p:spPr>
          <a:xfrm>
            <a:off x="9569349" y="16780113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2E07EA19-EF78-49FC-B65C-763C92168825}"/>
              </a:ext>
            </a:extLst>
          </p:cNvPr>
          <p:cNvSpPr txBox="1"/>
          <p:nvPr/>
        </p:nvSpPr>
        <p:spPr>
          <a:xfrm>
            <a:off x="6529594" y="7989319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D13AE21E-F3F3-42C4-AE5E-073369D1E5BA}"/>
              </a:ext>
            </a:extLst>
          </p:cNvPr>
          <p:cNvSpPr txBox="1"/>
          <p:nvPr/>
        </p:nvSpPr>
        <p:spPr>
          <a:xfrm>
            <a:off x="8555125" y="1097569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30EADE21-8177-442B-94D3-770A7B293D49}"/>
              </a:ext>
            </a:extLst>
          </p:cNvPr>
          <p:cNvSpPr txBox="1"/>
          <p:nvPr/>
        </p:nvSpPr>
        <p:spPr>
          <a:xfrm>
            <a:off x="9097881" y="10900833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Plugin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FF764AB0-3BAB-4BE1-9E2B-62546B5C72B0}"/>
              </a:ext>
            </a:extLst>
          </p:cNvPr>
          <p:cNvSpPr txBox="1"/>
          <p:nvPr/>
        </p:nvSpPr>
        <p:spPr>
          <a:xfrm>
            <a:off x="985867" y="439878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3965C9B-5F57-48D7-875D-86FDA9C420C7}"/>
              </a:ext>
            </a:extLst>
          </p:cNvPr>
          <p:cNvSpPr txBox="1"/>
          <p:nvPr/>
        </p:nvSpPr>
        <p:spPr>
          <a:xfrm>
            <a:off x="3000414" y="1621589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D3BC06F-8ABD-4F2D-8971-4239182240E3}"/>
              </a:ext>
            </a:extLst>
          </p:cNvPr>
          <p:cNvSpPr txBox="1"/>
          <p:nvPr/>
        </p:nvSpPr>
        <p:spPr>
          <a:xfrm>
            <a:off x="5268343" y="1587779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38039C92-3114-4D56-9D6B-00A70FF6FF71}"/>
              </a:ext>
            </a:extLst>
          </p:cNvPr>
          <p:cNvSpPr txBox="1"/>
          <p:nvPr/>
        </p:nvSpPr>
        <p:spPr>
          <a:xfrm>
            <a:off x="2842936" y="1178740"/>
            <a:ext cx="208967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support.aas.basyx2  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AA01CF45-18A2-4017-B123-AE0B19B67F91}"/>
              </a:ext>
            </a:extLst>
          </p:cNvPr>
          <p:cNvSpPr txBox="1"/>
          <p:nvPr/>
        </p:nvSpPr>
        <p:spPr>
          <a:xfrm>
            <a:off x="2796518" y="1068469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7709B34A-7C0D-46B7-9300-262D5DFE489C}"/>
              </a:ext>
            </a:extLst>
          </p:cNvPr>
          <p:cNvSpPr txBox="1"/>
          <p:nvPr/>
        </p:nvSpPr>
        <p:spPr>
          <a:xfrm>
            <a:off x="3025397" y="1062013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386F2A9B-8D27-4AC5-B3B9-73A9F37399DC}"/>
              </a:ext>
            </a:extLst>
          </p:cNvPr>
          <p:cNvSpPr txBox="1"/>
          <p:nvPr/>
        </p:nvSpPr>
        <p:spPr>
          <a:xfrm>
            <a:off x="549019" y="1199280"/>
            <a:ext cx="947561" cy="369332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BaSyx</a:t>
            </a:r>
            <a:r>
              <a:rPr lang="en-US" dirty="0"/>
              <a:t> v2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2212422F-6961-4B5D-B4C8-039B94B02D76}"/>
              </a:ext>
            </a:extLst>
          </p:cNvPr>
          <p:cNvSpPr txBox="1"/>
          <p:nvPr/>
        </p:nvSpPr>
        <p:spPr>
          <a:xfrm>
            <a:off x="410187" y="1079073"/>
            <a:ext cx="229797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11</a:t>
            </a:r>
            <a:endParaRPr lang="en-DE" sz="1200" dirty="0"/>
          </a:p>
        </p:txBody>
      </p:sp>
      <p:cxnSp>
        <p:nvCxnSpPr>
          <p:cNvPr id="419" name="Elbow Connector 83">
            <a:extLst>
              <a:ext uri="{FF2B5EF4-FFF2-40B4-BE49-F238E27FC236}">
                <a16:creationId xmlns:a16="http://schemas.microsoft.com/office/drawing/2014/main" id="{ACDF6919-5418-45F8-BD0F-883628864FF7}"/>
              </a:ext>
            </a:extLst>
          </p:cNvPr>
          <p:cNvCxnSpPr>
            <a:cxnSpLocks/>
            <a:stCxn id="417" idx="3"/>
            <a:endCxn id="414" idx="1"/>
          </p:cNvCxnSpPr>
          <p:nvPr/>
        </p:nvCxnSpPr>
        <p:spPr>
          <a:xfrm flipV="1">
            <a:off x="1496580" y="1363406"/>
            <a:ext cx="1346356" cy="2054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19A005CA-0179-4443-9288-F8CEF423F764}"/>
              </a:ext>
            </a:extLst>
          </p:cNvPr>
          <p:cNvSpPr txBox="1"/>
          <p:nvPr/>
        </p:nvSpPr>
        <p:spPr>
          <a:xfrm>
            <a:off x="5175713" y="1178478"/>
            <a:ext cx="22216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support.aas.basyx1_5 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E8D6F1EF-1719-479F-BE12-1BA5C8465D61}"/>
              </a:ext>
            </a:extLst>
          </p:cNvPr>
          <p:cNvSpPr txBox="1"/>
          <p:nvPr/>
        </p:nvSpPr>
        <p:spPr>
          <a:xfrm>
            <a:off x="5041269" y="109772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4FD07B4C-E653-4A0F-B32D-E309595AF2D9}"/>
              </a:ext>
            </a:extLst>
          </p:cNvPr>
          <p:cNvSpPr txBox="1"/>
          <p:nvPr/>
        </p:nvSpPr>
        <p:spPr>
          <a:xfrm>
            <a:off x="5266608" y="110565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cxnSp>
        <p:nvCxnSpPr>
          <p:cNvPr id="423" name="Elbow Connector 63">
            <a:extLst>
              <a:ext uri="{FF2B5EF4-FFF2-40B4-BE49-F238E27FC236}">
                <a16:creationId xmlns:a16="http://schemas.microsoft.com/office/drawing/2014/main" id="{FDD45E63-184A-4312-918D-E78879A5B20C}"/>
              </a:ext>
            </a:extLst>
          </p:cNvPr>
          <p:cNvCxnSpPr>
            <a:cxnSpLocks/>
            <a:stCxn id="55" idx="3"/>
            <a:endCxn id="420" idx="1"/>
          </p:cNvCxnSpPr>
          <p:nvPr/>
        </p:nvCxnSpPr>
        <p:spPr>
          <a:xfrm flipV="1">
            <a:off x="4840824" y="1363145"/>
            <a:ext cx="334888" cy="479331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TextBox 411">
            <a:extLst>
              <a:ext uri="{FF2B5EF4-FFF2-40B4-BE49-F238E27FC236}">
                <a16:creationId xmlns:a16="http://schemas.microsoft.com/office/drawing/2014/main" id="{8C59C7E2-4143-428F-B785-C4F9B870DD97}"/>
              </a:ext>
            </a:extLst>
          </p:cNvPr>
          <p:cNvSpPr txBox="1"/>
          <p:nvPr/>
        </p:nvSpPr>
        <p:spPr>
          <a:xfrm>
            <a:off x="8469224" y="-3216092"/>
            <a:ext cx="24032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support.log-slf4j-simple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92224698-C4BE-4216-B289-C6C19A77E0D2}"/>
              </a:ext>
            </a:extLst>
          </p:cNvPr>
          <p:cNvSpPr txBox="1"/>
          <p:nvPr/>
        </p:nvSpPr>
        <p:spPr>
          <a:xfrm>
            <a:off x="8978592" y="-2263919"/>
            <a:ext cx="24684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support.yaml-snakeyaml</a:t>
            </a:r>
            <a:endParaRPr lang="en-US" dirty="0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61C689E7-884C-4D3A-909A-BEE16CF0683A}"/>
              </a:ext>
            </a:extLst>
          </p:cNvPr>
          <p:cNvSpPr txBox="1"/>
          <p:nvPr/>
        </p:nvSpPr>
        <p:spPr>
          <a:xfrm>
            <a:off x="6203414" y="-2722515"/>
            <a:ext cx="213340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support.json-jackson</a:t>
            </a:r>
            <a:endParaRPr lang="en-US" dirty="0"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DAAD3E57-CE1D-4732-A07C-9E9854341C3C}"/>
              </a:ext>
            </a:extLst>
          </p:cNvPr>
          <p:cNvSpPr txBox="1"/>
          <p:nvPr/>
        </p:nvSpPr>
        <p:spPr>
          <a:xfrm>
            <a:off x="6745986" y="-1698479"/>
            <a:ext cx="19103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support.rest</a:t>
            </a:r>
            <a:r>
              <a:rPr lang="en-US" dirty="0"/>
              <a:t>-spark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6767B750-A0E5-4273-BBA1-D86F236E19EC}"/>
              </a:ext>
            </a:extLst>
          </p:cNvPr>
          <p:cNvSpPr txBox="1"/>
          <p:nvPr/>
        </p:nvSpPr>
        <p:spPr>
          <a:xfrm>
            <a:off x="8984320" y="-1708988"/>
            <a:ext cx="30322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support.websocket-websocket</a:t>
            </a:r>
            <a:endParaRPr lang="en-US" dirty="0"/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B1FE564F-786F-42CB-937B-8B18C305F122}"/>
              </a:ext>
            </a:extLst>
          </p:cNvPr>
          <p:cNvSpPr txBox="1"/>
          <p:nvPr/>
        </p:nvSpPr>
        <p:spPr>
          <a:xfrm>
            <a:off x="6149481" y="-718267"/>
            <a:ext cx="25070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support.processinfo-oshi</a:t>
            </a:r>
            <a:endParaRPr lang="en-US" dirty="0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49F58945-011A-45FC-8CDF-C5C2CFB35D56}"/>
              </a:ext>
            </a:extLst>
          </p:cNvPr>
          <p:cNvSpPr txBox="1"/>
          <p:nvPr/>
        </p:nvSpPr>
        <p:spPr>
          <a:xfrm>
            <a:off x="8405487" y="-3302463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FE7F7529-2523-4053-A442-627BF2712F37}"/>
              </a:ext>
            </a:extLst>
          </p:cNvPr>
          <p:cNvSpPr txBox="1"/>
          <p:nvPr/>
        </p:nvSpPr>
        <p:spPr>
          <a:xfrm>
            <a:off x="8546241" y="-330087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DAA86409-F553-45D3-960C-FC739EF67EF2}"/>
              </a:ext>
            </a:extLst>
          </p:cNvPr>
          <p:cNvSpPr txBox="1"/>
          <p:nvPr/>
        </p:nvSpPr>
        <p:spPr>
          <a:xfrm>
            <a:off x="8907246" y="-2299637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38EBECC-A678-42C4-87D7-65EDF78E1B65}"/>
              </a:ext>
            </a:extLst>
          </p:cNvPr>
          <p:cNvSpPr txBox="1"/>
          <p:nvPr/>
        </p:nvSpPr>
        <p:spPr>
          <a:xfrm>
            <a:off x="9048000" y="-229804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99971A6-871E-4E1C-84A6-FF1EA1147319}"/>
              </a:ext>
            </a:extLst>
          </p:cNvPr>
          <p:cNvSpPr txBox="1"/>
          <p:nvPr/>
        </p:nvSpPr>
        <p:spPr>
          <a:xfrm>
            <a:off x="6129254" y="-2779946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D4A16D9F-5B06-47E4-94B4-6A7B4286BFB9}"/>
              </a:ext>
            </a:extLst>
          </p:cNvPr>
          <p:cNvSpPr txBox="1"/>
          <p:nvPr/>
        </p:nvSpPr>
        <p:spPr>
          <a:xfrm>
            <a:off x="6270008" y="-2778353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199B32A-0616-4159-8A70-A673046396CD}"/>
              </a:ext>
            </a:extLst>
          </p:cNvPr>
          <p:cNvSpPr txBox="1"/>
          <p:nvPr/>
        </p:nvSpPr>
        <p:spPr>
          <a:xfrm>
            <a:off x="6661005" y="-1807847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9678EFCB-EBDA-400E-A6F3-75E9B9A553AA}"/>
              </a:ext>
            </a:extLst>
          </p:cNvPr>
          <p:cNvSpPr txBox="1"/>
          <p:nvPr/>
        </p:nvSpPr>
        <p:spPr>
          <a:xfrm>
            <a:off x="6801759" y="-180625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30641DB6-C668-4067-8831-56B87739B2EA}"/>
              </a:ext>
            </a:extLst>
          </p:cNvPr>
          <p:cNvSpPr txBox="1"/>
          <p:nvPr/>
        </p:nvSpPr>
        <p:spPr>
          <a:xfrm>
            <a:off x="8936601" y="-1780477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5A2C3AAE-C94F-4A83-B18D-51C4125087A5}"/>
              </a:ext>
            </a:extLst>
          </p:cNvPr>
          <p:cNvSpPr txBox="1"/>
          <p:nvPr/>
        </p:nvSpPr>
        <p:spPr>
          <a:xfrm>
            <a:off x="9077355" y="-177888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C9FDAADA-9E9F-43CB-9C19-FE4C750DF977}"/>
              </a:ext>
            </a:extLst>
          </p:cNvPr>
          <p:cNvSpPr txBox="1"/>
          <p:nvPr/>
        </p:nvSpPr>
        <p:spPr>
          <a:xfrm>
            <a:off x="6121287" y="-783621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BAFDF0CC-D2B6-4BC8-A57C-D31B9EFBBC09}"/>
              </a:ext>
            </a:extLst>
          </p:cNvPr>
          <p:cNvSpPr txBox="1"/>
          <p:nvPr/>
        </p:nvSpPr>
        <p:spPr>
          <a:xfrm>
            <a:off x="6262041" y="-782028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cxnSp>
        <p:nvCxnSpPr>
          <p:cNvPr id="443" name="Elbow Connector 63">
            <a:extLst>
              <a:ext uri="{FF2B5EF4-FFF2-40B4-BE49-F238E27FC236}">
                <a16:creationId xmlns:a16="http://schemas.microsoft.com/office/drawing/2014/main" id="{2AC1325C-5241-472A-9B8B-43B74C83BB4A}"/>
              </a:ext>
            </a:extLst>
          </p:cNvPr>
          <p:cNvCxnSpPr>
            <a:cxnSpLocks/>
            <a:stCxn id="291" idx="3"/>
            <a:endCxn id="412" idx="1"/>
          </p:cNvCxnSpPr>
          <p:nvPr/>
        </p:nvCxnSpPr>
        <p:spPr>
          <a:xfrm flipV="1">
            <a:off x="3536018" y="-3031426"/>
            <a:ext cx="4933206" cy="2902394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Elbow Connector 63">
            <a:extLst>
              <a:ext uri="{FF2B5EF4-FFF2-40B4-BE49-F238E27FC236}">
                <a16:creationId xmlns:a16="http://schemas.microsoft.com/office/drawing/2014/main" id="{C319B286-B776-4D2F-8DED-2494F2CEB012}"/>
              </a:ext>
            </a:extLst>
          </p:cNvPr>
          <p:cNvCxnSpPr>
            <a:cxnSpLocks/>
            <a:stCxn id="495" idx="2"/>
            <a:endCxn id="413" idx="1"/>
          </p:cNvCxnSpPr>
          <p:nvPr/>
        </p:nvCxnSpPr>
        <p:spPr>
          <a:xfrm rot="16200000" flipH="1">
            <a:off x="8773896" y="-2283950"/>
            <a:ext cx="267223" cy="14216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Elbow Connector 63">
            <a:extLst>
              <a:ext uri="{FF2B5EF4-FFF2-40B4-BE49-F238E27FC236}">
                <a16:creationId xmlns:a16="http://schemas.microsoft.com/office/drawing/2014/main" id="{CFA61ADC-78E1-4576-98BC-D010F2685DDE}"/>
              </a:ext>
            </a:extLst>
          </p:cNvPr>
          <p:cNvCxnSpPr>
            <a:cxnSpLocks/>
            <a:stCxn id="482" idx="2"/>
            <a:endCxn id="424" idx="3"/>
          </p:cNvCxnSpPr>
          <p:nvPr/>
        </p:nvCxnSpPr>
        <p:spPr>
          <a:xfrm rot="5400000">
            <a:off x="8296545" y="-2811027"/>
            <a:ext cx="313452" cy="23290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Elbow Connector 63">
            <a:extLst>
              <a:ext uri="{FF2B5EF4-FFF2-40B4-BE49-F238E27FC236}">
                <a16:creationId xmlns:a16="http://schemas.microsoft.com/office/drawing/2014/main" id="{B7AD41D6-8329-4BE0-A21A-CCB9932D911D}"/>
              </a:ext>
            </a:extLst>
          </p:cNvPr>
          <p:cNvCxnSpPr>
            <a:cxnSpLocks/>
            <a:stCxn id="193" idx="3"/>
            <a:endCxn id="425" idx="3"/>
          </p:cNvCxnSpPr>
          <p:nvPr/>
        </p:nvCxnSpPr>
        <p:spPr>
          <a:xfrm flipV="1">
            <a:off x="3259802" y="-1513813"/>
            <a:ext cx="5396515" cy="1855661"/>
          </a:xfrm>
          <a:prstGeom prst="bentConnector3">
            <a:avLst>
              <a:gd name="adj1" fmla="val 10423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Elbow Connector 63">
            <a:extLst>
              <a:ext uri="{FF2B5EF4-FFF2-40B4-BE49-F238E27FC236}">
                <a16:creationId xmlns:a16="http://schemas.microsoft.com/office/drawing/2014/main" id="{99882083-71D2-409F-A18A-AA4728B658F0}"/>
              </a:ext>
            </a:extLst>
          </p:cNvPr>
          <p:cNvCxnSpPr>
            <a:cxnSpLocks/>
            <a:stCxn id="193" idx="3"/>
            <a:endCxn id="426" idx="1"/>
          </p:cNvCxnSpPr>
          <p:nvPr/>
        </p:nvCxnSpPr>
        <p:spPr>
          <a:xfrm flipV="1">
            <a:off x="3259802" y="-1524322"/>
            <a:ext cx="5724518" cy="1866170"/>
          </a:xfrm>
          <a:prstGeom prst="bentConnector3">
            <a:avLst>
              <a:gd name="adj1" fmla="val 9832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Elbow Connector 63">
            <a:extLst>
              <a:ext uri="{FF2B5EF4-FFF2-40B4-BE49-F238E27FC236}">
                <a16:creationId xmlns:a16="http://schemas.microsoft.com/office/drawing/2014/main" id="{DA8B625E-4646-4DEA-9A1D-2A9F17FEC565}"/>
              </a:ext>
            </a:extLst>
          </p:cNvPr>
          <p:cNvCxnSpPr>
            <a:cxnSpLocks/>
            <a:stCxn id="193" idx="3"/>
            <a:endCxn id="427" idx="3"/>
          </p:cNvCxnSpPr>
          <p:nvPr/>
        </p:nvCxnSpPr>
        <p:spPr>
          <a:xfrm flipV="1">
            <a:off x="3259802" y="-533601"/>
            <a:ext cx="5396776" cy="875449"/>
          </a:xfrm>
          <a:prstGeom prst="bentConnector3">
            <a:avLst>
              <a:gd name="adj1" fmla="val 10423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>
            <a:extLst>
              <a:ext uri="{FF2B5EF4-FFF2-40B4-BE49-F238E27FC236}">
                <a16:creationId xmlns:a16="http://schemas.microsoft.com/office/drawing/2014/main" id="{7ADB8CE8-898C-4908-AAA4-377215F6C83B}"/>
              </a:ext>
            </a:extLst>
          </p:cNvPr>
          <p:cNvSpPr txBox="1"/>
          <p:nvPr/>
        </p:nvSpPr>
        <p:spPr>
          <a:xfrm>
            <a:off x="7906401" y="653258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62CE305D-43AA-44E3-84AF-9391AF632788}"/>
              </a:ext>
            </a:extLst>
          </p:cNvPr>
          <p:cNvSpPr txBox="1"/>
          <p:nvPr/>
        </p:nvSpPr>
        <p:spPr>
          <a:xfrm>
            <a:off x="7906401" y="109963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CA261448-4C01-4A7F-9939-2A91AA3D0AC1}"/>
              </a:ext>
            </a:extLst>
          </p:cNvPr>
          <p:cNvSpPr txBox="1"/>
          <p:nvPr/>
        </p:nvSpPr>
        <p:spPr>
          <a:xfrm>
            <a:off x="7897188" y="1557135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87896FFB-FECD-4383-AEDB-A832E8D395D6}"/>
              </a:ext>
            </a:extLst>
          </p:cNvPr>
          <p:cNvSpPr txBox="1"/>
          <p:nvPr/>
        </p:nvSpPr>
        <p:spPr>
          <a:xfrm>
            <a:off x="3842001" y="301143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87986C19-C4C8-4BB4-9DE6-DAB7F8E363CD}"/>
              </a:ext>
            </a:extLst>
          </p:cNvPr>
          <p:cNvSpPr txBox="1"/>
          <p:nvPr/>
        </p:nvSpPr>
        <p:spPr>
          <a:xfrm>
            <a:off x="7483642" y="3235839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DD4BCC7F-0B91-42EB-B75F-336905C6E525}"/>
              </a:ext>
            </a:extLst>
          </p:cNvPr>
          <p:cNvSpPr txBox="1"/>
          <p:nvPr/>
        </p:nvSpPr>
        <p:spPr>
          <a:xfrm>
            <a:off x="3855233" y="3472939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625D7563-22A7-47C2-8F5E-BDA4AA2D7B30}"/>
              </a:ext>
            </a:extLst>
          </p:cNvPr>
          <p:cNvSpPr txBox="1"/>
          <p:nvPr/>
        </p:nvSpPr>
        <p:spPr>
          <a:xfrm>
            <a:off x="3842832" y="393044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3933CC13-8FD5-4E00-8310-98F4CE545128}"/>
              </a:ext>
            </a:extLst>
          </p:cNvPr>
          <p:cNvSpPr txBox="1"/>
          <p:nvPr/>
        </p:nvSpPr>
        <p:spPr>
          <a:xfrm>
            <a:off x="7503428" y="3742132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653CA95F-1497-4C21-B581-D815F1E7B67E}"/>
              </a:ext>
            </a:extLst>
          </p:cNvPr>
          <p:cNvSpPr txBox="1"/>
          <p:nvPr/>
        </p:nvSpPr>
        <p:spPr>
          <a:xfrm>
            <a:off x="7495252" y="419955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848DA7F0-7F6D-41C5-A3BC-8671DCA8F665}"/>
              </a:ext>
            </a:extLst>
          </p:cNvPr>
          <p:cNvSpPr txBox="1"/>
          <p:nvPr/>
        </p:nvSpPr>
        <p:spPr>
          <a:xfrm>
            <a:off x="7518133" y="465729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3AC40C61-368F-40F1-B15D-96E3C7EC5587}"/>
              </a:ext>
            </a:extLst>
          </p:cNvPr>
          <p:cNvSpPr txBox="1"/>
          <p:nvPr/>
        </p:nvSpPr>
        <p:spPr>
          <a:xfrm>
            <a:off x="10232915" y="443540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A754B20C-9B8B-4420-A6C3-D8C1A87D0FCC}"/>
              </a:ext>
            </a:extLst>
          </p:cNvPr>
          <p:cNvSpPr txBox="1"/>
          <p:nvPr/>
        </p:nvSpPr>
        <p:spPr>
          <a:xfrm>
            <a:off x="7526535" y="5193796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B4020DDF-DD40-4989-BE29-7025AD3ED5E8}"/>
              </a:ext>
            </a:extLst>
          </p:cNvPr>
          <p:cNvSpPr txBox="1"/>
          <p:nvPr/>
        </p:nvSpPr>
        <p:spPr>
          <a:xfrm>
            <a:off x="7518133" y="5618777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C574D78A-DB27-482C-B798-EEC52C1E6DE6}"/>
              </a:ext>
            </a:extLst>
          </p:cNvPr>
          <p:cNvSpPr txBox="1"/>
          <p:nvPr/>
        </p:nvSpPr>
        <p:spPr>
          <a:xfrm>
            <a:off x="7359671" y="6469353"/>
            <a:ext cx="23081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connectors.rest</a:t>
            </a:r>
            <a:endParaRPr lang="en-US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1C846B95-C091-47EC-A746-538C2D91D597}"/>
              </a:ext>
            </a:extLst>
          </p:cNvPr>
          <p:cNvSpPr txBox="1"/>
          <p:nvPr/>
        </p:nvSpPr>
        <p:spPr>
          <a:xfrm>
            <a:off x="7284050" y="6459604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11801B2B-2685-4A58-9C72-2A11D004E5FC}"/>
              </a:ext>
            </a:extLst>
          </p:cNvPr>
          <p:cNvSpPr txBox="1"/>
          <p:nvPr/>
        </p:nvSpPr>
        <p:spPr>
          <a:xfrm>
            <a:off x="7511385" y="645406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0051512-E8A7-43BC-BAC1-DCB9AA03ECB1}"/>
              </a:ext>
            </a:extLst>
          </p:cNvPr>
          <p:cNvSpPr txBox="1"/>
          <p:nvPr/>
        </p:nvSpPr>
        <p:spPr>
          <a:xfrm>
            <a:off x="7359671" y="6889589"/>
            <a:ext cx="23081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connectors.ads</a:t>
            </a:r>
            <a:endParaRPr lang="en-US" dirty="0"/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0B70B47-DF44-458D-8B3E-58B53C77DE99}"/>
              </a:ext>
            </a:extLst>
          </p:cNvPr>
          <p:cNvSpPr txBox="1"/>
          <p:nvPr/>
        </p:nvSpPr>
        <p:spPr>
          <a:xfrm>
            <a:off x="7284050" y="687984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DB27CF9-9D7E-43DA-A43F-E12239B4594D}"/>
              </a:ext>
            </a:extLst>
          </p:cNvPr>
          <p:cNvSpPr txBox="1"/>
          <p:nvPr/>
        </p:nvSpPr>
        <p:spPr>
          <a:xfrm>
            <a:off x="7511385" y="6874297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cxnSp>
        <p:nvCxnSpPr>
          <p:cNvPr id="475" name="Elbow Connector 22">
            <a:extLst>
              <a:ext uri="{FF2B5EF4-FFF2-40B4-BE49-F238E27FC236}">
                <a16:creationId xmlns:a16="http://schemas.microsoft.com/office/drawing/2014/main" id="{E0658315-AC5A-4D9B-B787-199D0553EF4A}"/>
              </a:ext>
            </a:extLst>
          </p:cNvPr>
          <p:cNvCxnSpPr>
            <a:cxnSpLocks/>
            <a:stCxn id="15" idx="2"/>
            <a:endCxn id="469" idx="3"/>
          </p:cNvCxnSpPr>
          <p:nvPr/>
        </p:nvCxnSpPr>
        <p:spPr>
          <a:xfrm rot="5400000">
            <a:off x="8070991" y="4831241"/>
            <a:ext cx="3419572" cy="22598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Elbow Connector 22">
            <a:extLst>
              <a:ext uri="{FF2B5EF4-FFF2-40B4-BE49-F238E27FC236}">
                <a16:creationId xmlns:a16="http://schemas.microsoft.com/office/drawing/2014/main" id="{0467EA02-ABC8-4806-B66F-6F1FAB588878}"/>
              </a:ext>
            </a:extLst>
          </p:cNvPr>
          <p:cNvCxnSpPr>
            <a:cxnSpLocks/>
            <a:stCxn id="15" idx="2"/>
            <a:endCxn id="472" idx="3"/>
          </p:cNvCxnSpPr>
          <p:nvPr/>
        </p:nvCxnSpPr>
        <p:spPr>
          <a:xfrm rot="5400000">
            <a:off x="7860873" y="5041359"/>
            <a:ext cx="3839808" cy="22598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978EF22-43A7-5901-05BB-18E21A993DE7}"/>
              </a:ext>
            </a:extLst>
          </p:cNvPr>
          <p:cNvSpPr/>
          <p:nvPr/>
        </p:nvSpPr>
        <p:spPr>
          <a:xfrm>
            <a:off x="1858978" y="-141090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6DC129-22E4-7280-3F7B-89632C4ACFC2}"/>
              </a:ext>
            </a:extLst>
          </p:cNvPr>
          <p:cNvSpPr txBox="1"/>
          <p:nvPr/>
        </p:nvSpPr>
        <p:spPr>
          <a:xfrm>
            <a:off x="2178904" y="-1247454"/>
            <a:ext cx="280339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platformDependenciesBOM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2F5060-AD29-4526-AC72-C172CCF805AB}"/>
              </a:ext>
            </a:extLst>
          </p:cNvPr>
          <p:cNvSpPr txBox="1"/>
          <p:nvPr/>
        </p:nvSpPr>
        <p:spPr>
          <a:xfrm>
            <a:off x="2144970" y="-845788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42" name="Elbow Connector 140">
            <a:extLst>
              <a:ext uri="{FF2B5EF4-FFF2-40B4-BE49-F238E27FC236}">
                <a16:creationId xmlns:a16="http://schemas.microsoft.com/office/drawing/2014/main" id="{69576884-B4F2-709A-F9E8-F54153007C6B}"/>
              </a:ext>
            </a:extLst>
          </p:cNvPr>
          <p:cNvCxnSpPr>
            <a:cxnSpLocks/>
            <a:stCxn id="18" idx="2"/>
            <a:endCxn id="38" idx="1"/>
          </p:cNvCxnSpPr>
          <p:nvPr/>
        </p:nvCxnSpPr>
        <p:spPr>
          <a:xfrm rot="16200000" flipH="1">
            <a:off x="1923371" y="-1318321"/>
            <a:ext cx="265816" cy="24525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140">
            <a:extLst>
              <a:ext uri="{FF2B5EF4-FFF2-40B4-BE49-F238E27FC236}">
                <a16:creationId xmlns:a16="http://schemas.microsoft.com/office/drawing/2014/main" id="{9624CA07-10F1-2329-B02D-C02A648377CA}"/>
              </a:ext>
            </a:extLst>
          </p:cNvPr>
          <p:cNvCxnSpPr>
            <a:cxnSpLocks/>
            <a:stCxn id="18" idx="2"/>
            <a:endCxn id="320" idx="1"/>
          </p:cNvCxnSpPr>
          <p:nvPr/>
        </p:nvCxnSpPr>
        <p:spPr>
          <a:xfrm rot="16200000" flipH="1">
            <a:off x="1694292" y="-1089242"/>
            <a:ext cx="733238" cy="25451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8108B238-642A-B58E-2CA4-908A18695BC7}"/>
              </a:ext>
            </a:extLst>
          </p:cNvPr>
          <p:cNvSpPr txBox="1"/>
          <p:nvPr/>
        </p:nvSpPr>
        <p:spPr>
          <a:xfrm>
            <a:off x="8733759" y="-2722506"/>
            <a:ext cx="26449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support.commons-apache</a:t>
            </a:r>
            <a:endParaRPr lang="en-US" dirty="0"/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A14DADD5-D89F-FDDA-6BB7-23406910B0EB}"/>
              </a:ext>
            </a:extLst>
          </p:cNvPr>
          <p:cNvSpPr txBox="1"/>
          <p:nvPr/>
        </p:nvSpPr>
        <p:spPr>
          <a:xfrm>
            <a:off x="8670022" y="-2808877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D01C6A40-32F2-5DB2-35EB-B4CF3948A85E}"/>
              </a:ext>
            </a:extLst>
          </p:cNvPr>
          <p:cNvSpPr txBox="1"/>
          <p:nvPr/>
        </p:nvSpPr>
        <p:spPr>
          <a:xfrm>
            <a:off x="8810776" y="-2807284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ACB97C08-DC8F-C83B-F3FE-43338BC74AC1}"/>
              </a:ext>
            </a:extLst>
          </p:cNvPr>
          <p:cNvSpPr/>
          <p:nvPr/>
        </p:nvSpPr>
        <p:spPr>
          <a:xfrm>
            <a:off x="8495047" y="-293359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3" name="Elbow Connector 63">
            <a:extLst>
              <a:ext uri="{FF2B5EF4-FFF2-40B4-BE49-F238E27FC236}">
                <a16:creationId xmlns:a16="http://schemas.microsoft.com/office/drawing/2014/main" id="{AFD7BDB3-0C7A-6E3F-078B-3D99C491F796}"/>
              </a:ext>
            </a:extLst>
          </p:cNvPr>
          <p:cNvCxnSpPr>
            <a:cxnSpLocks/>
            <a:stCxn id="482" idx="2"/>
            <a:endCxn id="477" idx="1"/>
          </p:cNvCxnSpPr>
          <p:nvPr/>
        </p:nvCxnSpPr>
        <p:spPr>
          <a:xfrm rot="16200000" flipH="1">
            <a:off x="8495011" y="-2776589"/>
            <a:ext cx="313461" cy="16403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TextBox 489">
            <a:extLst>
              <a:ext uri="{FF2B5EF4-FFF2-40B4-BE49-F238E27FC236}">
                <a16:creationId xmlns:a16="http://schemas.microsoft.com/office/drawing/2014/main" id="{614E92F4-EC1A-666F-3285-8AD1F0F99149}"/>
              </a:ext>
            </a:extLst>
          </p:cNvPr>
          <p:cNvSpPr txBox="1"/>
          <p:nvPr/>
        </p:nvSpPr>
        <p:spPr>
          <a:xfrm>
            <a:off x="6883580" y="-1171657"/>
            <a:ext cx="17716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support.ssh-sshd</a:t>
            </a:r>
            <a:endParaRPr lang="en-US" dirty="0"/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EEC8328F-4416-CBBD-6926-4082A2CDDB02}"/>
              </a:ext>
            </a:extLst>
          </p:cNvPr>
          <p:cNvSpPr txBox="1"/>
          <p:nvPr/>
        </p:nvSpPr>
        <p:spPr>
          <a:xfrm>
            <a:off x="6960597" y="-1256435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A835E321-06AE-9736-C41E-DE7980E1C022}"/>
              </a:ext>
            </a:extLst>
          </p:cNvPr>
          <p:cNvSpPr txBox="1"/>
          <p:nvPr/>
        </p:nvSpPr>
        <p:spPr>
          <a:xfrm>
            <a:off x="6822884" y="-1266816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978CAA3-6CB4-23A1-8801-E3DED9A8973E}"/>
              </a:ext>
            </a:extLst>
          </p:cNvPr>
          <p:cNvSpPr/>
          <p:nvPr/>
        </p:nvSpPr>
        <p:spPr>
          <a:xfrm>
            <a:off x="8761747" y="-2428772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6" name="Elbow Connector 63">
            <a:extLst>
              <a:ext uri="{FF2B5EF4-FFF2-40B4-BE49-F238E27FC236}">
                <a16:creationId xmlns:a16="http://schemas.microsoft.com/office/drawing/2014/main" id="{CA8288F9-B157-76DF-BA96-7D19946BE5F9}"/>
              </a:ext>
            </a:extLst>
          </p:cNvPr>
          <p:cNvCxnSpPr>
            <a:cxnSpLocks/>
            <a:stCxn id="193" idx="3"/>
            <a:endCxn id="490" idx="3"/>
          </p:cNvCxnSpPr>
          <p:nvPr/>
        </p:nvCxnSpPr>
        <p:spPr>
          <a:xfrm flipV="1">
            <a:off x="3259802" y="-986991"/>
            <a:ext cx="5395417" cy="1328839"/>
          </a:xfrm>
          <a:prstGeom prst="bentConnector3">
            <a:avLst>
              <a:gd name="adj1" fmla="val 10423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8E2D992-87ED-BC94-F330-948FD57B65D9}"/>
              </a:ext>
            </a:extLst>
          </p:cNvPr>
          <p:cNvSpPr txBox="1"/>
          <p:nvPr/>
        </p:nvSpPr>
        <p:spPr>
          <a:xfrm>
            <a:off x="8994650" y="-749018"/>
            <a:ext cx="29252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support.bytecode-bytebuddy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C1DEF5F-5502-94C6-9A7B-CCD2E34A00B2}"/>
              </a:ext>
            </a:extLst>
          </p:cNvPr>
          <p:cNvSpPr txBox="1"/>
          <p:nvPr/>
        </p:nvSpPr>
        <p:spPr>
          <a:xfrm>
            <a:off x="9189098" y="-812779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6C055A7-4013-1917-70EC-C1DC593752A5}"/>
              </a:ext>
            </a:extLst>
          </p:cNvPr>
          <p:cNvSpPr txBox="1"/>
          <p:nvPr/>
        </p:nvSpPr>
        <p:spPr>
          <a:xfrm>
            <a:off x="8991759" y="-1234090"/>
            <a:ext cx="284501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support.metrics</a:t>
            </a:r>
            <a:r>
              <a:rPr lang="en-US" dirty="0"/>
              <a:t>-micrometer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BC1EE39-4AD6-DF90-86BD-E9EA09AEEB68}"/>
              </a:ext>
            </a:extLst>
          </p:cNvPr>
          <p:cNvSpPr txBox="1"/>
          <p:nvPr/>
        </p:nvSpPr>
        <p:spPr>
          <a:xfrm>
            <a:off x="9175971" y="-129785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cxnSp>
        <p:nvCxnSpPr>
          <p:cNvPr id="99" name="Elbow Connector 63">
            <a:extLst>
              <a:ext uri="{FF2B5EF4-FFF2-40B4-BE49-F238E27FC236}">
                <a16:creationId xmlns:a16="http://schemas.microsoft.com/office/drawing/2014/main" id="{B03A369A-4536-EBB6-B1CF-B48C4EC25BCF}"/>
              </a:ext>
            </a:extLst>
          </p:cNvPr>
          <p:cNvCxnSpPr>
            <a:cxnSpLocks/>
            <a:stCxn id="193" idx="3"/>
            <a:endCxn id="86" idx="1"/>
          </p:cNvCxnSpPr>
          <p:nvPr/>
        </p:nvCxnSpPr>
        <p:spPr>
          <a:xfrm flipV="1">
            <a:off x="3259802" y="-564352"/>
            <a:ext cx="5734848" cy="906200"/>
          </a:xfrm>
          <a:prstGeom prst="bentConnector3">
            <a:avLst>
              <a:gd name="adj1" fmla="val 9816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63">
            <a:extLst>
              <a:ext uri="{FF2B5EF4-FFF2-40B4-BE49-F238E27FC236}">
                <a16:creationId xmlns:a16="http://schemas.microsoft.com/office/drawing/2014/main" id="{1C2041CA-59E4-3DD1-4F5B-85B332F8211F}"/>
              </a:ext>
            </a:extLst>
          </p:cNvPr>
          <p:cNvCxnSpPr>
            <a:cxnSpLocks/>
            <a:stCxn id="193" idx="3"/>
            <a:endCxn id="92" idx="1"/>
          </p:cNvCxnSpPr>
          <p:nvPr/>
        </p:nvCxnSpPr>
        <p:spPr>
          <a:xfrm flipV="1">
            <a:off x="3259802" y="-1049424"/>
            <a:ext cx="5731957" cy="1391272"/>
          </a:xfrm>
          <a:prstGeom prst="bentConnector3">
            <a:avLst>
              <a:gd name="adj1" fmla="val 9819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5C29559-38CE-7114-2C7D-117FA28061B9}"/>
              </a:ext>
            </a:extLst>
          </p:cNvPr>
          <p:cNvSpPr/>
          <p:nvPr/>
        </p:nvSpPr>
        <p:spPr>
          <a:xfrm>
            <a:off x="2377301" y="43865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995D494-791D-6882-F3FA-3933DA4F650F}"/>
              </a:ext>
            </a:extLst>
          </p:cNvPr>
          <p:cNvSpPr txBox="1"/>
          <p:nvPr/>
        </p:nvSpPr>
        <p:spPr>
          <a:xfrm>
            <a:off x="2340961" y="157182"/>
            <a:ext cx="91884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support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9D98380-AB65-F9CD-6AD3-6ECFD81664E5}"/>
              </a:ext>
            </a:extLst>
          </p:cNvPr>
          <p:cNvSpPr txBox="1"/>
          <p:nvPr/>
        </p:nvSpPr>
        <p:spPr>
          <a:xfrm>
            <a:off x="2286144" y="111546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9A49A92-E95F-F7E3-664E-A4778E188CC6}"/>
              </a:ext>
            </a:extLst>
          </p:cNvPr>
          <p:cNvSpPr/>
          <p:nvPr/>
        </p:nvSpPr>
        <p:spPr>
          <a:xfrm>
            <a:off x="2333308" y="435023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9" name="Elbow Connector 140">
            <a:extLst>
              <a:ext uri="{FF2B5EF4-FFF2-40B4-BE49-F238E27FC236}">
                <a16:creationId xmlns:a16="http://schemas.microsoft.com/office/drawing/2014/main" id="{9D1EED4D-9093-0AD8-0B7E-97519A419BA9}"/>
              </a:ext>
            </a:extLst>
          </p:cNvPr>
          <p:cNvCxnSpPr>
            <a:cxnSpLocks/>
            <a:stCxn id="140" idx="2"/>
            <a:endCxn id="193" idx="1"/>
          </p:cNvCxnSpPr>
          <p:nvPr/>
        </p:nvCxnSpPr>
        <p:spPr>
          <a:xfrm rot="16200000" flipH="1">
            <a:off x="2151561" y="152447"/>
            <a:ext cx="272725" cy="10607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2186E3-4A80-4C81-05F1-7DF32EC2BE1C}"/>
              </a:ext>
            </a:extLst>
          </p:cNvPr>
          <p:cNvSpPr/>
          <p:nvPr/>
        </p:nvSpPr>
        <p:spPr>
          <a:xfrm>
            <a:off x="2332547" y="448640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8A96E6A3-3BCE-BA63-4BDA-4D713D3CFA94}"/>
              </a:ext>
            </a:extLst>
          </p:cNvPr>
          <p:cNvSpPr txBox="1"/>
          <p:nvPr/>
        </p:nvSpPr>
        <p:spPr>
          <a:xfrm>
            <a:off x="4039976" y="16775006"/>
            <a:ext cx="27420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configuration.configuration</a:t>
            </a:r>
            <a:endParaRPr lang="en-US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0FBF9697-714E-6D51-9A60-B0E93136FEE7}"/>
              </a:ext>
            </a:extLst>
          </p:cNvPr>
          <p:cNvSpPr txBox="1"/>
          <p:nvPr/>
        </p:nvSpPr>
        <p:spPr>
          <a:xfrm>
            <a:off x="4031170" y="16304290"/>
            <a:ext cx="190802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configuration.easy</a:t>
            </a:r>
            <a:endParaRPr lang="en-US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11B0D3C4-CDFE-4ADE-D144-08D9449687E1}"/>
              </a:ext>
            </a:extLst>
          </p:cNvPr>
          <p:cNvSpPr txBox="1"/>
          <p:nvPr/>
        </p:nvSpPr>
        <p:spPr>
          <a:xfrm>
            <a:off x="3935552" y="1620356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D903746A-1F0A-66F6-4343-8F377BFE039B}"/>
              </a:ext>
            </a:extLst>
          </p:cNvPr>
          <p:cNvSpPr txBox="1"/>
          <p:nvPr/>
        </p:nvSpPr>
        <p:spPr>
          <a:xfrm>
            <a:off x="4153735" y="16202973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6729A2F3-17DF-EF2C-27FD-C184BC1B85B7}"/>
              </a:ext>
            </a:extLst>
          </p:cNvPr>
          <p:cNvSpPr txBox="1"/>
          <p:nvPr/>
        </p:nvSpPr>
        <p:spPr>
          <a:xfrm>
            <a:off x="3990308" y="1670139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cxnSp>
        <p:nvCxnSpPr>
          <p:cNvPr id="526" name="Elbow Connector 31">
            <a:extLst>
              <a:ext uri="{FF2B5EF4-FFF2-40B4-BE49-F238E27FC236}">
                <a16:creationId xmlns:a16="http://schemas.microsoft.com/office/drawing/2014/main" id="{1BE54CA5-76BE-F1AF-E63C-947F772EE43B}"/>
              </a:ext>
            </a:extLst>
          </p:cNvPr>
          <p:cNvCxnSpPr>
            <a:cxnSpLocks/>
            <a:stCxn id="314" idx="2"/>
            <a:endCxn id="520" idx="1"/>
          </p:cNvCxnSpPr>
          <p:nvPr/>
        </p:nvCxnSpPr>
        <p:spPr>
          <a:xfrm rot="16200000" flipH="1">
            <a:off x="3780042" y="16237827"/>
            <a:ext cx="325583" cy="176674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Rectangle 526">
            <a:extLst>
              <a:ext uri="{FF2B5EF4-FFF2-40B4-BE49-F238E27FC236}">
                <a16:creationId xmlns:a16="http://schemas.microsoft.com/office/drawing/2014/main" id="{776E2F8B-3AF5-5007-50C3-93F1DE82D86C}"/>
              </a:ext>
            </a:extLst>
          </p:cNvPr>
          <p:cNvSpPr/>
          <p:nvPr/>
        </p:nvSpPr>
        <p:spPr>
          <a:xfrm>
            <a:off x="2839872" y="16447808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B99C633F-233D-5328-53BB-DDF2511D6518}"/>
              </a:ext>
            </a:extLst>
          </p:cNvPr>
          <p:cNvSpPr/>
          <p:nvPr/>
        </p:nvSpPr>
        <p:spPr>
          <a:xfrm>
            <a:off x="4010228" y="1658962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1A42E44-7C01-BEA5-05CB-9C1E1F90740D}"/>
              </a:ext>
            </a:extLst>
          </p:cNvPr>
          <p:cNvSpPr/>
          <p:nvPr/>
        </p:nvSpPr>
        <p:spPr>
          <a:xfrm>
            <a:off x="4037746" y="1706270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0" name="Elbow Connector 31">
            <a:extLst>
              <a:ext uri="{FF2B5EF4-FFF2-40B4-BE49-F238E27FC236}">
                <a16:creationId xmlns:a16="http://schemas.microsoft.com/office/drawing/2014/main" id="{979BBC79-E846-AF94-1A09-1662AE253DBD}"/>
              </a:ext>
            </a:extLst>
          </p:cNvPr>
          <p:cNvCxnSpPr>
            <a:cxnSpLocks/>
            <a:stCxn id="314" idx="2"/>
            <a:endCxn id="516" idx="1"/>
          </p:cNvCxnSpPr>
          <p:nvPr/>
        </p:nvCxnSpPr>
        <p:spPr>
          <a:xfrm rot="16200000" flipH="1">
            <a:off x="3549087" y="16468782"/>
            <a:ext cx="796299" cy="18548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Box 507">
            <a:extLst>
              <a:ext uri="{FF2B5EF4-FFF2-40B4-BE49-F238E27FC236}">
                <a16:creationId xmlns:a16="http://schemas.microsoft.com/office/drawing/2014/main" id="{8DB937CC-D2C9-0B7B-F272-E0DFF1A985E4}"/>
              </a:ext>
            </a:extLst>
          </p:cNvPr>
          <p:cNvSpPr txBox="1"/>
          <p:nvPr/>
        </p:nvSpPr>
        <p:spPr>
          <a:xfrm>
            <a:off x="8946662" y="-1298092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A2947EB0-54C4-A3CF-6D88-A3E0302EEA8C}"/>
              </a:ext>
            </a:extLst>
          </p:cNvPr>
          <p:cNvSpPr txBox="1"/>
          <p:nvPr/>
        </p:nvSpPr>
        <p:spPr>
          <a:xfrm>
            <a:off x="8956898" y="-818146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06F81E-005F-D945-A914-9106107097E9}"/>
              </a:ext>
            </a:extLst>
          </p:cNvPr>
          <p:cNvSpPr txBox="1"/>
          <p:nvPr/>
        </p:nvSpPr>
        <p:spPr>
          <a:xfrm>
            <a:off x="3990308" y="7164218"/>
            <a:ext cx="24817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 err="1"/>
              <a:t>transport.spring.generic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E9BF7-B654-CD4B-F235-2379490888F2}"/>
              </a:ext>
            </a:extLst>
          </p:cNvPr>
          <p:cNvSpPr txBox="1"/>
          <p:nvPr/>
        </p:nvSpPr>
        <p:spPr>
          <a:xfrm>
            <a:off x="3906020" y="713175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8407C-0ED6-D60B-8985-8B09157D9375}"/>
              </a:ext>
            </a:extLst>
          </p:cNvPr>
          <p:cNvSpPr txBox="1"/>
          <p:nvPr/>
        </p:nvSpPr>
        <p:spPr>
          <a:xfrm>
            <a:off x="4130306" y="7129687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923FE6-E3F7-C867-757F-5570623E7BC7}"/>
              </a:ext>
            </a:extLst>
          </p:cNvPr>
          <p:cNvSpPr txBox="1"/>
          <p:nvPr/>
        </p:nvSpPr>
        <p:spPr>
          <a:xfrm>
            <a:off x="4525900" y="8507947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45582-5E5D-11CB-A3B5-20E0599495D4}"/>
              </a:ext>
            </a:extLst>
          </p:cNvPr>
          <p:cNvSpPr txBox="1"/>
          <p:nvPr/>
        </p:nvSpPr>
        <p:spPr>
          <a:xfrm>
            <a:off x="4264917" y="950190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A46017-85E1-F4F1-366D-A53795AB288E}"/>
              </a:ext>
            </a:extLst>
          </p:cNvPr>
          <p:cNvSpPr txBox="1"/>
          <p:nvPr/>
        </p:nvSpPr>
        <p:spPr>
          <a:xfrm>
            <a:off x="4264917" y="9971800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A0EA9C-B873-6403-9C8B-52026544C981}"/>
              </a:ext>
            </a:extLst>
          </p:cNvPr>
          <p:cNvSpPr txBox="1"/>
          <p:nvPr/>
        </p:nvSpPr>
        <p:spPr>
          <a:xfrm>
            <a:off x="4249893" y="10454788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7EBDD-F798-C7CD-3285-0AA351A4B2B2}"/>
              </a:ext>
            </a:extLst>
          </p:cNvPr>
          <p:cNvSpPr txBox="1"/>
          <p:nvPr/>
        </p:nvSpPr>
        <p:spPr>
          <a:xfrm>
            <a:off x="4239422" y="113166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3A35CC-2C93-F60A-EC7B-A0D4DFD88252}"/>
              </a:ext>
            </a:extLst>
          </p:cNvPr>
          <p:cNvSpPr txBox="1"/>
          <p:nvPr/>
        </p:nvSpPr>
        <p:spPr>
          <a:xfrm>
            <a:off x="4224120" y="11759618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E17CAD-37B4-16A0-DEFB-E9DEA5371902}"/>
              </a:ext>
            </a:extLst>
          </p:cNvPr>
          <p:cNvSpPr txBox="1"/>
          <p:nvPr/>
        </p:nvSpPr>
        <p:spPr>
          <a:xfrm>
            <a:off x="6817522" y="112531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67FB24-1A42-DD44-5D97-DC3D349EC57C}"/>
              </a:ext>
            </a:extLst>
          </p:cNvPr>
          <p:cNvSpPr txBox="1"/>
          <p:nvPr/>
        </p:nvSpPr>
        <p:spPr>
          <a:xfrm>
            <a:off x="6804822" y="117738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9B1470-26C9-304E-BF61-FEED994FEC6D}"/>
              </a:ext>
            </a:extLst>
          </p:cNvPr>
          <p:cNvSpPr txBox="1"/>
          <p:nvPr/>
        </p:nvSpPr>
        <p:spPr>
          <a:xfrm>
            <a:off x="4288460" y="127390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7A6781-F529-FA59-5AFB-29A7848AB3E8}"/>
              </a:ext>
            </a:extLst>
          </p:cNvPr>
          <p:cNvSpPr txBox="1"/>
          <p:nvPr/>
        </p:nvSpPr>
        <p:spPr>
          <a:xfrm>
            <a:off x="4214922" y="136788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31BA42-16DD-E9DF-0B63-B2FCF3FC8045}"/>
              </a:ext>
            </a:extLst>
          </p:cNvPr>
          <p:cNvSpPr txBox="1"/>
          <p:nvPr/>
        </p:nvSpPr>
        <p:spPr>
          <a:xfrm>
            <a:off x="4182278" y="15075841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131B6E-DA32-479B-60E0-83525FCFAB5A}"/>
              </a:ext>
            </a:extLst>
          </p:cNvPr>
          <p:cNvSpPr txBox="1"/>
          <p:nvPr/>
        </p:nvSpPr>
        <p:spPr>
          <a:xfrm>
            <a:off x="6685165" y="7462965"/>
            <a:ext cx="222580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services.spring.loader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8F3944-C845-B2FB-F723-C68BA6DA7AB3}"/>
              </a:ext>
            </a:extLst>
          </p:cNvPr>
          <p:cNvSpPr txBox="1"/>
          <p:nvPr/>
        </p:nvSpPr>
        <p:spPr>
          <a:xfrm>
            <a:off x="6852926" y="7402837"/>
            <a:ext cx="141064" cy="184666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S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10EF4C-AB1C-D3CA-3DEB-9DAF18F2BCBF}"/>
              </a:ext>
            </a:extLst>
          </p:cNvPr>
          <p:cNvSpPr txBox="1"/>
          <p:nvPr/>
        </p:nvSpPr>
        <p:spPr>
          <a:xfrm>
            <a:off x="6643125" y="7402557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57" name="Elbow Connector 31">
            <a:extLst>
              <a:ext uri="{FF2B5EF4-FFF2-40B4-BE49-F238E27FC236}">
                <a16:creationId xmlns:a16="http://schemas.microsoft.com/office/drawing/2014/main" id="{A4BE30A2-F4A4-1BA4-A4DB-AD081231EEAF}"/>
              </a:ext>
            </a:extLst>
          </p:cNvPr>
          <p:cNvCxnSpPr>
            <a:cxnSpLocks/>
            <a:stCxn id="25" idx="2"/>
            <a:endCxn id="151" idx="0"/>
          </p:cNvCxnSpPr>
          <p:nvPr/>
        </p:nvCxnSpPr>
        <p:spPr>
          <a:xfrm rot="5400000">
            <a:off x="7678892" y="7930273"/>
            <a:ext cx="217150" cy="21198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DD2BA40-0772-8163-8835-AFBFE16722D5}"/>
              </a:ext>
            </a:extLst>
          </p:cNvPr>
          <p:cNvSpPr txBox="1"/>
          <p:nvPr/>
        </p:nvSpPr>
        <p:spPr>
          <a:xfrm>
            <a:off x="7368129" y="6034389"/>
            <a:ext cx="23081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connectors.influxv3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4E3820-A1CB-07BF-A5A0-76EB714A974A}"/>
              </a:ext>
            </a:extLst>
          </p:cNvPr>
          <p:cNvSpPr txBox="1"/>
          <p:nvPr/>
        </p:nvSpPr>
        <p:spPr>
          <a:xfrm>
            <a:off x="7292508" y="602464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BFDF1F-6B08-2EEF-2D09-E5B0EBC2E831}"/>
              </a:ext>
            </a:extLst>
          </p:cNvPr>
          <p:cNvSpPr txBox="1"/>
          <p:nvPr/>
        </p:nvSpPr>
        <p:spPr>
          <a:xfrm>
            <a:off x="7519843" y="6019097"/>
            <a:ext cx="147476" cy="184666"/>
          </a:xfrm>
          <a:prstGeom prst="rect">
            <a:avLst/>
          </a:prstGeom>
          <a:solidFill>
            <a:srgbClr val="7030A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* </a:t>
            </a:r>
          </a:p>
        </p:txBody>
      </p:sp>
      <p:cxnSp>
        <p:nvCxnSpPr>
          <p:cNvPr id="449" name="Elbow Connector 22">
            <a:extLst>
              <a:ext uri="{FF2B5EF4-FFF2-40B4-BE49-F238E27FC236}">
                <a16:creationId xmlns:a16="http://schemas.microsoft.com/office/drawing/2014/main" id="{5C2A44A1-B44A-5910-E7D9-704185C66528}"/>
              </a:ext>
            </a:extLst>
          </p:cNvPr>
          <p:cNvCxnSpPr>
            <a:cxnSpLocks/>
            <a:endCxn id="47" idx="3"/>
          </p:cNvCxnSpPr>
          <p:nvPr/>
        </p:nvCxnSpPr>
        <p:spPr>
          <a:xfrm rot="5400000">
            <a:off x="8288465" y="4613750"/>
            <a:ext cx="2993083" cy="21752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" name="TextBox 459">
            <a:extLst>
              <a:ext uri="{FF2B5EF4-FFF2-40B4-BE49-F238E27FC236}">
                <a16:creationId xmlns:a16="http://schemas.microsoft.com/office/drawing/2014/main" id="{4B5E1871-C221-275F-6CE4-5C584902FD5E}"/>
              </a:ext>
            </a:extLst>
          </p:cNvPr>
          <p:cNvSpPr txBox="1"/>
          <p:nvPr/>
        </p:nvSpPr>
        <p:spPr>
          <a:xfrm>
            <a:off x="1658890" y="-3723502"/>
            <a:ext cx="931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tools.lib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E78831C2-91D8-DE0A-E638-4FB8DAD2CD4E}"/>
              </a:ext>
            </a:extLst>
          </p:cNvPr>
          <p:cNvSpPr txBox="1"/>
          <p:nvPr/>
        </p:nvSpPr>
        <p:spPr>
          <a:xfrm>
            <a:off x="1593986" y="-3797706"/>
            <a:ext cx="149080" cy="184666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8 </a:t>
            </a:r>
          </a:p>
        </p:txBody>
      </p:sp>
      <p:cxnSp>
        <p:nvCxnSpPr>
          <p:cNvPr id="466" name="Elbow Connector 63">
            <a:extLst>
              <a:ext uri="{FF2B5EF4-FFF2-40B4-BE49-F238E27FC236}">
                <a16:creationId xmlns:a16="http://schemas.microsoft.com/office/drawing/2014/main" id="{6297D9CB-E1A6-72B4-B77C-F3785A3EAE7E}"/>
              </a:ext>
            </a:extLst>
          </p:cNvPr>
          <p:cNvCxnSpPr>
            <a:cxnSpLocks/>
            <a:stCxn id="460" idx="1"/>
            <a:endCxn id="326" idx="1"/>
          </p:cNvCxnSpPr>
          <p:nvPr/>
        </p:nvCxnSpPr>
        <p:spPr>
          <a:xfrm rot="10800000" flipV="1">
            <a:off x="1656758" y="-3538837"/>
            <a:ext cx="2132" cy="521715"/>
          </a:xfrm>
          <a:prstGeom prst="bentConnector3">
            <a:avLst>
              <a:gd name="adj1" fmla="val 1082232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Box 452">
            <a:extLst>
              <a:ext uri="{FF2B5EF4-FFF2-40B4-BE49-F238E27FC236}">
                <a16:creationId xmlns:a16="http://schemas.microsoft.com/office/drawing/2014/main" id="{A73DA5E7-39DA-B079-3D23-42CC20D4E117}"/>
              </a:ext>
            </a:extLst>
          </p:cNvPr>
          <p:cNvSpPr txBox="1"/>
          <p:nvPr/>
        </p:nvSpPr>
        <p:spPr>
          <a:xfrm>
            <a:off x="614469" y="-341357"/>
            <a:ext cx="106663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cmdTools</a:t>
            </a:r>
            <a:endParaRPr lang="en-US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79C86945-E373-04DA-0708-3A152B3D9048}"/>
              </a:ext>
            </a:extLst>
          </p:cNvPr>
          <p:cNvSpPr txBox="1"/>
          <p:nvPr/>
        </p:nvSpPr>
        <p:spPr>
          <a:xfrm>
            <a:off x="507305" y="-410615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dirty="0"/>
              <a:t>17</a:t>
            </a:r>
            <a:endParaRPr lang="en-DE" sz="1200" dirty="0"/>
          </a:p>
        </p:txBody>
      </p:sp>
      <p:cxnSp>
        <p:nvCxnSpPr>
          <p:cNvPr id="480" name="Elbow Connector 140">
            <a:extLst>
              <a:ext uri="{FF2B5EF4-FFF2-40B4-BE49-F238E27FC236}">
                <a16:creationId xmlns:a16="http://schemas.microsoft.com/office/drawing/2014/main" id="{67AC074C-A252-AF56-1A32-64D0B084652B}"/>
              </a:ext>
            </a:extLst>
          </p:cNvPr>
          <p:cNvCxnSpPr>
            <a:cxnSpLocks/>
            <a:stCxn id="18" idx="2"/>
            <a:endCxn id="453" idx="3"/>
          </p:cNvCxnSpPr>
          <p:nvPr/>
        </p:nvCxnSpPr>
        <p:spPr>
          <a:xfrm rot="5400000">
            <a:off x="1221425" y="-868921"/>
            <a:ext cx="1171913" cy="25254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" name="TextBox 484">
            <a:extLst>
              <a:ext uri="{FF2B5EF4-FFF2-40B4-BE49-F238E27FC236}">
                <a16:creationId xmlns:a16="http://schemas.microsoft.com/office/drawing/2014/main" id="{916046B0-8F9B-9D53-39BB-65574E3FECF5}"/>
              </a:ext>
            </a:extLst>
          </p:cNvPr>
          <p:cNvSpPr txBox="1"/>
          <p:nvPr/>
        </p:nvSpPr>
        <p:spPr>
          <a:xfrm>
            <a:off x="9421139" y="14220997"/>
            <a:ext cx="284994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examples.pythonCondaVenv</a:t>
            </a:r>
            <a:endParaRPr lang="en-US" dirty="0"/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CF3D632A-1CA0-062A-B8DA-F5DC2BA3AAE3}"/>
              </a:ext>
            </a:extLst>
          </p:cNvPr>
          <p:cNvSpPr txBox="1"/>
          <p:nvPr/>
        </p:nvSpPr>
        <p:spPr>
          <a:xfrm>
            <a:off x="12171893" y="14102406"/>
            <a:ext cx="150682" cy="1846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 P 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1AB1FD28-7E1B-2CBD-413A-7A75BF86BD5E}"/>
              </a:ext>
            </a:extLst>
          </p:cNvPr>
          <p:cNvSpPr txBox="1"/>
          <p:nvPr/>
        </p:nvSpPr>
        <p:spPr>
          <a:xfrm>
            <a:off x="9313332" y="14202170"/>
            <a:ext cx="229797" cy="184666"/>
          </a:xfrm>
          <a:prstGeom prst="rect">
            <a:avLst/>
          </a:prstGeom>
          <a:solidFill>
            <a:schemeClr val="accent6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200" dirty="0"/>
              <a:t>17</a:t>
            </a:r>
            <a:endParaRPr lang="en-DE" sz="120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1196C7E7-213F-4AE6-E47C-75BF064BAC1F}"/>
              </a:ext>
            </a:extLst>
          </p:cNvPr>
          <p:cNvSpPr/>
          <p:nvPr/>
        </p:nvSpPr>
        <p:spPr>
          <a:xfrm>
            <a:off x="6453314" y="15323820"/>
            <a:ext cx="229426" cy="171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92" name="Elbow Connector 31">
            <a:extLst>
              <a:ext uri="{FF2B5EF4-FFF2-40B4-BE49-F238E27FC236}">
                <a16:creationId xmlns:a16="http://schemas.microsoft.com/office/drawing/2014/main" id="{76C93FA8-9453-5044-431E-D395741AC215}"/>
              </a:ext>
            </a:extLst>
          </p:cNvPr>
          <p:cNvCxnSpPr>
            <a:cxnSpLocks/>
            <a:stCxn id="221" idx="2"/>
            <a:endCxn id="485" idx="1"/>
          </p:cNvCxnSpPr>
          <p:nvPr/>
        </p:nvCxnSpPr>
        <p:spPr>
          <a:xfrm rot="16200000" flipH="1">
            <a:off x="8376703" y="13361226"/>
            <a:ext cx="1914013" cy="17485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64407FFA-A081-317A-F0ED-F25335F22E2E}"/>
              </a:ext>
            </a:extLst>
          </p:cNvPr>
          <p:cNvSpPr txBox="1"/>
          <p:nvPr/>
        </p:nvSpPr>
        <p:spPr>
          <a:xfrm>
            <a:off x="1215596" y="-4223285"/>
            <a:ext cx="20146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tools.dependencies</a:t>
            </a:r>
            <a:endParaRPr lang="en-US" dirty="0"/>
          </a:p>
        </p:txBody>
      </p:sp>
      <p:cxnSp>
        <p:nvCxnSpPr>
          <p:cNvPr id="481" name="Elbow Connector 63">
            <a:extLst>
              <a:ext uri="{FF2B5EF4-FFF2-40B4-BE49-F238E27FC236}">
                <a16:creationId xmlns:a16="http://schemas.microsoft.com/office/drawing/2014/main" id="{7CCED278-9BB8-6231-50EE-F51F1323EABB}"/>
              </a:ext>
            </a:extLst>
          </p:cNvPr>
          <p:cNvCxnSpPr>
            <a:cxnSpLocks/>
            <a:stCxn id="467" idx="1"/>
            <a:endCxn id="136" idx="1"/>
          </p:cNvCxnSpPr>
          <p:nvPr/>
        </p:nvCxnSpPr>
        <p:spPr>
          <a:xfrm rot="10800000" flipH="1" flipV="1">
            <a:off x="1215595" y="-4038620"/>
            <a:ext cx="643621" cy="2514297"/>
          </a:xfrm>
          <a:prstGeom prst="bentConnector3">
            <a:avLst>
              <a:gd name="adj1" fmla="val -35518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211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5A18A-1301-4DC2-A53F-BAE362EC440A}"/>
              </a:ext>
            </a:extLst>
          </p:cNvPr>
          <p:cNvSpPr txBox="1"/>
          <p:nvPr/>
        </p:nvSpPr>
        <p:spPr>
          <a:xfrm>
            <a:off x="216933" y="200009"/>
            <a:ext cx="15022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IIP_Ecosphere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40137-AFFE-4ED1-8D4F-711BDC7E14CA}"/>
              </a:ext>
            </a:extLst>
          </p:cNvPr>
          <p:cNvSpPr txBox="1"/>
          <p:nvPr/>
        </p:nvSpPr>
        <p:spPr>
          <a:xfrm>
            <a:off x="465584" y="665230"/>
            <a:ext cx="9968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16859-B6FB-47B9-8981-6BC6DE75D671}"/>
              </a:ext>
            </a:extLst>
          </p:cNvPr>
          <p:cNvSpPr txBox="1"/>
          <p:nvPr/>
        </p:nvSpPr>
        <p:spPr>
          <a:xfrm>
            <a:off x="468953" y="1537064"/>
            <a:ext cx="69281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AB890-F4C6-4A77-91BD-350136BCBA1D}"/>
              </a:ext>
            </a:extLst>
          </p:cNvPr>
          <p:cNvSpPr txBox="1"/>
          <p:nvPr/>
        </p:nvSpPr>
        <p:spPr>
          <a:xfrm>
            <a:off x="442917" y="2549360"/>
            <a:ext cx="203895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/>
              <a:t>installedConnectors</a:t>
            </a:r>
            <a:endParaRPr lang="en-US" dirty="0"/>
          </a:p>
        </p:txBody>
      </p:sp>
      <p:cxnSp>
        <p:nvCxnSpPr>
          <p:cNvPr id="6" name="Elbow Connector 140">
            <a:extLst>
              <a:ext uri="{FF2B5EF4-FFF2-40B4-BE49-F238E27FC236}">
                <a16:creationId xmlns:a16="http://schemas.microsoft.com/office/drawing/2014/main" id="{75CC4348-5461-4D2D-925F-073C3848E3A8}"/>
              </a:ext>
            </a:extLst>
          </p:cNvPr>
          <p:cNvCxnSpPr>
            <a:cxnSpLocks/>
            <a:stCxn id="18" idx="2"/>
            <a:endCxn id="3" idx="1"/>
          </p:cNvCxnSpPr>
          <p:nvPr/>
        </p:nvCxnSpPr>
        <p:spPr>
          <a:xfrm rot="16200000" flipH="1">
            <a:off x="235701" y="620012"/>
            <a:ext cx="285791" cy="17397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D541CE-C1C3-4EDB-BE01-F112436309D8}"/>
              </a:ext>
            </a:extLst>
          </p:cNvPr>
          <p:cNvSpPr txBox="1"/>
          <p:nvPr/>
        </p:nvSpPr>
        <p:spPr>
          <a:xfrm>
            <a:off x="2971930" y="107460"/>
            <a:ext cx="762260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name</a:t>
            </a:r>
          </a:p>
          <a:p>
            <a:r>
              <a:rPr lang="en-US" sz="1200" dirty="0"/>
              <a:t>version</a:t>
            </a:r>
          </a:p>
          <a:p>
            <a:r>
              <a:rPr lang="en-US" sz="1200" dirty="0" err="1"/>
              <a:t>isRelease</a:t>
            </a:r>
            <a:endParaRPr lang="en-US" sz="1200" dirty="0"/>
          </a:p>
          <a:p>
            <a:r>
              <a:rPr lang="en-US" sz="1200" dirty="0" err="1"/>
              <a:t>buildId</a:t>
            </a:r>
            <a:endParaRPr lang="en-D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62C1A-119C-4CB8-9EC0-BF93B6B70D13}"/>
              </a:ext>
            </a:extLst>
          </p:cNvPr>
          <p:cNvSpPr txBox="1"/>
          <p:nvPr/>
        </p:nvSpPr>
        <p:spPr>
          <a:xfrm>
            <a:off x="465583" y="1109881"/>
            <a:ext cx="105997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transport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AB402-CD13-4F25-B541-465FC4650417}"/>
              </a:ext>
            </a:extLst>
          </p:cNvPr>
          <p:cNvSpPr txBox="1"/>
          <p:nvPr/>
        </p:nvSpPr>
        <p:spPr>
          <a:xfrm>
            <a:off x="2979950" y="1033495"/>
            <a:ext cx="908454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protocol</a:t>
            </a:r>
          </a:p>
          <a:p>
            <a:r>
              <a:rPr lang="en-US" sz="1200" dirty="0" err="1"/>
              <a:t>wireFormat</a:t>
            </a:r>
            <a:endParaRPr lang="en-D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DB60B-84CB-4049-9AAE-CC9EF7DD8121}"/>
              </a:ext>
            </a:extLst>
          </p:cNvPr>
          <p:cNvSpPr txBox="1"/>
          <p:nvPr/>
        </p:nvSpPr>
        <p:spPr>
          <a:xfrm>
            <a:off x="795233" y="2015152"/>
            <a:ext cx="59343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/>
              <a:t>type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704B6-1744-4658-B263-135D0A9A8768}"/>
              </a:ext>
            </a:extLst>
          </p:cNvPr>
          <p:cNvSpPr txBox="1"/>
          <p:nvPr/>
        </p:nvSpPr>
        <p:spPr>
          <a:xfrm>
            <a:off x="876206" y="2089176"/>
            <a:ext cx="59343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97E24-AF6B-4AC1-8863-23B6E2725B9E}"/>
              </a:ext>
            </a:extLst>
          </p:cNvPr>
          <p:cNvSpPr txBox="1"/>
          <p:nvPr/>
        </p:nvSpPr>
        <p:spPr>
          <a:xfrm>
            <a:off x="439443" y="3566796"/>
            <a:ext cx="180485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activeConnectors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9B921-2597-414E-9E50-90F40C544339}"/>
              </a:ext>
            </a:extLst>
          </p:cNvPr>
          <p:cNvSpPr txBox="1"/>
          <p:nvPr/>
        </p:nvSpPr>
        <p:spPr>
          <a:xfrm>
            <a:off x="813677" y="4068166"/>
            <a:ext cx="142282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connector_</a:t>
            </a:r>
            <a:r>
              <a:rPr lang="en-US" i="1" dirty="0" err="1"/>
              <a:t>id</a:t>
            </a:r>
            <a:endParaRPr 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9B963-279F-4FEC-B41F-5A73051C11CB}"/>
              </a:ext>
            </a:extLst>
          </p:cNvPr>
          <p:cNvSpPr txBox="1"/>
          <p:nvPr/>
        </p:nvSpPr>
        <p:spPr>
          <a:xfrm>
            <a:off x="896112" y="4148835"/>
            <a:ext cx="139980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dirty="0" err="1"/>
              <a:t>connector_id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0DFFB-EB0E-4405-A1B7-01EEF8132FCA}"/>
              </a:ext>
            </a:extLst>
          </p:cNvPr>
          <p:cNvSpPr txBox="1"/>
          <p:nvPr/>
        </p:nvSpPr>
        <p:spPr>
          <a:xfrm>
            <a:off x="3096689" y="3799752"/>
            <a:ext cx="820481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cmpd="dbl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name</a:t>
            </a:r>
          </a:p>
          <a:p>
            <a:r>
              <a:rPr lang="en-US" sz="1200" dirty="0"/>
              <a:t>descriptor</a:t>
            </a:r>
          </a:p>
          <a:p>
            <a:r>
              <a:rPr lang="en-US" sz="1200" dirty="0" err="1"/>
              <a:t>outType</a:t>
            </a:r>
            <a:endParaRPr lang="en-US" sz="1200" dirty="0"/>
          </a:p>
          <a:p>
            <a:r>
              <a:rPr lang="en-US" sz="1200" dirty="0" err="1"/>
              <a:t>inType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2BA299-B396-4AB8-9FA9-C883FB8C4E23}"/>
              </a:ext>
            </a:extLst>
          </p:cNvPr>
          <p:cNvSpPr txBox="1"/>
          <p:nvPr/>
        </p:nvSpPr>
        <p:spPr>
          <a:xfrm>
            <a:off x="4599210" y="2375509"/>
            <a:ext cx="1734770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name</a:t>
            </a:r>
          </a:p>
          <a:p>
            <a:r>
              <a:rPr lang="en-US" sz="1200" dirty="0" err="1"/>
              <a:t>supportsEvents</a:t>
            </a:r>
            <a:endParaRPr lang="en-US" sz="1200" dirty="0"/>
          </a:p>
          <a:p>
            <a:r>
              <a:rPr lang="en-US" sz="1200" dirty="0" err="1"/>
              <a:t>hasModel</a:t>
            </a:r>
            <a:endParaRPr lang="en-US" sz="1200" dirty="0"/>
          </a:p>
          <a:p>
            <a:r>
              <a:rPr lang="en-US" sz="1200" dirty="0" err="1"/>
              <a:t>supportsQualifiedNames</a:t>
            </a:r>
            <a:endParaRPr lang="en-US" sz="1200" dirty="0"/>
          </a:p>
          <a:p>
            <a:r>
              <a:rPr lang="en-US" sz="1200" dirty="0" err="1"/>
              <a:t>supportsProperties</a:t>
            </a:r>
            <a:endParaRPr lang="en-US" sz="1200" dirty="0"/>
          </a:p>
          <a:p>
            <a:r>
              <a:rPr lang="en-US" sz="1200" dirty="0" err="1"/>
              <a:t>supportsCalls</a:t>
            </a:r>
            <a:endParaRPr lang="en-US" sz="1200" dirty="0"/>
          </a:p>
          <a:p>
            <a:r>
              <a:rPr lang="en-US" sz="1200" dirty="0" err="1"/>
              <a:t>supportsStructs</a:t>
            </a:r>
            <a:endParaRPr lang="en-DE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38B835-89C9-4AA8-8527-82059BAFC6C3}"/>
              </a:ext>
            </a:extLst>
          </p:cNvPr>
          <p:cNvSpPr/>
          <p:nvPr/>
        </p:nvSpPr>
        <p:spPr>
          <a:xfrm>
            <a:off x="216931" y="481809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Elbow Connector 140">
            <a:extLst>
              <a:ext uri="{FF2B5EF4-FFF2-40B4-BE49-F238E27FC236}">
                <a16:creationId xmlns:a16="http://schemas.microsoft.com/office/drawing/2014/main" id="{6CC1811B-870E-4A21-989F-274CC7007F44}"/>
              </a:ext>
            </a:extLst>
          </p:cNvPr>
          <p:cNvCxnSpPr>
            <a:cxnSpLocks/>
            <a:stCxn id="18" idx="2"/>
            <a:endCxn id="8" idx="1"/>
          </p:cNvCxnSpPr>
          <p:nvPr/>
        </p:nvCxnSpPr>
        <p:spPr>
          <a:xfrm rot="16200000" flipH="1">
            <a:off x="13374" y="842338"/>
            <a:ext cx="730442" cy="17397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140">
            <a:extLst>
              <a:ext uri="{FF2B5EF4-FFF2-40B4-BE49-F238E27FC236}">
                <a16:creationId xmlns:a16="http://schemas.microsoft.com/office/drawing/2014/main" id="{C4137252-A9BF-484F-B991-242C69EE0042}"/>
              </a:ext>
            </a:extLst>
          </p:cNvPr>
          <p:cNvCxnSpPr>
            <a:cxnSpLocks/>
            <a:stCxn id="18" idx="2"/>
            <a:endCxn id="4" idx="1"/>
          </p:cNvCxnSpPr>
          <p:nvPr/>
        </p:nvCxnSpPr>
        <p:spPr>
          <a:xfrm rot="16200000" flipH="1">
            <a:off x="-198532" y="1054244"/>
            <a:ext cx="1157625" cy="17734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36238F-072E-43B6-B66C-7D02678CED50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1462394" y="522958"/>
            <a:ext cx="1509536" cy="3269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8E764D-81B5-4CC7-8DFD-DB56C635B39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525554" y="1264327"/>
            <a:ext cx="1454397" cy="302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2707208-5A1C-4175-BB39-D812AADA9139}"/>
              </a:ext>
            </a:extLst>
          </p:cNvPr>
          <p:cNvSpPr txBox="1"/>
          <p:nvPr/>
        </p:nvSpPr>
        <p:spPr>
          <a:xfrm>
            <a:off x="4552077" y="1725419"/>
            <a:ext cx="132241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attr_</a:t>
            </a:r>
            <a:r>
              <a:rPr lang="en-US" sz="1200" i="1" dirty="0"/>
              <a:t>name</a:t>
            </a:r>
            <a:r>
              <a:rPr lang="en-US" sz="1200" i="1" baseline="-25000" dirty="0"/>
              <a:t>1</a:t>
            </a:r>
            <a:r>
              <a:rPr lang="en-US" sz="1200" i="1" dirty="0"/>
              <a:t>=“</a:t>
            </a:r>
            <a:r>
              <a:rPr lang="en-US" sz="1200" i="1" dirty="0" err="1"/>
              <a:t>typ</a:t>
            </a:r>
            <a:r>
              <a:rPr lang="en-US" sz="1200" i="1" dirty="0"/>
              <a:t>”</a:t>
            </a:r>
          </a:p>
          <a:p>
            <a:r>
              <a:rPr lang="en-US" sz="1200" dirty="0"/>
              <a:t>attr_</a:t>
            </a:r>
            <a:r>
              <a:rPr lang="en-US" sz="1200" i="1" dirty="0"/>
              <a:t>name</a:t>
            </a:r>
            <a:r>
              <a:rPr lang="en-US" sz="1200" i="1" baseline="-25000" dirty="0"/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8F8A58-2CE5-4CA1-AB32-ACEFC6A7A334}"/>
              </a:ext>
            </a:extLst>
          </p:cNvPr>
          <p:cNvSpPr/>
          <p:nvPr/>
        </p:nvSpPr>
        <p:spPr>
          <a:xfrm>
            <a:off x="485997" y="182012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Elbow Connector 140">
            <a:extLst>
              <a:ext uri="{FF2B5EF4-FFF2-40B4-BE49-F238E27FC236}">
                <a16:creationId xmlns:a16="http://schemas.microsoft.com/office/drawing/2014/main" id="{2C83C3B1-2A56-472D-BED8-1A2ECF85E3C0}"/>
              </a:ext>
            </a:extLst>
          </p:cNvPr>
          <p:cNvCxnSpPr>
            <a:cxnSpLocks/>
            <a:stCxn id="36" idx="2"/>
            <a:endCxn id="11" idx="1"/>
          </p:cNvCxnSpPr>
          <p:nvPr/>
        </p:nvCxnSpPr>
        <p:spPr>
          <a:xfrm rot="16200000" flipH="1">
            <a:off x="532728" y="1930363"/>
            <a:ext cx="371425" cy="315533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140">
            <a:extLst>
              <a:ext uri="{FF2B5EF4-FFF2-40B4-BE49-F238E27FC236}">
                <a16:creationId xmlns:a16="http://schemas.microsoft.com/office/drawing/2014/main" id="{5E785B25-E574-465D-BEA0-DF3C1336A964}"/>
              </a:ext>
            </a:extLst>
          </p:cNvPr>
          <p:cNvCxnSpPr>
            <a:cxnSpLocks/>
            <a:stCxn id="36" idx="2"/>
            <a:endCxn id="10" idx="1"/>
          </p:cNvCxnSpPr>
          <p:nvPr/>
        </p:nvCxnSpPr>
        <p:spPr>
          <a:xfrm rot="16200000" flipH="1">
            <a:off x="529254" y="1933837"/>
            <a:ext cx="297401" cy="234560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55D3295-722E-450E-9A56-B53BAD0F4065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 flipV="1">
            <a:off x="1469638" y="1956252"/>
            <a:ext cx="3082438" cy="3175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140">
            <a:extLst>
              <a:ext uri="{FF2B5EF4-FFF2-40B4-BE49-F238E27FC236}">
                <a16:creationId xmlns:a16="http://schemas.microsoft.com/office/drawing/2014/main" id="{550B817A-1075-48C2-952F-89E1A60F8B1A}"/>
              </a:ext>
            </a:extLst>
          </p:cNvPr>
          <p:cNvCxnSpPr>
            <a:cxnSpLocks/>
            <a:stCxn id="18" idx="2"/>
            <a:endCxn id="5" idx="1"/>
          </p:cNvCxnSpPr>
          <p:nvPr/>
        </p:nvCxnSpPr>
        <p:spPr>
          <a:xfrm rot="16200000" flipH="1">
            <a:off x="-729898" y="1585609"/>
            <a:ext cx="2194319" cy="15130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140">
            <a:extLst>
              <a:ext uri="{FF2B5EF4-FFF2-40B4-BE49-F238E27FC236}">
                <a16:creationId xmlns:a16="http://schemas.microsoft.com/office/drawing/2014/main" id="{8F62DC76-C589-4097-AB32-738E32F81F04}"/>
              </a:ext>
            </a:extLst>
          </p:cNvPr>
          <p:cNvCxnSpPr>
            <a:cxnSpLocks/>
            <a:stCxn id="54" idx="2"/>
            <a:endCxn id="16" idx="1"/>
          </p:cNvCxnSpPr>
          <p:nvPr/>
        </p:nvCxnSpPr>
        <p:spPr>
          <a:xfrm rot="16200000" flipH="1">
            <a:off x="532059" y="2919241"/>
            <a:ext cx="355415" cy="354317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DEC89A5-19E9-4ED6-BF60-595D5347C58E}"/>
              </a:ext>
            </a:extLst>
          </p:cNvPr>
          <p:cNvSpPr/>
          <p:nvPr/>
        </p:nvSpPr>
        <p:spPr>
          <a:xfrm>
            <a:off x="457931" y="283639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40BC31-6669-4558-ABE9-18B72F00900A}"/>
              </a:ext>
            </a:extLst>
          </p:cNvPr>
          <p:cNvSpPr txBox="1"/>
          <p:nvPr/>
        </p:nvSpPr>
        <p:spPr>
          <a:xfrm>
            <a:off x="805740" y="3013132"/>
            <a:ext cx="106869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/>
              <a:t>connType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5F799-4289-4808-8B63-2C6840DE27A0}"/>
              </a:ext>
            </a:extLst>
          </p:cNvPr>
          <p:cNvSpPr txBox="1"/>
          <p:nvPr/>
        </p:nvSpPr>
        <p:spPr>
          <a:xfrm>
            <a:off x="886924" y="3089441"/>
            <a:ext cx="106869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/>
              <a:t>connType</a:t>
            </a:r>
            <a:endParaRPr lang="en-US" dirty="0"/>
          </a:p>
        </p:txBody>
      </p:sp>
      <p:cxnSp>
        <p:nvCxnSpPr>
          <p:cNvPr id="58" name="Elbow Connector 140">
            <a:extLst>
              <a:ext uri="{FF2B5EF4-FFF2-40B4-BE49-F238E27FC236}">
                <a16:creationId xmlns:a16="http://schemas.microsoft.com/office/drawing/2014/main" id="{2D131486-01AC-45E0-AB77-4DB0735C3BF2}"/>
              </a:ext>
            </a:extLst>
          </p:cNvPr>
          <p:cNvCxnSpPr>
            <a:cxnSpLocks/>
            <a:stCxn id="54" idx="2"/>
            <a:endCxn id="56" idx="1"/>
          </p:cNvCxnSpPr>
          <p:nvPr/>
        </p:nvCxnSpPr>
        <p:spPr>
          <a:xfrm rot="16200000" flipH="1">
            <a:off x="529620" y="2921679"/>
            <a:ext cx="279106" cy="273133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140">
            <a:extLst>
              <a:ext uri="{FF2B5EF4-FFF2-40B4-BE49-F238E27FC236}">
                <a16:creationId xmlns:a16="http://schemas.microsoft.com/office/drawing/2014/main" id="{AF3C9187-24B2-4F4C-8CD2-BC7EC2010DF5}"/>
              </a:ext>
            </a:extLst>
          </p:cNvPr>
          <p:cNvCxnSpPr>
            <a:cxnSpLocks/>
            <a:stCxn id="18" idx="2"/>
            <a:endCxn id="12" idx="1"/>
          </p:cNvCxnSpPr>
          <p:nvPr/>
        </p:nvCxnSpPr>
        <p:spPr>
          <a:xfrm rot="16200000" flipH="1">
            <a:off x="-1240353" y="2096064"/>
            <a:ext cx="3211755" cy="14783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9773FF9-9B80-451E-9F5A-62191F59F62D}"/>
              </a:ext>
            </a:extLst>
          </p:cNvPr>
          <p:cNvSpPr/>
          <p:nvPr/>
        </p:nvSpPr>
        <p:spPr>
          <a:xfrm>
            <a:off x="485997" y="3846312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Elbow Connector 140">
            <a:extLst>
              <a:ext uri="{FF2B5EF4-FFF2-40B4-BE49-F238E27FC236}">
                <a16:creationId xmlns:a16="http://schemas.microsoft.com/office/drawing/2014/main" id="{5DDA2CE3-3FEF-45AF-82B8-D438E606088D}"/>
              </a:ext>
            </a:extLst>
          </p:cNvPr>
          <p:cNvCxnSpPr>
            <a:cxnSpLocks/>
            <a:stCxn id="66" idx="2"/>
            <a:endCxn id="14" idx="1"/>
          </p:cNvCxnSpPr>
          <p:nvPr/>
        </p:nvCxnSpPr>
        <p:spPr>
          <a:xfrm rot="16200000" flipH="1">
            <a:off x="525947" y="3963335"/>
            <a:ext cx="404893" cy="335438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140">
            <a:extLst>
              <a:ext uri="{FF2B5EF4-FFF2-40B4-BE49-F238E27FC236}">
                <a16:creationId xmlns:a16="http://schemas.microsoft.com/office/drawing/2014/main" id="{7CF93A1E-E63C-4108-9855-93BDE6190E8F}"/>
              </a:ext>
            </a:extLst>
          </p:cNvPr>
          <p:cNvCxnSpPr>
            <a:cxnSpLocks/>
            <a:stCxn id="66" idx="2"/>
            <a:endCxn id="13" idx="1"/>
          </p:cNvCxnSpPr>
          <p:nvPr/>
        </p:nvCxnSpPr>
        <p:spPr>
          <a:xfrm rot="16200000" flipH="1">
            <a:off x="525062" y="3964219"/>
            <a:ext cx="324224" cy="253003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698DD86-1F54-48FE-B8F6-811134066E6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1955614" y="3068007"/>
            <a:ext cx="2643596" cy="2061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E210E5C-B26E-46B2-9385-56CC4CFC732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295918" y="4215251"/>
            <a:ext cx="800770" cy="1182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FBB10C3-A4FD-4644-850F-DA06FC98B261}"/>
              </a:ext>
            </a:extLst>
          </p:cNvPr>
          <p:cNvSpPr/>
          <p:nvPr/>
        </p:nvSpPr>
        <p:spPr>
          <a:xfrm>
            <a:off x="3779415" y="432150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Elbow Connector 140">
            <a:extLst>
              <a:ext uri="{FF2B5EF4-FFF2-40B4-BE49-F238E27FC236}">
                <a16:creationId xmlns:a16="http://schemas.microsoft.com/office/drawing/2014/main" id="{8F32733C-481D-4DEF-80F9-74C648752E69}"/>
              </a:ext>
            </a:extLst>
          </p:cNvPr>
          <p:cNvCxnSpPr>
            <a:cxnSpLocks/>
            <a:stCxn id="11" idx="3"/>
            <a:endCxn id="82" idx="3"/>
          </p:cNvCxnSpPr>
          <p:nvPr/>
        </p:nvCxnSpPr>
        <p:spPr>
          <a:xfrm>
            <a:off x="1469639" y="2273843"/>
            <a:ext cx="2459129" cy="2088807"/>
          </a:xfrm>
          <a:prstGeom prst="bentConnector3">
            <a:avLst>
              <a:gd name="adj1" fmla="val 109296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A272CA3C-146C-4450-BFE6-964E4259135D}"/>
              </a:ext>
            </a:extLst>
          </p:cNvPr>
          <p:cNvSpPr/>
          <p:nvPr/>
        </p:nvSpPr>
        <p:spPr>
          <a:xfrm>
            <a:off x="3776342" y="449734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Elbow Connector 140">
            <a:extLst>
              <a:ext uri="{FF2B5EF4-FFF2-40B4-BE49-F238E27FC236}">
                <a16:creationId xmlns:a16="http://schemas.microsoft.com/office/drawing/2014/main" id="{C62516CB-DDBF-49CA-9049-02B449934486}"/>
              </a:ext>
            </a:extLst>
          </p:cNvPr>
          <p:cNvCxnSpPr>
            <a:cxnSpLocks/>
            <a:stCxn id="11" idx="3"/>
            <a:endCxn id="88" idx="3"/>
          </p:cNvCxnSpPr>
          <p:nvPr/>
        </p:nvCxnSpPr>
        <p:spPr>
          <a:xfrm>
            <a:off x="1469638" y="2273843"/>
            <a:ext cx="2456056" cy="2264647"/>
          </a:xfrm>
          <a:prstGeom prst="bentConnector3">
            <a:avLst>
              <a:gd name="adj1" fmla="val 109308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8B8FFC50-8F2F-4928-A9B5-CD4E4AE00796}"/>
              </a:ext>
            </a:extLst>
          </p:cNvPr>
          <p:cNvSpPr/>
          <p:nvPr/>
        </p:nvSpPr>
        <p:spPr>
          <a:xfrm>
            <a:off x="3787577" y="4116959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Elbow Connector 140">
            <a:extLst>
              <a:ext uri="{FF2B5EF4-FFF2-40B4-BE49-F238E27FC236}">
                <a16:creationId xmlns:a16="http://schemas.microsoft.com/office/drawing/2014/main" id="{D0F0FA36-F4FF-4584-8AF3-56D15C2381FD}"/>
              </a:ext>
            </a:extLst>
          </p:cNvPr>
          <p:cNvCxnSpPr>
            <a:cxnSpLocks/>
            <a:stCxn id="16" idx="3"/>
            <a:endCxn id="92" idx="3"/>
          </p:cNvCxnSpPr>
          <p:nvPr/>
        </p:nvCxnSpPr>
        <p:spPr>
          <a:xfrm>
            <a:off x="1955615" y="3274107"/>
            <a:ext cx="1981315" cy="884000"/>
          </a:xfrm>
          <a:prstGeom prst="bentConnector3">
            <a:avLst>
              <a:gd name="adj1" fmla="val 111538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E325CA6-B514-437E-B618-978AB008C0B4}"/>
              </a:ext>
            </a:extLst>
          </p:cNvPr>
          <p:cNvSpPr txBox="1"/>
          <p:nvPr/>
        </p:nvSpPr>
        <p:spPr>
          <a:xfrm>
            <a:off x="425189" y="4650205"/>
            <a:ext cx="17379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/>
              <a:t>installedServices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2C0EFD9-D302-4291-BCF4-A4FACF3E6F3A}"/>
              </a:ext>
            </a:extLst>
          </p:cNvPr>
          <p:cNvSpPr txBox="1"/>
          <p:nvPr/>
        </p:nvSpPr>
        <p:spPr>
          <a:xfrm>
            <a:off x="797529" y="5111110"/>
            <a:ext cx="126041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serviceType</a:t>
            </a:r>
            <a:endParaRPr lang="en-US" i="1" dirty="0"/>
          </a:p>
        </p:txBody>
      </p:sp>
      <p:cxnSp>
        <p:nvCxnSpPr>
          <p:cNvPr id="100" name="Elbow Connector 140">
            <a:extLst>
              <a:ext uri="{FF2B5EF4-FFF2-40B4-BE49-F238E27FC236}">
                <a16:creationId xmlns:a16="http://schemas.microsoft.com/office/drawing/2014/main" id="{C29CC5BD-0231-4DF4-87B5-D03D61ED1411}"/>
              </a:ext>
            </a:extLst>
          </p:cNvPr>
          <p:cNvCxnSpPr>
            <a:cxnSpLocks/>
            <a:stCxn id="18" idx="2"/>
            <a:endCxn id="98" idx="1"/>
          </p:cNvCxnSpPr>
          <p:nvPr/>
        </p:nvCxnSpPr>
        <p:spPr>
          <a:xfrm rot="16200000" flipH="1">
            <a:off x="-1789185" y="2644896"/>
            <a:ext cx="4295164" cy="13358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6D0508E-7ECA-45D9-ABE2-1602FC5AF91F}"/>
              </a:ext>
            </a:extLst>
          </p:cNvPr>
          <p:cNvSpPr/>
          <p:nvPr/>
        </p:nvSpPr>
        <p:spPr>
          <a:xfrm>
            <a:off x="475538" y="492814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Elbow Connector 140">
            <a:extLst>
              <a:ext uri="{FF2B5EF4-FFF2-40B4-BE49-F238E27FC236}">
                <a16:creationId xmlns:a16="http://schemas.microsoft.com/office/drawing/2014/main" id="{8CF0960A-ED5D-418A-B087-0463472C9DF4}"/>
              </a:ext>
            </a:extLst>
          </p:cNvPr>
          <p:cNvCxnSpPr>
            <a:cxnSpLocks/>
            <a:stCxn id="103" idx="2"/>
            <a:endCxn id="99" idx="1"/>
          </p:cNvCxnSpPr>
          <p:nvPr/>
        </p:nvCxnSpPr>
        <p:spPr>
          <a:xfrm rot="16200000" flipH="1">
            <a:off x="531206" y="5029452"/>
            <a:ext cx="285333" cy="247315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6C8A905-B67F-437F-896C-8A2AE364949C}"/>
              </a:ext>
            </a:extLst>
          </p:cNvPr>
          <p:cNvSpPr txBox="1"/>
          <p:nvPr/>
        </p:nvSpPr>
        <p:spPr>
          <a:xfrm>
            <a:off x="896111" y="5230092"/>
            <a:ext cx="126041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serviceType</a:t>
            </a:r>
            <a:endParaRPr lang="en-US" i="1" dirty="0"/>
          </a:p>
        </p:txBody>
      </p:sp>
      <p:cxnSp>
        <p:nvCxnSpPr>
          <p:cNvPr id="110" name="Elbow Connector 140">
            <a:extLst>
              <a:ext uri="{FF2B5EF4-FFF2-40B4-BE49-F238E27FC236}">
                <a16:creationId xmlns:a16="http://schemas.microsoft.com/office/drawing/2014/main" id="{E80B86E3-A8DE-4204-993B-7891DF91B3DF}"/>
              </a:ext>
            </a:extLst>
          </p:cNvPr>
          <p:cNvCxnSpPr>
            <a:cxnSpLocks/>
            <a:stCxn id="103" idx="2"/>
            <a:endCxn id="109" idx="1"/>
          </p:cNvCxnSpPr>
          <p:nvPr/>
        </p:nvCxnSpPr>
        <p:spPr>
          <a:xfrm rot="16200000" flipH="1">
            <a:off x="521006" y="5039652"/>
            <a:ext cx="404315" cy="345897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4D094FB-175C-4D2E-9A6A-B4B8CF6360A6}"/>
              </a:ext>
            </a:extLst>
          </p:cNvPr>
          <p:cNvSpPr txBox="1"/>
          <p:nvPr/>
        </p:nvSpPr>
        <p:spPr>
          <a:xfrm>
            <a:off x="409865" y="6325122"/>
            <a:ext cx="150381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/>
              <a:t>activeServices</a:t>
            </a:r>
            <a:endParaRPr lang="en-US" dirty="0"/>
          </a:p>
        </p:txBody>
      </p:sp>
      <p:cxnSp>
        <p:nvCxnSpPr>
          <p:cNvPr id="138" name="Elbow Connector 140">
            <a:extLst>
              <a:ext uri="{FF2B5EF4-FFF2-40B4-BE49-F238E27FC236}">
                <a16:creationId xmlns:a16="http://schemas.microsoft.com/office/drawing/2014/main" id="{FA8BCE83-881C-4FE7-911A-C0256760E76C}"/>
              </a:ext>
            </a:extLst>
          </p:cNvPr>
          <p:cNvCxnSpPr>
            <a:cxnSpLocks/>
            <a:stCxn id="18" idx="2"/>
            <a:endCxn id="137" idx="1"/>
          </p:cNvCxnSpPr>
          <p:nvPr/>
        </p:nvCxnSpPr>
        <p:spPr>
          <a:xfrm rot="16200000" flipH="1">
            <a:off x="-2634304" y="3490016"/>
            <a:ext cx="5970081" cy="118258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438441C-205C-47AB-B578-6EF5DC218305}"/>
              </a:ext>
            </a:extLst>
          </p:cNvPr>
          <p:cNvSpPr txBox="1"/>
          <p:nvPr/>
        </p:nvSpPr>
        <p:spPr>
          <a:xfrm>
            <a:off x="424354" y="7349819"/>
            <a:ext cx="21244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/>
              <a:t>installedApplications</a:t>
            </a:r>
            <a:endParaRPr 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3FCDBC1-CB33-4468-BAE1-98FD58D58BCB}"/>
              </a:ext>
            </a:extLst>
          </p:cNvPr>
          <p:cNvSpPr txBox="1"/>
          <p:nvPr/>
        </p:nvSpPr>
        <p:spPr>
          <a:xfrm>
            <a:off x="428083" y="8334112"/>
            <a:ext cx="189038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/>
              <a:t>activeApplications</a:t>
            </a:r>
            <a:endParaRPr lang="en-US" dirty="0"/>
          </a:p>
        </p:txBody>
      </p:sp>
      <p:cxnSp>
        <p:nvCxnSpPr>
          <p:cNvPr id="143" name="Elbow Connector 140">
            <a:extLst>
              <a:ext uri="{FF2B5EF4-FFF2-40B4-BE49-F238E27FC236}">
                <a16:creationId xmlns:a16="http://schemas.microsoft.com/office/drawing/2014/main" id="{C5593FC1-3BD6-4766-9EE9-5254330035C4}"/>
              </a:ext>
            </a:extLst>
          </p:cNvPr>
          <p:cNvCxnSpPr>
            <a:cxnSpLocks/>
            <a:stCxn id="18" idx="2"/>
            <a:endCxn id="141" idx="1"/>
          </p:cNvCxnSpPr>
          <p:nvPr/>
        </p:nvCxnSpPr>
        <p:spPr>
          <a:xfrm rot="16200000" flipH="1">
            <a:off x="-3127210" y="3982921"/>
            <a:ext cx="6970380" cy="13274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lbow Connector 140">
            <a:extLst>
              <a:ext uri="{FF2B5EF4-FFF2-40B4-BE49-F238E27FC236}">
                <a16:creationId xmlns:a16="http://schemas.microsoft.com/office/drawing/2014/main" id="{69B45DC0-A44E-418D-A7F0-188C01B6A19F}"/>
              </a:ext>
            </a:extLst>
          </p:cNvPr>
          <p:cNvCxnSpPr>
            <a:cxnSpLocks/>
            <a:stCxn id="18" idx="2"/>
            <a:endCxn id="142" idx="1"/>
          </p:cNvCxnSpPr>
          <p:nvPr/>
        </p:nvCxnSpPr>
        <p:spPr>
          <a:xfrm rot="16200000" flipH="1">
            <a:off x="-3617491" y="4473203"/>
            <a:ext cx="7954673" cy="13647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63D52BF9-0FA0-4EB5-8BD4-1E294D2B835B}"/>
              </a:ext>
            </a:extLst>
          </p:cNvPr>
          <p:cNvSpPr txBox="1"/>
          <p:nvPr/>
        </p:nvSpPr>
        <p:spPr>
          <a:xfrm>
            <a:off x="799216" y="6778565"/>
            <a:ext cx="111344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err="1"/>
              <a:t>service</a:t>
            </a:r>
            <a:r>
              <a:rPr lang="en-US"/>
              <a:t>_id</a:t>
            </a:r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166A5AA-D024-4034-9A91-3A39A6BB19B9}"/>
              </a:ext>
            </a:extLst>
          </p:cNvPr>
          <p:cNvSpPr/>
          <p:nvPr/>
        </p:nvSpPr>
        <p:spPr>
          <a:xfrm>
            <a:off x="470033" y="659669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Elbow Connector 140">
            <a:extLst>
              <a:ext uri="{FF2B5EF4-FFF2-40B4-BE49-F238E27FC236}">
                <a16:creationId xmlns:a16="http://schemas.microsoft.com/office/drawing/2014/main" id="{F2423F2C-6A8B-4F77-B32D-C6AAC432ED16}"/>
              </a:ext>
            </a:extLst>
          </p:cNvPr>
          <p:cNvCxnSpPr>
            <a:cxnSpLocks/>
            <a:stCxn id="152" idx="2"/>
            <a:endCxn id="149" idx="1"/>
          </p:cNvCxnSpPr>
          <p:nvPr/>
        </p:nvCxnSpPr>
        <p:spPr>
          <a:xfrm rot="16200000" flipH="1">
            <a:off x="529844" y="6693858"/>
            <a:ext cx="284239" cy="254507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26AD23E5-7BF7-482A-8C1E-7407DA5F1191}"/>
              </a:ext>
            </a:extLst>
          </p:cNvPr>
          <p:cNvSpPr txBox="1"/>
          <p:nvPr/>
        </p:nvSpPr>
        <p:spPr>
          <a:xfrm>
            <a:off x="899494" y="6880179"/>
            <a:ext cx="111344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err="1"/>
              <a:t>service</a:t>
            </a:r>
            <a:r>
              <a:rPr lang="en-US"/>
              <a:t>_id</a:t>
            </a:r>
            <a:endParaRPr lang="en-US" dirty="0"/>
          </a:p>
        </p:txBody>
      </p:sp>
      <p:cxnSp>
        <p:nvCxnSpPr>
          <p:cNvPr id="157" name="Elbow Connector 140">
            <a:extLst>
              <a:ext uri="{FF2B5EF4-FFF2-40B4-BE49-F238E27FC236}">
                <a16:creationId xmlns:a16="http://schemas.microsoft.com/office/drawing/2014/main" id="{9CFEF729-4F4F-4982-AE27-873501787875}"/>
              </a:ext>
            </a:extLst>
          </p:cNvPr>
          <p:cNvCxnSpPr>
            <a:cxnSpLocks/>
            <a:stCxn id="152" idx="2"/>
            <a:endCxn id="156" idx="1"/>
          </p:cNvCxnSpPr>
          <p:nvPr/>
        </p:nvCxnSpPr>
        <p:spPr>
          <a:xfrm rot="16200000" flipH="1">
            <a:off x="529175" y="6694525"/>
            <a:ext cx="385853" cy="354785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D3AC7100-1B80-4D2C-87F8-064945050252}"/>
              </a:ext>
            </a:extLst>
          </p:cNvPr>
          <p:cNvSpPr txBox="1"/>
          <p:nvPr/>
        </p:nvSpPr>
        <p:spPr>
          <a:xfrm>
            <a:off x="793128" y="7797295"/>
            <a:ext cx="166064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/>
              <a:t>applicationType</a:t>
            </a:r>
            <a:endParaRPr lang="en-US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0F520EF-CC4E-4C23-A210-860BD4B82008}"/>
              </a:ext>
            </a:extLst>
          </p:cNvPr>
          <p:cNvSpPr/>
          <p:nvPr/>
        </p:nvSpPr>
        <p:spPr>
          <a:xfrm>
            <a:off x="504733" y="762466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Elbow Connector 140">
            <a:extLst>
              <a:ext uri="{FF2B5EF4-FFF2-40B4-BE49-F238E27FC236}">
                <a16:creationId xmlns:a16="http://schemas.microsoft.com/office/drawing/2014/main" id="{1375B98E-363E-4C76-B5B5-830875846D54}"/>
              </a:ext>
            </a:extLst>
          </p:cNvPr>
          <p:cNvCxnSpPr>
            <a:cxnSpLocks/>
            <a:stCxn id="170" idx="2"/>
            <a:endCxn id="160" idx="1"/>
          </p:cNvCxnSpPr>
          <p:nvPr/>
        </p:nvCxnSpPr>
        <p:spPr>
          <a:xfrm rot="16200000" flipH="1">
            <a:off x="548766" y="7737599"/>
            <a:ext cx="275004" cy="213719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97935FE1-5828-4E50-AD6A-B200B2F4142A}"/>
              </a:ext>
            </a:extLst>
          </p:cNvPr>
          <p:cNvSpPr txBox="1"/>
          <p:nvPr/>
        </p:nvSpPr>
        <p:spPr>
          <a:xfrm>
            <a:off x="888199" y="7891705"/>
            <a:ext cx="166064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/>
              <a:t>applicationType</a:t>
            </a:r>
            <a:endParaRPr lang="en-US" dirty="0"/>
          </a:p>
        </p:txBody>
      </p:sp>
      <p:cxnSp>
        <p:nvCxnSpPr>
          <p:cNvPr id="176" name="Elbow Connector 140">
            <a:extLst>
              <a:ext uri="{FF2B5EF4-FFF2-40B4-BE49-F238E27FC236}">
                <a16:creationId xmlns:a16="http://schemas.microsoft.com/office/drawing/2014/main" id="{BB2885F3-FB11-4CE9-9160-6A7627C06350}"/>
              </a:ext>
            </a:extLst>
          </p:cNvPr>
          <p:cNvCxnSpPr>
            <a:cxnSpLocks/>
            <a:stCxn id="170" idx="2"/>
            <a:endCxn id="175" idx="1"/>
          </p:cNvCxnSpPr>
          <p:nvPr/>
        </p:nvCxnSpPr>
        <p:spPr>
          <a:xfrm rot="16200000" flipH="1">
            <a:off x="549097" y="7737269"/>
            <a:ext cx="369414" cy="308790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F34096F2-8417-4167-BE15-07B532E2FD9A}"/>
              </a:ext>
            </a:extLst>
          </p:cNvPr>
          <p:cNvSpPr txBox="1"/>
          <p:nvPr/>
        </p:nvSpPr>
        <p:spPr>
          <a:xfrm>
            <a:off x="806137" y="8824647"/>
            <a:ext cx="150951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application</a:t>
            </a:r>
            <a:r>
              <a:rPr lang="en-US" i="1" dirty="0" err="1"/>
              <a:t>_id</a:t>
            </a:r>
            <a:endParaRPr lang="en-US" i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2AB409A-5BCF-46A0-A8BC-B378A35617C6}"/>
              </a:ext>
            </a:extLst>
          </p:cNvPr>
          <p:cNvSpPr txBox="1"/>
          <p:nvPr/>
        </p:nvSpPr>
        <p:spPr>
          <a:xfrm>
            <a:off x="875563" y="8919057"/>
            <a:ext cx="151368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dirty="0" err="1"/>
              <a:t>application_id</a:t>
            </a:r>
            <a:endParaRPr lang="en-US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CB0EA08-A95F-4898-99C2-70C5F22EA806}"/>
              </a:ext>
            </a:extLst>
          </p:cNvPr>
          <p:cNvSpPr/>
          <p:nvPr/>
        </p:nvSpPr>
        <p:spPr>
          <a:xfrm>
            <a:off x="536916" y="861776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Elbow Connector 140">
            <a:extLst>
              <a:ext uri="{FF2B5EF4-FFF2-40B4-BE49-F238E27FC236}">
                <a16:creationId xmlns:a16="http://schemas.microsoft.com/office/drawing/2014/main" id="{EB31CCB3-73A3-4A09-AB9A-5574B75F5578}"/>
              </a:ext>
            </a:extLst>
          </p:cNvPr>
          <p:cNvCxnSpPr>
            <a:cxnSpLocks/>
            <a:stCxn id="185" idx="2"/>
            <a:endCxn id="184" idx="1"/>
          </p:cNvCxnSpPr>
          <p:nvPr/>
        </p:nvCxnSpPr>
        <p:spPr>
          <a:xfrm rot="16200000" flipH="1">
            <a:off x="541744" y="8769904"/>
            <a:ext cx="403666" cy="263971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40">
            <a:extLst>
              <a:ext uri="{FF2B5EF4-FFF2-40B4-BE49-F238E27FC236}">
                <a16:creationId xmlns:a16="http://schemas.microsoft.com/office/drawing/2014/main" id="{DE10B6B2-F4D5-4B81-A5EE-F52882AF7B17}"/>
              </a:ext>
            </a:extLst>
          </p:cNvPr>
          <p:cNvCxnSpPr>
            <a:cxnSpLocks/>
            <a:stCxn id="185" idx="2"/>
            <a:endCxn id="183" idx="1"/>
          </p:cNvCxnSpPr>
          <p:nvPr/>
        </p:nvCxnSpPr>
        <p:spPr>
          <a:xfrm rot="16200000" flipH="1">
            <a:off x="554236" y="8757412"/>
            <a:ext cx="309256" cy="194545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9B0FE216-C3AC-4851-AEA0-F9189F0749D2}"/>
              </a:ext>
            </a:extLst>
          </p:cNvPr>
          <p:cNvSpPr txBox="1"/>
          <p:nvPr/>
        </p:nvSpPr>
        <p:spPr>
          <a:xfrm>
            <a:off x="3096689" y="4711954"/>
            <a:ext cx="88447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name</a:t>
            </a:r>
          </a:p>
          <a:p>
            <a:r>
              <a:rPr lang="en-US" sz="1200" dirty="0"/>
              <a:t>version</a:t>
            </a:r>
          </a:p>
          <a:p>
            <a:r>
              <a:rPr lang="en-US" sz="1200" dirty="0"/>
              <a:t>description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7D9BB8B-8C92-4C09-8465-152779ADCD52}"/>
              </a:ext>
            </a:extLst>
          </p:cNvPr>
          <p:cNvSpPr txBox="1"/>
          <p:nvPr/>
        </p:nvSpPr>
        <p:spPr>
          <a:xfrm>
            <a:off x="1216409" y="5720317"/>
            <a:ext cx="156850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dataConnector</a:t>
            </a:r>
            <a:endParaRPr lang="en-US" i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EF37FEE-0F33-4F0A-BEC9-7B20B6C112E1}"/>
              </a:ext>
            </a:extLst>
          </p:cNvPr>
          <p:cNvSpPr txBox="1"/>
          <p:nvPr/>
        </p:nvSpPr>
        <p:spPr>
          <a:xfrm>
            <a:off x="1313298" y="5834897"/>
            <a:ext cx="156850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dataConnector</a:t>
            </a:r>
            <a:endParaRPr lang="en-US" i="1" dirty="0"/>
          </a:p>
        </p:txBody>
      </p:sp>
      <p:cxnSp>
        <p:nvCxnSpPr>
          <p:cNvPr id="199" name="Elbow Connector 140">
            <a:extLst>
              <a:ext uri="{FF2B5EF4-FFF2-40B4-BE49-F238E27FC236}">
                <a16:creationId xmlns:a16="http://schemas.microsoft.com/office/drawing/2014/main" id="{D631BA54-238E-4057-A012-4FC251D6B030}"/>
              </a:ext>
            </a:extLst>
          </p:cNvPr>
          <p:cNvCxnSpPr>
            <a:cxnSpLocks/>
            <a:stCxn id="200" idx="2"/>
            <a:endCxn id="198" idx="1"/>
          </p:cNvCxnSpPr>
          <p:nvPr/>
        </p:nvCxnSpPr>
        <p:spPr>
          <a:xfrm rot="16200000" flipH="1">
            <a:off x="936295" y="5642560"/>
            <a:ext cx="436276" cy="317730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25D4C9A-E637-43C9-82B9-D79EC365A8ED}"/>
              </a:ext>
            </a:extLst>
          </p:cNvPr>
          <p:cNvSpPr/>
          <p:nvPr/>
        </p:nvSpPr>
        <p:spPr>
          <a:xfrm>
            <a:off x="920892" y="550099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Elbow Connector 140">
            <a:extLst>
              <a:ext uri="{FF2B5EF4-FFF2-40B4-BE49-F238E27FC236}">
                <a16:creationId xmlns:a16="http://schemas.microsoft.com/office/drawing/2014/main" id="{58A506A1-AF13-4576-B186-8A5EFD381863}"/>
              </a:ext>
            </a:extLst>
          </p:cNvPr>
          <p:cNvCxnSpPr>
            <a:cxnSpLocks/>
            <a:stCxn id="200" idx="2"/>
            <a:endCxn id="197" idx="1"/>
          </p:cNvCxnSpPr>
          <p:nvPr/>
        </p:nvCxnSpPr>
        <p:spPr>
          <a:xfrm rot="16200000" flipH="1">
            <a:off x="945140" y="5633715"/>
            <a:ext cx="321696" cy="220841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53BDC312-A62D-4C36-86F1-6C2340B2F5B4}"/>
              </a:ext>
            </a:extLst>
          </p:cNvPr>
          <p:cNvCxnSpPr>
            <a:cxnSpLocks/>
            <a:stCxn id="109" idx="3"/>
            <a:endCxn id="192" idx="1"/>
          </p:cNvCxnSpPr>
          <p:nvPr/>
        </p:nvCxnSpPr>
        <p:spPr>
          <a:xfrm flipV="1">
            <a:off x="2156522" y="5035120"/>
            <a:ext cx="940167" cy="3796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92CFDED0-F8EF-45F5-A834-0751A4C8BA5A}"/>
              </a:ext>
            </a:extLst>
          </p:cNvPr>
          <p:cNvSpPr txBox="1"/>
          <p:nvPr/>
        </p:nvSpPr>
        <p:spPr>
          <a:xfrm>
            <a:off x="3169207" y="6516809"/>
            <a:ext cx="876587" cy="461665"/>
          </a:xfrm>
          <a:prstGeom prst="rect">
            <a:avLst/>
          </a:prstGeom>
          <a:solidFill>
            <a:srgbClr val="A3E8F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connectors</a:t>
            </a:r>
          </a:p>
          <a:p>
            <a:r>
              <a:rPr lang="en-US" sz="1200" dirty="0"/>
              <a:t>descriptor</a:t>
            </a:r>
          </a:p>
        </p:txBody>
      </p:sp>
      <p:cxnSp>
        <p:nvCxnSpPr>
          <p:cNvPr id="217" name="Elbow Connector 140">
            <a:extLst>
              <a:ext uri="{FF2B5EF4-FFF2-40B4-BE49-F238E27FC236}">
                <a16:creationId xmlns:a16="http://schemas.microsoft.com/office/drawing/2014/main" id="{16FABD9F-01AA-4B36-ACC0-F08F34E2CE4D}"/>
              </a:ext>
            </a:extLst>
          </p:cNvPr>
          <p:cNvCxnSpPr>
            <a:cxnSpLocks/>
            <a:stCxn id="109" idx="3"/>
            <a:endCxn id="221" idx="3"/>
          </p:cNvCxnSpPr>
          <p:nvPr/>
        </p:nvCxnSpPr>
        <p:spPr>
          <a:xfrm>
            <a:off x="2156521" y="5414759"/>
            <a:ext cx="1888468" cy="1478815"/>
          </a:xfrm>
          <a:prstGeom prst="bentConnector3">
            <a:avLst>
              <a:gd name="adj1" fmla="val 112105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12CCC299-1F24-427A-94E6-3A76CFFF2380}"/>
              </a:ext>
            </a:extLst>
          </p:cNvPr>
          <p:cNvSpPr/>
          <p:nvPr/>
        </p:nvSpPr>
        <p:spPr>
          <a:xfrm>
            <a:off x="3895637" y="6852425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2A8AC7C-A34E-436F-8ED4-89E027FC2819}"/>
              </a:ext>
            </a:extLst>
          </p:cNvPr>
          <p:cNvSpPr/>
          <p:nvPr/>
        </p:nvSpPr>
        <p:spPr>
          <a:xfrm>
            <a:off x="3890839" y="6625287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4" name="Elbow Connector 140">
            <a:extLst>
              <a:ext uri="{FF2B5EF4-FFF2-40B4-BE49-F238E27FC236}">
                <a16:creationId xmlns:a16="http://schemas.microsoft.com/office/drawing/2014/main" id="{87DC3E3D-FB7F-4FCB-A922-738E624CD5B6}"/>
              </a:ext>
            </a:extLst>
          </p:cNvPr>
          <p:cNvCxnSpPr>
            <a:cxnSpLocks/>
            <a:stCxn id="198" idx="3"/>
            <a:endCxn id="223" idx="3"/>
          </p:cNvCxnSpPr>
          <p:nvPr/>
        </p:nvCxnSpPr>
        <p:spPr>
          <a:xfrm>
            <a:off x="2881805" y="6019563"/>
            <a:ext cx="1158387" cy="646872"/>
          </a:xfrm>
          <a:prstGeom prst="bentConnector3">
            <a:avLst>
              <a:gd name="adj1" fmla="val 119734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3A382E2-93F4-4C9E-9F89-A4F98DEA4C0A}"/>
              </a:ext>
            </a:extLst>
          </p:cNvPr>
          <p:cNvCxnSpPr>
            <a:cxnSpLocks/>
            <a:stCxn id="156" idx="3"/>
            <a:endCxn id="216" idx="1"/>
          </p:cNvCxnSpPr>
          <p:nvPr/>
        </p:nvCxnSpPr>
        <p:spPr>
          <a:xfrm flipV="1">
            <a:off x="2012940" y="6747642"/>
            <a:ext cx="1156267" cy="3172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4370A05D-3F90-4FF8-A5DF-9F777074AD51}"/>
              </a:ext>
            </a:extLst>
          </p:cNvPr>
          <p:cNvSpPr txBox="1"/>
          <p:nvPr/>
        </p:nvSpPr>
        <p:spPr>
          <a:xfrm>
            <a:off x="3182149" y="7658553"/>
            <a:ext cx="88447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name</a:t>
            </a:r>
          </a:p>
          <a:p>
            <a:r>
              <a:rPr lang="en-US" sz="1200" dirty="0"/>
              <a:t>version</a:t>
            </a:r>
          </a:p>
          <a:p>
            <a:r>
              <a:rPr lang="en-US" sz="1200" dirty="0"/>
              <a:t>description</a:t>
            </a:r>
          </a:p>
          <a:p>
            <a:r>
              <a:rPr lang="en-US" sz="1200" dirty="0"/>
              <a:t>services</a:t>
            </a: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0E23CC30-AB71-4472-B17D-97354713A6C8}"/>
              </a:ext>
            </a:extLst>
          </p:cNvPr>
          <p:cNvCxnSpPr>
            <a:cxnSpLocks/>
            <a:stCxn id="175" idx="3"/>
            <a:endCxn id="234" idx="1"/>
          </p:cNvCxnSpPr>
          <p:nvPr/>
        </p:nvCxnSpPr>
        <p:spPr>
          <a:xfrm flipV="1">
            <a:off x="2548846" y="8074052"/>
            <a:ext cx="633303" cy="23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02E2857-FD43-4838-A769-F3E9A67CDF4B}"/>
              </a:ext>
            </a:extLst>
          </p:cNvPr>
          <p:cNvSpPr/>
          <p:nvPr/>
        </p:nvSpPr>
        <p:spPr>
          <a:xfrm>
            <a:off x="3915010" y="8292964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0" name="Elbow Connector 140">
            <a:extLst>
              <a:ext uri="{FF2B5EF4-FFF2-40B4-BE49-F238E27FC236}">
                <a16:creationId xmlns:a16="http://schemas.microsoft.com/office/drawing/2014/main" id="{CBA22D97-6BF9-44FA-950D-99D203FC43AB}"/>
              </a:ext>
            </a:extLst>
          </p:cNvPr>
          <p:cNvCxnSpPr>
            <a:cxnSpLocks/>
            <a:stCxn id="109" idx="3"/>
            <a:endCxn id="239" idx="3"/>
          </p:cNvCxnSpPr>
          <p:nvPr/>
        </p:nvCxnSpPr>
        <p:spPr>
          <a:xfrm>
            <a:off x="2156522" y="5414758"/>
            <a:ext cx="1907841" cy="4290954"/>
          </a:xfrm>
          <a:prstGeom prst="bentConnector3">
            <a:avLst>
              <a:gd name="adj1" fmla="val 111982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617CB928-36EB-4A11-BDB1-8D12E4E1DEFA}"/>
              </a:ext>
            </a:extLst>
          </p:cNvPr>
          <p:cNvSpPr txBox="1"/>
          <p:nvPr/>
        </p:nvSpPr>
        <p:spPr>
          <a:xfrm>
            <a:off x="3182149" y="8969696"/>
            <a:ext cx="684611" cy="276999"/>
          </a:xfrm>
          <a:prstGeom prst="rect">
            <a:avLst/>
          </a:prstGeom>
          <a:solidFill>
            <a:srgbClr val="A3E8F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services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3A3F3066-F4CA-4BC4-98C1-7D3A65EABFFF}"/>
              </a:ext>
            </a:extLst>
          </p:cNvPr>
          <p:cNvCxnSpPr>
            <a:cxnSpLocks/>
            <a:stCxn id="184" idx="3"/>
            <a:endCxn id="244" idx="1"/>
          </p:cNvCxnSpPr>
          <p:nvPr/>
        </p:nvCxnSpPr>
        <p:spPr>
          <a:xfrm>
            <a:off x="2389247" y="9103723"/>
            <a:ext cx="792902" cy="44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Elbow Connector 140">
            <a:extLst>
              <a:ext uri="{FF2B5EF4-FFF2-40B4-BE49-F238E27FC236}">
                <a16:creationId xmlns:a16="http://schemas.microsoft.com/office/drawing/2014/main" id="{96CB9BED-E631-4CE7-82E2-DAB7F16F9E1F}"/>
              </a:ext>
            </a:extLst>
          </p:cNvPr>
          <p:cNvCxnSpPr>
            <a:cxnSpLocks/>
            <a:stCxn id="156" idx="3"/>
            <a:endCxn id="244" idx="3"/>
          </p:cNvCxnSpPr>
          <p:nvPr/>
        </p:nvCxnSpPr>
        <p:spPr>
          <a:xfrm>
            <a:off x="2012940" y="7064845"/>
            <a:ext cx="1853820" cy="2043351"/>
          </a:xfrm>
          <a:prstGeom prst="bentConnector3">
            <a:avLst>
              <a:gd name="adj1" fmla="val 112331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F35C4D2C-AD04-46BB-AE41-98B0C5EFBC2B}"/>
              </a:ext>
            </a:extLst>
          </p:cNvPr>
          <p:cNvSpPr txBox="1"/>
          <p:nvPr/>
        </p:nvSpPr>
        <p:spPr>
          <a:xfrm>
            <a:off x="436029" y="9400233"/>
            <a:ext cx="109036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resources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1009B41-BDC6-44BD-B979-DB1761F82C60}"/>
              </a:ext>
            </a:extLst>
          </p:cNvPr>
          <p:cNvSpPr txBox="1"/>
          <p:nvPr/>
        </p:nvSpPr>
        <p:spPr>
          <a:xfrm>
            <a:off x="779220" y="9840111"/>
            <a:ext cx="13773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resources</a:t>
            </a:r>
            <a:r>
              <a:rPr lang="en-US" i="1" dirty="0" err="1"/>
              <a:t>_id</a:t>
            </a:r>
            <a:endParaRPr lang="en-US" i="1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B5163851-6EFE-43BC-934F-AFCFD3CADDE6}"/>
              </a:ext>
            </a:extLst>
          </p:cNvPr>
          <p:cNvSpPr txBox="1"/>
          <p:nvPr/>
        </p:nvSpPr>
        <p:spPr>
          <a:xfrm>
            <a:off x="900735" y="9929537"/>
            <a:ext cx="13773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resources</a:t>
            </a:r>
            <a:r>
              <a:rPr lang="en-US" i="1" dirty="0" err="1"/>
              <a:t>_id</a:t>
            </a:r>
            <a:endParaRPr lang="en-US" i="1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002D833D-E1EC-4CA5-AC35-B95FEEEAA85E}"/>
              </a:ext>
            </a:extLst>
          </p:cNvPr>
          <p:cNvSpPr txBox="1"/>
          <p:nvPr/>
        </p:nvSpPr>
        <p:spPr>
          <a:xfrm>
            <a:off x="3185548" y="9981086"/>
            <a:ext cx="684611" cy="276999"/>
          </a:xfrm>
          <a:prstGeom prst="rect">
            <a:avLst/>
          </a:prstGeom>
          <a:solidFill>
            <a:srgbClr val="A3E8F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services</a:t>
            </a:r>
          </a:p>
        </p:txBody>
      </p: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B9317DCC-4EC7-48E7-8D5C-C62DE72D2D32}"/>
              </a:ext>
            </a:extLst>
          </p:cNvPr>
          <p:cNvCxnSpPr>
            <a:cxnSpLocks/>
            <a:stCxn id="255" idx="3"/>
            <a:endCxn id="258" idx="1"/>
          </p:cNvCxnSpPr>
          <p:nvPr/>
        </p:nvCxnSpPr>
        <p:spPr>
          <a:xfrm>
            <a:off x="2278035" y="10114203"/>
            <a:ext cx="907513" cy="538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Elbow Connector 140">
            <a:extLst>
              <a:ext uri="{FF2B5EF4-FFF2-40B4-BE49-F238E27FC236}">
                <a16:creationId xmlns:a16="http://schemas.microsoft.com/office/drawing/2014/main" id="{4DB3439B-D208-4430-8E10-13F63AF05601}"/>
              </a:ext>
            </a:extLst>
          </p:cNvPr>
          <p:cNvCxnSpPr>
            <a:cxnSpLocks/>
            <a:stCxn id="156" idx="3"/>
            <a:endCxn id="258" idx="3"/>
          </p:cNvCxnSpPr>
          <p:nvPr/>
        </p:nvCxnSpPr>
        <p:spPr>
          <a:xfrm>
            <a:off x="2012940" y="7064845"/>
            <a:ext cx="1857219" cy="3054741"/>
          </a:xfrm>
          <a:prstGeom prst="bentConnector3">
            <a:avLst>
              <a:gd name="adj1" fmla="val 112309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Elbow Connector 140">
            <a:extLst>
              <a:ext uri="{FF2B5EF4-FFF2-40B4-BE49-F238E27FC236}">
                <a16:creationId xmlns:a16="http://schemas.microsoft.com/office/drawing/2014/main" id="{CB6AA51D-C7AB-481B-A9BD-7D0B0E0C2FDC}"/>
              </a:ext>
            </a:extLst>
          </p:cNvPr>
          <p:cNvCxnSpPr>
            <a:cxnSpLocks/>
            <a:stCxn id="18" idx="2"/>
            <a:endCxn id="253" idx="1"/>
          </p:cNvCxnSpPr>
          <p:nvPr/>
        </p:nvCxnSpPr>
        <p:spPr>
          <a:xfrm rot="16200000" flipH="1">
            <a:off x="-4146579" y="5002291"/>
            <a:ext cx="9020794" cy="14442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844DFCD-E00A-4211-9D49-7440EDCFE242}"/>
              </a:ext>
            </a:extLst>
          </p:cNvPr>
          <p:cNvSpPr/>
          <p:nvPr/>
        </p:nvSpPr>
        <p:spPr>
          <a:xfrm>
            <a:off x="510677" y="9676986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2" name="Elbow Connector 140">
            <a:extLst>
              <a:ext uri="{FF2B5EF4-FFF2-40B4-BE49-F238E27FC236}">
                <a16:creationId xmlns:a16="http://schemas.microsoft.com/office/drawing/2014/main" id="{417DEA73-B468-4CDA-8387-30810DEEA250}"/>
              </a:ext>
            </a:extLst>
          </p:cNvPr>
          <p:cNvCxnSpPr>
            <a:cxnSpLocks/>
            <a:stCxn id="271" idx="2"/>
            <a:endCxn id="255" idx="1"/>
          </p:cNvCxnSpPr>
          <p:nvPr/>
        </p:nvCxnSpPr>
        <p:spPr>
          <a:xfrm rot="16200000" flipH="1">
            <a:off x="565584" y="9779051"/>
            <a:ext cx="354921" cy="315382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140">
            <a:extLst>
              <a:ext uri="{FF2B5EF4-FFF2-40B4-BE49-F238E27FC236}">
                <a16:creationId xmlns:a16="http://schemas.microsoft.com/office/drawing/2014/main" id="{38107580-9171-4CC8-B893-FC36C7D7D85F}"/>
              </a:ext>
            </a:extLst>
          </p:cNvPr>
          <p:cNvCxnSpPr>
            <a:cxnSpLocks/>
            <a:stCxn id="271" idx="2"/>
            <a:endCxn id="254" idx="1"/>
          </p:cNvCxnSpPr>
          <p:nvPr/>
        </p:nvCxnSpPr>
        <p:spPr>
          <a:xfrm rot="16200000" flipH="1">
            <a:off x="549539" y="9795095"/>
            <a:ext cx="265495" cy="193867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Elbow Connector 125">
            <a:extLst>
              <a:ext uri="{FF2B5EF4-FFF2-40B4-BE49-F238E27FC236}">
                <a16:creationId xmlns:a16="http://schemas.microsoft.com/office/drawing/2014/main" id="{55EB7C23-A987-4CF1-803F-338CBEDC938E}"/>
              </a:ext>
            </a:extLst>
          </p:cNvPr>
          <p:cNvCxnSpPr/>
          <p:nvPr/>
        </p:nvCxnSpPr>
        <p:spPr>
          <a:xfrm rot="10800000" flipV="1">
            <a:off x="7709314" y="1132678"/>
            <a:ext cx="264415" cy="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Elbow Connector 128">
            <a:extLst>
              <a:ext uri="{FF2B5EF4-FFF2-40B4-BE49-F238E27FC236}">
                <a16:creationId xmlns:a16="http://schemas.microsoft.com/office/drawing/2014/main" id="{505F1163-8C16-4A17-91CC-75E17AF130E6}"/>
              </a:ext>
            </a:extLst>
          </p:cNvPr>
          <p:cNvCxnSpPr/>
          <p:nvPr/>
        </p:nvCxnSpPr>
        <p:spPr>
          <a:xfrm rot="10800000">
            <a:off x="7709309" y="1358296"/>
            <a:ext cx="264418" cy="2985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5608BDC6-2D77-4DE6-8AEE-31A8C28B4C0D}"/>
              </a:ext>
            </a:extLst>
          </p:cNvPr>
          <p:cNvSpPr txBox="1"/>
          <p:nvPr/>
        </p:nvSpPr>
        <p:spPr>
          <a:xfrm>
            <a:off x="8119064" y="1302002"/>
            <a:ext cx="197562" cy="1433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  <a:prstDash val="dash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2C8B4A59-490F-4423-8B96-39C1326C2AAD}"/>
              </a:ext>
            </a:extLst>
          </p:cNvPr>
          <p:cNvSpPr txBox="1"/>
          <p:nvPr/>
        </p:nvSpPr>
        <p:spPr>
          <a:xfrm>
            <a:off x="8119064" y="1060989"/>
            <a:ext cx="197562" cy="143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E5EEDAA6-0385-41F3-A94E-D1D350A30823}"/>
              </a:ext>
            </a:extLst>
          </p:cNvPr>
          <p:cNvSpPr txBox="1"/>
          <p:nvPr/>
        </p:nvSpPr>
        <p:spPr>
          <a:xfrm>
            <a:off x="8316628" y="954972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model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7409F2C-16D5-49D6-9023-289772995052}"/>
              </a:ext>
            </a:extLst>
          </p:cNvPr>
          <p:cNvSpPr txBox="1"/>
          <p:nvPr/>
        </p:nvSpPr>
        <p:spPr>
          <a:xfrm>
            <a:off x="8316628" y="1204414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submodel</a:t>
            </a:r>
            <a:endParaRPr lang="en-US" sz="16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275B88C-818C-4744-820F-C935AE543A8C}"/>
              </a:ext>
            </a:extLst>
          </p:cNvPr>
          <p:cNvSpPr txBox="1"/>
          <p:nvPr/>
        </p:nvSpPr>
        <p:spPr>
          <a:xfrm>
            <a:off x="7569195" y="747528"/>
            <a:ext cx="4062132" cy="19864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  <p:cxnSp>
        <p:nvCxnSpPr>
          <p:cNvPr id="297" name="Elbow Connector 125">
            <a:extLst>
              <a:ext uri="{FF2B5EF4-FFF2-40B4-BE49-F238E27FC236}">
                <a16:creationId xmlns:a16="http://schemas.microsoft.com/office/drawing/2014/main" id="{72FA9817-FC8A-43FF-9CE6-9C540D02107A}"/>
              </a:ext>
            </a:extLst>
          </p:cNvPr>
          <p:cNvCxnSpPr/>
          <p:nvPr/>
        </p:nvCxnSpPr>
        <p:spPr>
          <a:xfrm rot="10800000" flipV="1">
            <a:off x="7721346" y="1632728"/>
            <a:ext cx="264415" cy="32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Elbow Connector 128">
            <a:extLst>
              <a:ext uri="{FF2B5EF4-FFF2-40B4-BE49-F238E27FC236}">
                <a16:creationId xmlns:a16="http://schemas.microsoft.com/office/drawing/2014/main" id="{8B1E246E-DEA2-43EE-B72F-4E9054B1EFC7}"/>
              </a:ext>
            </a:extLst>
          </p:cNvPr>
          <p:cNvCxnSpPr/>
          <p:nvPr/>
        </p:nvCxnSpPr>
        <p:spPr>
          <a:xfrm rot="10800000">
            <a:off x="7721341" y="1858346"/>
            <a:ext cx="264418" cy="29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B693B202-3186-4399-9293-9735D03ADC0F}"/>
              </a:ext>
            </a:extLst>
          </p:cNvPr>
          <p:cNvSpPr txBox="1"/>
          <p:nvPr/>
        </p:nvSpPr>
        <p:spPr>
          <a:xfrm>
            <a:off x="8131096" y="1802052"/>
            <a:ext cx="197562" cy="1433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D1D302B-DA23-40A8-8857-DC4950CDC4F1}"/>
              </a:ext>
            </a:extLst>
          </p:cNvPr>
          <p:cNvSpPr txBox="1"/>
          <p:nvPr/>
        </p:nvSpPr>
        <p:spPr>
          <a:xfrm>
            <a:off x="8131096" y="1561039"/>
            <a:ext cx="197562" cy="143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34B16CC6-3DAD-446C-BB61-B0271E4F4C15}"/>
              </a:ext>
            </a:extLst>
          </p:cNvPr>
          <p:cNvSpPr txBox="1"/>
          <p:nvPr/>
        </p:nvSpPr>
        <p:spPr>
          <a:xfrm>
            <a:off x="8328660" y="1455022"/>
            <a:ext cx="2696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submodel</a:t>
            </a:r>
            <a:r>
              <a:rPr lang="en-US" sz="1600" dirty="0"/>
              <a:t> elements collection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AC50A9C-6489-42F8-AD1B-C90141D22611}"/>
              </a:ext>
            </a:extLst>
          </p:cNvPr>
          <p:cNvSpPr txBox="1"/>
          <p:nvPr/>
        </p:nvSpPr>
        <p:spPr>
          <a:xfrm>
            <a:off x="8328660" y="1704464"/>
            <a:ext cx="336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passive      dynamic      active elements</a:t>
            </a:r>
          </a:p>
        </p:txBody>
      </p:sp>
      <p:cxnSp>
        <p:nvCxnSpPr>
          <p:cNvPr id="303" name="Elbow Connector 128">
            <a:extLst>
              <a:ext uri="{FF2B5EF4-FFF2-40B4-BE49-F238E27FC236}">
                <a16:creationId xmlns:a16="http://schemas.microsoft.com/office/drawing/2014/main" id="{EB4A850A-F716-4383-B464-0B99D75AABD6}"/>
              </a:ext>
            </a:extLst>
          </p:cNvPr>
          <p:cNvCxnSpPr/>
          <p:nvPr/>
        </p:nvCxnSpPr>
        <p:spPr>
          <a:xfrm rot="10800000">
            <a:off x="7721341" y="2095086"/>
            <a:ext cx="264418" cy="298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CAD1F762-A83A-4234-93A8-9008434294E0}"/>
              </a:ext>
            </a:extLst>
          </p:cNvPr>
          <p:cNvSpPr txBox="1"/>
          <p:nvPr/>
        </p:nvSpPr>
        <p:spPr>
          <a:xfrm>
            <a:off x="8131096" y="2242947"/>
            <a:ext cx="197562" cy="143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860313E3-25DA-4F8B-9EA3-15F3509BE6BB}"/>
              </a:ext>
            </a:extLst>
          </p:cNvPr>
          <p:cNvSpPr txBox="1"/>
          <p:nvPr/>
        </p:nvSpPr>
        <p:spPr>
          <a:xfrm>
            <a:off x="8328658" y="1929909"/>
            <a:ext cx="983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reference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A22016F-0425-42FF-A10D-3A8B78C2955B}"/>
              </a:ext>
            </a:extLst>
          </p:cNvPr>
          <p:cNvSpPr txBox="1"/>
          <p:nvPr/>
        </p:nvSpPr>
        <p:spPr>
          <a:xfrm>
            <a:off x="8328658" y="2119954"/>
            <a:ext cx="2650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Planning (gray background)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37792BE5-4247-4964-A943-6D4AFA4F261F}"/>
              </a:ext>
            </a:extLst>
          </p:cNvPr>
          <p:cNvSpPr txBox="1"/>
          <p:nvPr/>
        </p:nvSpPr>
        <p:spPr>
          <a:xfrm>
            <a:off x="8070562" y="2383401"/>
            <a:ext cx="231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err="1"/>
              <a:t>i</a:t>
            </a:r>
            <a:endParaRPr lang="en-US" sz="1600" i="1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FDEEB6E-BBD1-49C5-8C43-D30B7973E619}"/>
              </a:ext>
            </a:extLst>
          </p:cNvPr>
          <p:cNvSpPr/>
          <p:nvPr/>
        </p:nvSpPr>
        <p:spPr>
          <a:xfrm>
            <a:off x="5720230" y="2030091"/>
            <a:ext cx="149352" cy="82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1" name="Elbow Connector 140">
            <a:extLst>
              <a:ext uri="{FF2B5EF4-FFF2-40B4-BE49-F238E27FC236}">
                <a16:creationId xmlns:a16="http://schemas.microsoft.com/office/drawing/2014/main" id="{0DC8AC6E-1AE9-4147-916D-2079015CAC88}"/>
              </a:ext>
            </a:extLst>
          </p:cNvPr>
          <p:cNvCxnSpPr>
            <a:cxnSpLocks/>
            <a:stCxn id="11" idx="3"/>
            <a:endCxn id="310" idx="3"/>
          </p:cNvCxnSpPr>
          <p:nvPr/>
        </p:nvCxnSpPr>
        <p:spPr>
          <a:xfrm flipV="1">
            <a:off x="1469638" y="2071240"/>
            <a:ext cx="4399944" cy="202603"/>
          </a:xfrm>
          <a:prstGeom prst="bentConnector3">
            <a:avLst>
              <a:gd name="adj1" fmla="val 105196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BE083E17-3A70-4EA6-ACCB-A062AAAD93EF}"/>
              </a:ext>
            </a:extLst>
          </p:cNvPr>
          <p:cNvSpPr txBox="1"/>
          <p:nvPr/>
        </p:nvSpPr>
        <p:spPr>
          <a:xfrm>
            <a:off x="8342067" y="2356953"/>
            <a:ext cx="3224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generic name part, to be substituted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726E7A1-6D99-4142-B04C-91A2376CF4F5}"/>
              </a:ext>
            </a:extLst>
          </p:cNvPr>
          <p:cNvSpPr txBox="1"/>
          <p:nvPr/>
        </p:nvSpPr>
        <p:spPr>
          <a:xfrm>
            <a:off x="435190" y="10411561"/>
            <a:ext cx="87729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 err="1"/>
              <a:t>netMgt</a:t>
            </a:r>
            <a:endParaRPr lang="en-US" dirty="0"/>
          </a:p>
        </p:txBody>
      </p:sp>
      <p:cxnSp>
        <p:nvCxnSpPr>
          <p:cNvPr id="125" name="Elbow Connector 140">
            <a:extLst>
              <a:ext uri="{FF2B5EF4-FFF2-40B4-BE49-F238E27FC236}">
                <a16:creationId xmlns:a16="http://schemas.microsoft.com/office/drawing/2014/main" id="{17D148A0-A97D-4056-AECC-88F48A6758FC}"/>
              </a:ext>
            </a:extLst>
          </p:cNvPr>
          <p:cNvCxnSpPr>
            <a:cxnSpLocks/>
            <a:stCxn id="18" idx="2"/>
            <a:endCxn id="124" idx="1"/>
          </p:cNvCxnSpPr>
          <p:nvPr/>
        </p:nvCxnSpPr>
        <p:spPr>
          <a:xfrm rot="16200000" flipH="1">
            <a:off x="-4652663" y="5508374"/>
            <a:ext cx="10032122" cy="14358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D17AAD4-7DC7-49C5-95EF-BDD98384E9D8}"/>
              </a:ext>
            </a:extLst>
          </p:cNvPr>
          <p:cNvSpPr txBox="1"/>
          <p:nvPr/>
        </p:nvSpPr>
        <p:spPr>
          <a:xfrm>
            <a:off x="5244916" y="9625533"/>
            <a:ext cx="1805046" cy="1200329"/>
          </a:xfrm>
          <a:prstGeom prst="rect">
            <a:avLst/>
          </a:prstGeom>
          <a:solidFill>
            <a:srgbClr val="A3E8F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highPort</a:t>
            </a:r>
            <a:endParaRPr lang="en-US" sz="1200" dirty="0"/>
          </a:p>
          <a:p>
            <a:r>
              <a:rPr lang="en-US" sz="1200" dirty="0" err="1"/>
              <a:t>lowPort</a:t>
            </a:r>
            <a:endParaRPr lang="en-US" sz="1200" dirty="0"/>
          </a:p>
          <a:p>
            <a:r>
              <a:rPr lang="en-US" sz="1200" dirty="0" err="1"/>
              <a:t>getPort</a:t>
            </a:r>
            <a:r>
              <a:rPr lang="en-US" sz="1200" dirty="0"/>
              <a:t>(String)</a:t>
            </a:r>
          </a:p>
          <a:p>
            <a:r>
              <a:rPr lang="en-US" sz="1200" dirty="0" err="1"/>
              <a:t>obtainPort</a:t>
            </a:r>
            <a:r>
              <a:rPr lang="en-US" sz="1200" dirty="0"/>
              <a:t>(String)</a:t>
            </a:r>
          </a:p>
          <a:p>
            <a:r>
              <a:rPr lang="en-US" sz="1200" dirty="0" err="1"/>
              <a:t>releasePort</a:t>
            </a:r>
            <a:r>
              <a:rPr lang="en-US" sz="1200" dirty="0"/>
              <a:t>(String)</a:t>
            </a:r>
          </a:p>
          <a:p>
            <a:r>
              <a:rPr lang="en-US" sz="1200" dirty="0" err="1"/>
              <a:t>reservePort</a:t>
            </a:r>
            <a:r>
              <a:rPr lang="en-US" sz="1200" dirty="0"/>
              <a:t>(String, String)</a:t>
            </a:r>
            <a:endParaRPr lang="en-DE" sz="1200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301307E-AA40-4C05-85F8-3FBD3CFEBE2D}"/>
              </a:ext>
            </a:extLst>
          </p:cNvPr>
          <p:cNvCxnSpPr>
            <a:cxnSpLocks/>
            <a:stCxn id="124" idx="3"/>
            <a:endCxn id="128" idx="1"/>
          </p:cNvCxnSpPr>
          <p:nvPr/>
        </p:nvCxnSpPr>
        <p:spPr>
          <a:xfrm flipV="1">
            <a:off x="1312481" y="10225698"/>
            <a:ext cx="3932435" cy="3705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3D191D5-1E3E-4CD9-A448-6E7C17AA26C5}"/>
              </a:ext>
            </a:extLst>
          </p:cNvPr>
          <p:cNvSpPr txBox="1"/>
          <p:nvPr/>
        </p:nvSpPr>
        <p:spPr>
          <a:xfrm>
            <a:off x="9071969" y="1802052"/>
            <a:ext cx="197562" cy="1433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66E6E7A-980A-4910-B5F0-5C4D49932BC8}"/>
              </a:ext>
            </a:extLst>
          </p:cNvPr>
          <p:cNvSpPr txBox="1"/>
          <p:nvPr/>
        </p:nvSpPr>
        <p:spPr>
          <a:xfrm>
            <a:off x="10046438" y="1811694"/>
            <a:ext cx="197562" cy="143378"/>
          </a:xfrm>
          <a:prstGeom prst="rect">
            <a:avLst/>
          </a:prstGeom>
          <a:solidFill>
            <a:srgbClr val="A3E8F1"/>
          </a:solidFill>
          <a:ln>
            <a:solidFill>
              <a:schemeClr val="tx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588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1EF531-DC57-4E4A-B660-3F497043B3CE}"/>
              </a:ext>
            </a:extLst>
          </p:cNvPr>
          <p:cNvSpPr txBox="1"/>
          <p:nvPr/>
        </p:nvSpPr>
        <p:spPr>
          <a:xfrm>
            <a:off x="1600200" y="245428"/>
            <a:ext cx="3009900" cy="2324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Basic functions</a:t>
            </a:r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5108C2-C24B-47F1-AD5D-5EA224A339BD}"/>
              </a:ext>
            </a:extLst>
          </p:cNvPr>
          <p:cNvSpPr txBox="1"/>
          <p:nvPr/>
        </p:nvSpPr>
        <p:spPr>
          <a:xfrm>
            <a:off x="1790700" y="1109028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Transport, Connectors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1569A-C9B7-4747-BFA1-FF612E3EEA1E}"/>
              </a:ext>
            </a:extLst>
          </p:cNvPr>
          <p:cNvSpPr txBox="1"/>
          <p:nvPr/>
        </p:nvSpPr>
        <p:spPr>
          <a:xfrm>
            <a:off x="1790700" y="639128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AAS support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2B25B-86B2-47C6-8DBA-C298B4E201E8}"/>
              </a:ext>
            </a:extLst>
          </p:cNvPr>
          <p:cNvSpPr txBox="1"/>
          <p:nvPr/>
        </p:nvSpPr>
        <p:spPr>
          <a:xfrm>
            <a:off x="1790700" y="1578928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Services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81996-2916-477A-A86A-62D3038EB8DA}"/>
              </a:ext>
            </a:extLst>
          </p:cNvPr>
          <p:cNvSpPr txBox="1"/>
          <p:nvPr/>
        </p:nvSpPr>
        <p:spPr>
          <a:xfrm>
            <a:off x="1790700" y="2048828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ECS Runtime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B6981-3842-4044-B21E-099EF61D4C83}"/>
              </a:ext>
            </a:extLst>
          </p:cNvPr>
          <p:cNvSpPr txBox="1"/>
          <p:nvPr/>
        </p:nvSpPr>
        <p:spPr>
          <a:xfrm>
            <a:off x="4864100" y="245430"/>
            <a:ext cx="3009900" cy="31171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Initial advanced functions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B2FC8-7C16-4FEE-A686-EF1306DC186B}"/>
              </a:ext>
            </a:extLst>
          </p:cNvPr>
          <p:cNvSpPr txBox="1"/>
          <p:nvPr/>
        </p:nvSpPr>
        <p:spPr>
          <a:xfrm>
            <a:off x="5054600" y="576660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Configuration model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609BD-7F9E-48DC-A841-EAD8E69C5381}"/>
              </a:ext>
            </a:extLst>
          </p:cNvPr>
          <p:cNvSpPr txBox="1"/>
          <p:nvPr/>
        </p:nvSpPr>
        <p:spPr>
          <a:xfrm>
            <a:off x="5054600" y="1046560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Artifact generation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FC039-3558-482F-B23C-B8D0FFF962B2}"/>
              </a:ext>
            </a:extLst>
          </p:cNvPr>
          <p:cNvSpPr txBox="1"/>
          <p:nvPr/>
        </p:nvSpPr>
        <p:spPr>
          <a:xfrm>
            <a:off x="5054600" y="1970564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Monitoring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1C9D7-1983-4AC3-BC37-9D75F9B32BA9}"/>
              </a:ext>
            </a:extLst>
          </p:cNvPr>
          <p:cNvSpPr txBox="1"/>
          <p:nvPr/>
        </p:nvSpPr>
        <p:spPr>
          <a:xfrm>
            <a:off x="5054600" y="1508562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Device management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FD891-1667-4BA8-874D-07A42C9FE829}"/>
              </a:ext>
            </a:extLst>
          </p:cNvPr>
          <p:cNvSpPr txBox="1"/>
          <p:nvPr/>
        </p:nvSpPr>
        <p:spPr>
          <a:xfrm>
            <a:off x="8128000" y="245430"/>
            <a:ext cx="3009900" cy="2693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Improved/advanced functions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48303-998B-431C-A9A6-31EE9420AEA4}"/>
              </a:ext>
            </a:extLst>
          </p:cNvPr>
          <p:cNvSpPr txBox="1"/>
          <p:nvPr/>
        </p:nvSpPr>
        <p:spPr>
          <a:xfrm>
            <a:off x="8305800" y="614760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Deployment optimization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FD06C-79D5-429D-B609-2D9D383BF50F}"/>
              </a:ext>
            </a:extLst>
          </p:cNvPr>
          <p:cNvSpPr txBox="1"/>
          <p:nvPr/>
        </p:nvSpPr>
        <p:spPr>
          <a:xfrm>
            <a:off x="5051044" y="2440464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Distributed evaluation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70D406-55A2-48ED-AE32-A3C8A48CD129}"/>
              </a:ext>
            </a:extLst>
          </p:cNvPr>
          <p:cNvSpPr txBox="1"/>
          <p:nvPr/>
        </p:nvSpPr>
        <p:spPr>
          <a:xfrm>
            <a:off x="8305800" y="1081923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AI Toolkit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FA58C7-C5BF-4449-97D1-31C197AC9C0F}"/>
              </a:ext>
            </a:extLst>
          </p:cNvPr>
          <p:cNvSpPr txBox="1"/>
          <p:nvPr/>
        </p:nvSpPr>
        <p:spPr>
          <a:xfrm>
            <a:off x="8305800" y="2452892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Security / Data protection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AED50-8956-4FEC-948D-180FA90C80F6}"/>
              </a:ext>
            </a:extLst>
          </p:cNvPr>
          <p:cNvSpPr txBox="1"/>
          <p:nvPr/>
        </p:nvSpPr>
        <p:spPr>
          <a:xfrm>
            <a:off x="5051044" y="2900696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>
            <a:defPPr>
              <a:defRPr lang="en-US"/>
            </a:defPPr>
          </a:lstStyle>
          <a:p>
            <a:r>
              <a:rPr lang="en-US" dirty="0"/>
              <a:t>Management UI</a:t>
            </a:r>
            <a:endParaRPr lang="en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06D268-4DDB-4800-8AB7-5775ED0A1CBD}"/>
              </a:ext>
            </a:extLst>
          </p:cNvPr>
          <p:cNvSpPr txBox="1"/>
          <p:nvPr/>
        </p:nvSpPr>
        <p:spPr>
          <a:xfrm>
            <a:off x="8305800" y="1978823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Management UI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D810FB-1A09-47DD-B8E5-22A5893ADD84}"/>
              </a:ext>
            </a:extLst>
          </p:cNvPr>
          <p:cNvSpPr txBox="1"/>
          <p:nvPr/>
        </p:nvSpPr>
        <p:spPr>
          <a:xfrm>
            <a:off x="8305800" y="1514939"/>
            <a:ext cx="26289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>
            <a:defPPr>
              <a:defRPr lang="en-US"/>
            </a:defPPr>
          </a:lstStyle>
          <a:p>
            <a:r>
              <a:rPr lang="en-US" dirty="0"/>
              <a:t>Monitoring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85807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E0ED4-969D-4EA2-BC4A-CFDCC27CF4B8}"/>
              </a:ext>
            </a:extLst>
          </p:cNvPr>
          <p:cNvSpPr txBox="1"/>
          <p:nvPr/>
        </p:nvSpPr>
        <p:spPr>
          <a:xfrm>
            <a:off x="1512319" y="4196455"/>
            <a:ext cx="7587337" cy="1457509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 err="1"/>
              <a:t>DataTypes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6414E-19B4-4347-A961-13A65B6EAD20}"/>
              </a:ext>
            </a:extLst>
          </p:cNvPr>
          <p:cNvSpPr txBox="1"/>
          <p:nvPr/>
        </p:nvSpPr>
        <p:spPr>
          <a:xfrm>
            <a:off x="1512318" y="5740772"/>
            <a:ext cx="7587336" cy="2264546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 err="1"/>
              <a:t>MetaConcepts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25E52-762B-4E30-B1B7-DD366E0019CE}"/>
              </a:ext>
            </a:extLst>
          </p:cNvPr>
          <p:cNvSpPr txBox="1"/>
          <p:nvPr/>
        </p:nvSpPr>
        <p:spPr>
          <a:xfrm>
            <a:off x="1499616" y="2832981"/>
            <a:ext cx="7600038" cy="553678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Transport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CB160-AABB-4631-8282-F40551CD7C43}"/>
              </a:ext>
            </a:extLst>
          </p:cNvPr>
          <p:cNvSpPr txBox="1"/>
          <p:nvPr/>
        </p:nvSpPr>
        <p:spPr>
          <a:xfrm>
            <a:off x="1499617" y="2394562"/>
            <a:ext cx="7600017" cy="369332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Connectors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5602B-E52D-437B-982C-19F8573B0EB0}"/>
              </a:ext>
            </a:extLst>
          </p:cNvPr>
          <p:cNvSpPr txBox="1"/>
          <p:nvPr/>
        </p:nvSpPr>
        <p:spPr>
          <a:xfrm>
            <a:off x="1499617" y="1146710"/>
            <a:ext cx="7600023" cy="1188571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Services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5C2D5-6A3D-4402-9798-78DD8C6DCC99}"/>
              </a:ext>
            </a:extLst>
          </p:cNvPr>
          <p:cNvSpPr txBox="1"/>
          <p:nvPr/>
        </p:nvSpPr>
        <p:spPr>
          <a:xfrm>
            <a:off x="1499614" y="513856"/>
            <a:ext cx="7599977" cy="573067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Devices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44C19-0405-469F-94A3-7CA606753ED3}"/>
              </a:ext>
            </a:extLst>
          </p:cNvPr>
          <p:cNvSpPr txBox="1"/>
          <p:nvPr/>
        </p:nvSpPr>
        <p:spPr>
          <a:xfrm>
            <a:off x="1499617" y="-1178329"/>
            <a:ext cx="7599973" cy="1226014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Applications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E9299-B241-43F9-9262-588AF00A7013}"/>
              </a:ext>
            </a:extLst>
          </p:cNvPr>
          <p:cNvSpPr txBox="1"/>
          <p:nvPr/>
        </p:nvSpPr>
        <p:spPr>
          <a:xfrm>
            <a:off x="1644037" y="6208373"/>
            <a:ext cx="95097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CResource</a:t>
            </a:r>
            <a:endParaRPr lang="en-D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FA3FD-5BED-4872-BC22-79F8962FDE4C}"/>
              </a:ext>
            </a:extLst>
          </p:cNvPr>
          <p:cNvSpPr txBox="1"/>
          <p:nvPr/>
        </p:nvSpPr>
        <p:spPr>
          <a:xfrm>
            <a:off x="2922134" y="6204183"/>
            <a:ext cx="122529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CComponent</a:t>
            </a:r>
            <a:endParaRPr lang="en-DE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CBAA4-90A1-4691-9ED1-8A3FDF29A23A}"/>
              </a:ext>
            </a:extLst>
          </p:cNvPr>
          <p:cNvSpPr txBox="1"/>
          <p:nvPr/>
        </p:nvSpPr>
        <p:spPr>
          <a:xfrm>
            <a:off x="6176000" y="6223930"/>
            <a:ext cx="95097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CFamily</a:t>
            </a:r>
            <a:endParaRPr lang="en-DE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0815B-A046-4A1B-8875-AF43069E32BE}"/>
              </a:ext>
            </a:extLst>
          </p:cNvPr>
          <p:cNvSpPr txBox="1"/>
          <p:nvPr/>
        </p:nvSpPr>
        <p:spPr>
          <a:xfrm>
            <a:off x="1643883" y="6760697"/>
            <a:ext cx="1303714" cy="523220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CConnector</a:t>
            </a:r>
            <a:endParaRPr lang="en-US" sz="14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/>
              <a:t>destination</a:t>
            </a:r>
            <a:endParaRPr lang="en-DE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643B4-BB7E-4930-B897-B291CE38B42B}"/>
              </a:ext>
            </a:extLst>
          </p:cNvPr>
          <p:cNvSpPr txBox="1"/>
          <p:nvPr/>
        </p:nvSpPr>
        <p:spPr>
          <a:xfrm>
            <a:off x="1617475" y="4793526"/>
            <a:ext cx="95097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DataType</a:t>
            </a:r>
            <a:endParaRPr lang="en-DE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504233-401A-462D-AAB8-D5D417561E84}"/>
              </a:ext>
            </a:extLst>
          </p:cNvPr>
          <p:cNvSpPr txBox="1"/>
          <p:nvPr/>
        </p:nvSpPr>
        <p:spPr>
          <a:xfrm>
            <a:off x="2881694" y="4599795"/>
            <a:ext cx="1213890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PrimitiveType</a:t>
            </a:r>
            <a:endParaRPr lang="en-DE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663964-21D6-4DF3-B163-A9C081F39570}"/>
              </a:ext>
            </a:extLst>
          </p:cNvPr>
          <p:cNvSpPr txBox="1"/>
          <p:nvPr/>
        </p:nvSpPr>
        <p:spPr>
          <a:xfrm>
            <a:off x="2881694" y="4955000"/>
            <a:ext cx="1053424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RecordType</a:t>
            </a:r>
            <a:endParaRPr lang="en-DE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C0AA5-9EC8-45D7-9F11-9DD50C9232C2}"/>
              </a:ext>
            </a:extLst>
          </p:cNvPr>
          <p:cNvSpPr txBox="1"/>
          <p:nvPr/>
        </p:nvSpPr>
        <p:spPr>
          <a:xfrm>
            <a:off x="4252445" y="4946252"/>
            <a:ext cx="530944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Field</a:t>
            </a:r>
            <a:endParaRPr lang="en-DE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D99A6-2C27-4E7D-9B73-F0F9D23C8E68}"/>
              </a:ext>
            </a:extLst>
          </p:cNvPr>
          <p:cNvSpPr txBox="1"/>
          <p:nvPr/>
        </p:nvSpPr>
        <p:spPr>
          <a:xfrm>
            <a:off x="1512319" y="5282468"/>
            <a:ext cx="6012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IntegerType</a:t>
            </a:r>
            <a:r>
              <a:rPr lang="en-US" sz="1400" dirty="0"/>
              <a:t>°, </a:t>
            </a:r>
            <a:r>
              <a:rPr lang="en-US" sz="1400" dirty="0" err="1"/>
              <a:t>LongType</a:t>
            </a:r>
            <a:r>
              <a:rPr lang="en-US" sz="1400" dirty="0"/>
              <a:t>°, </a:t>
            </a:r>
            <a:r>
              <a:rPr lang="en-US" sz="1400" dirty="0" err="1"/>
              <a:t>StringType</a:t>
            </a:r>
            <a:r>
              <a:rPr lang="en-US" sz="1400" dirty="0"/>
              <a:t>°, </a:t>
            </a:r>
            <a:r>
              <a:rPr lang="en-US" sz="1400" dirty="0" err="1"/>
              <a:t>BooleanType</a:t>
            </a:r>
            <a:r>
              <a:rPr lang="en-US" sz="1400" dirty="0"/>
              <a:t>°, </a:t>
            </a:r>
            <a:r>
              <a:rPr lang="en-US" sz="1400" dirty="0" err="1"/>
              <a:t>FloatType</a:t>
            </a:r>
            <a:r>
              <a:rPr lang="en-US" sz="1400" dirty="0"/>
              <a:t>°, </a:t>
            </a:r>
            <a:r>
              <a:rPr lang="en-US" sz="1400" dirty="0" err="1"/>
              <a:t>DoubleType</a:t>
            </a:r>
            <a:r>
              <a:rPr lang="en-US" sz="1400" dirty="0"/>
              <a:t>°</a:t>
            </a:r>
            <a:endParaRPr lang="en-DE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5EE263-C18B-4126-ADC7-BCFB55332AC1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3935120" y="5100139"/>
            <a:ext cx="317327" cy="8748"/>
          </a:xfrm>
          <a:prstGeom prst="straightConnector1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7144D1D-B56F-4F98-9B2E-EFF4B1E267FD}"/>
              </a:ext>
            </a:extLst>
          </p:cNvPr>
          <p:cNvSpPr/>
          <p:nvPr/>
        </p:nvSpPr>
        <p:spPr>
          <a:xfrm rot="16200000">
            <a:off x="2534198" y="4884925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BDEAF8-DA02-44DA-B48E-9644F02D094E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673611" y="4753682"/>
            <a:ext cx="208085" cy="17837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335972-223F-468F-ACEA-4C7001DC2D0B}"/>
              </a:ext>
            </a:extLst>
          </p:cNvPr>
          <p:cNvCxnSpPr>
            <a:cxnSpLocks/>
            <a:stCxn id="23" idx="3"/>
            <a:endCxn id="15" idx="1"/>
          </p:cNvCxnSpPr>
          <p:nvPr/>
        </p:nvCxnSpPr>
        <p:spPr>
          <a:xfrm>
            <a:off x="2673611" y="4932062"/>
            <a:ext cx="208085" cy="17682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CCF1E8-8BA9-4462-B09E-50B4577D40A0}"/>
              </a:ext>
            </a:extLst>
          </p:cNvPr>
          <p:cNvSpPr txBox="1"/>
          <p:nvPr/>
        </p:nvSpPr>
        <p:spPr>
          <a:xfrm>
            <a:off x="4042986" y="4866410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B8B3158-A1B1-461F-A763-5317BE3B726C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 flipV="1">
            <a:off x="1499615" y="-565322"/>
            <a:ext cx="3" cy="1365710"/>
          </a:xfrm>
          <a:prstGeom prst="bentConnector3">
            <a:avLst>
              <a:gd name="adj1" fmla="val 762010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F172259-A517-446B-98BB-27304BBB47E9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 flipH="1" flipV="1">
            <a:off x="1499613" y="800390"/>
            <a:ext cx="3" cy="940606"/>
          </a:xfrm>
          <a:prstGeom prst="bentConnector3">
            <a:avLst>
              <a:gd name="adj1" fmla="val -762000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6C7EA24-00E8-4B82-BCD4-77F0B5735761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 flipV="1">
            <a:off x="1499616" y="2579228"/>
            <a:ext cx="12700" cy="530592"/>
          </a:xfrm>
          <a:prstGeom prst="bentConnector3">
            <a:avLst>
              <a:gd name="adj1" fmla="val 1893748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51AF1F9-C0A5-484A-BAD3-DDE55F7B12C0}"/>
              </a:ext>
            </a:extLst>
          </p:cNvPr>
          <p:cNvCxnSpPr>
            <a:cxnSpLocks/>
            <a:stCxn id="4" idx="1"/>
            <a:endCxn id="56" idx="1"/>
          </p:cNvCxnSpPr>
          <p:nvPr/>
        </p:nvCxnSpPr>
        <p:spPr>
          <a:xfrm rot="10800000" flipV="1">
            <a:off x="1499616" y="3109821"/>
            <a:ext cx="3" cy="672135"/>
          </a:xfrm>
          <a:prstGeom prst="bentConnector3">
            <a:avLst>
              <a:gd name="adj1" fmla="val 762010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11F670B-B1D1-402C-8559-62B83C61CE57}"/>
              </a:ext>
            </a:extLst>
          </p:cNvPr>
          <p:cNvCxnSpPr>
            <a:cxnSpLocks/>
            <a:stCxn id="2" idx="1"/>
            <a:endCxn id="3" idx="1"/>
          </p:cNvCxnSpPr>
          <p:nvPr/>
        </p:nvCxnSpPr>
        <p:spPr>
          <a:xfrm rot="10800000" flipH="1" flipV="1">
            <a:off x="1512318" y="4925209"/>
            <a:ext cx="1" cy="1947837"/>
          </a:xfrm>
          <a:prstGeom prst="bentConnector3">
            <a:avLst>
              <a:gd name="adj1" fmla="val -2286000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D4AFA01-40A1-40BE-A634-901483D51D77}"/>
              </a:ext>
            </a:extLst>
          </p:cNvPr>
          <p:cNvSpPr txBox="1"/>
          <p:nvPr/>
        </p:nvSpPr>
        <p:spPr>
          <a:xfrm>
            <a:off x="5091345" y="-2313787"/>
            <a:ext cx="4045463" cy="1085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b="1" dirty="0"/>
              <a:t>Legend</a:t>
            </a:r>
          </a:p>
        </p:txBody>
      </p:sp>
      <p:cxnSp>
        <p:nvCxnSpPr>
          <p:cNvPr id="50" name="Elbow Connector 125">
            <a:extLst>
              <a:ext uri="{FF2B5EF4-FFF2-40B4-BE49-F238E27FC236}">
                <a16:creationId xmlns:a16="http://schemas.microsoft.com/office/drawing/2014/main" id="{F01A421D-B9B7-4A2A-8361-AC161BF83804}"/>
              </a:ext>
            </a:extLst>
          </p:cNvPr>
          <p:cNvCxnSpPr/>
          <p:nvPr/>
        </p:nvCxnSpPr>
        <p:spPr>
          <a:xfrm rot="10800000" flipV="1">
            <a:off x="5282226" y="-1846339"/>
            <a:ext cx="264415" cy="32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1229CFA-90CA-446F-A19B-5D962A2669F4}"/>
              </a:ext>
            </a:extLst>
          </p:cNvPr>
          <p:cNvSpPr txBox="1"/>
          <p:nvPr/>
        </p:nvSpPr>
        <p:spPr>
          <a:xfrm>
            <a:off x="5691978" y="-1918028"/>
            <a:ext cx="197562" cy="143378"/>
          </a:xfrm>
          <a:prstGeom prst="rect">
            <a:avLst/>
          </a:prstGeom>
          <a:noFill/>
          <a:ln>
            <a:solidFill>
              <a:srgbClr val="9CC5D1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48A32F-9BB6-4E9F-A7D1-52D1C35A5A00}"/>
              </a:ext>
            </a:extLst>
          </p:cNvPr>
          <p:cNvSpPr txBox="1"/>
          <p:nvPr/>
        </p:nvSpPr>
        <p:spPr>
          <a:xfrm>
            <a:off x="5889540" y="-2024045"/>
            <a:ext cx="2375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IVML project, dependency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9F348AD-2D46-444C-8AAB-8D30E2B90D06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2595015" y="6358070"/>
            <a:ext cx="327121" cy="4190"/>
          </a:xfrm>
          <a:prstGeom prst="straightConnector1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03E4F50-0487-4915-BC17-F60CCC3D0807}"/>
              </a:ext>
            </a:extLst>
          </p:cNvPr>
          <p:cNvSpPr txBox="1"/>
          <p:nvPr/>
        </p:nvSpPr>
        <p:spPr>
          <a:xfrm>
            <a:off x="2552065" y="6107596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081AB3-C807-4C22-BD24-C7B1B30FBABF}"/>
              </a:ext>
            </a:extLst>
          </p:cNvPr>
          <p:cNvSpPr txBox="1"/>
          <p:nvPr/>
        </p:nvSpPr>
        <p:spPr>
          <a:xfrm>
            <a:off x="4399576" y="5879994"/>
            <a:ext cx="1489965" cy="95410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CDataComponent</a:t>
            </a:r>
            <a:endParaRPr lang="en-US" sz="14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/>
              <a:t>input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/>
              <a:t>output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/>
              <a:t>parameter</a:t>
            </a:r>
            <a:endParaRPr lang="en-DE" sz="1400" dirty="0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38C6A94-DF4B-4B80-9FA4-13228F3BCE50}"/>
              </a:ext>
            </a:extLst>
          </p:cNvPr>
          <p:cNvSpPr/>
          <p:nvPr/>
        </p:nvSpPr>
        <p:spPr>
          <a:xfrm rot="16200000">
            <a:off x="4115984" y="6315791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3" name="Straight Connector 26">
            <a:extLst>
              <a:ext uri="{FF2B5EF4-FFF2-40B4-BE49-F238E27FC236}">
                <a16:creationId xmlns:a16="http://schemas.microsoft.com/office/drawing/2014/main" id="{0AFC824E-3C1A-48CD-9EEF-A45ED3EA7DA1}"/>
              </a:ext>
            </a:extLst>
          </p:cNvPr>
          <p:cNvCxnSpPr>
            <a:cxnSpLocks/>
            <a:stCxn id="62" idx="3"/>
            <a:endCxn id="60" idx="1"/>
          </p:cNvCxnSpPr>
          <p:nvPr/>
        </p:nvCxnSpPr>
        <p:spPr>
          <a:xfrm flipV="1">
            <a:off x="4255397" y="6357048"/>
            <a:ext cx="144179" cy="587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B221F66A-FB2A-444C-BE75-1C191802A84B}"/>
              </a:ext>
            </a:extLst>
          </p:cNvPr>
          <p:cNvSpPr/>
          <p:nvPr/>
        </p:nvSpPr>
        <p:spPr>
          <a:xfrm rot="16200000">
            <a:off x="5847239" y="6329504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8" name="Straight Connector 26">
            <a:extLst>
              <a:ext uri="{FF2B5EF4-FFF2-40B4-BE49-F238E27FC236}">
                <a16:creationId xmlns:a16="http://schemas.microsoft.com/office/drawing/2014/main" id="{36B4ADB7-B93A-4538-A6BF-6A6C197A0B00}"/>
              </a:ext>
            </a:extLst>
          </p:cNvPr>
          <p:cNvCxnSpPr>
            <a:cxnSpLocks/>
            <a:stCxn id="67" idx="3"/>
            <a:endCxn id="11" idx="1"/>
          </p:cNvCxnSpPr>
          <p:nvPr/>
        </p:nvCxnSpPr>
        <p:spPr>
          <a:xfrm>
            <a:off x="5986652" y="6376639"/>
            <a:ext cx="189348" cy="118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4171A11-B3F4-4702-A15E-B7089560D04D}"/>
              </a:ext>
            </a:extLst>
          </p:cNvPr>
          <p:cNvCxnSpPr>
            <a:cxnSpLocks/>
            <a:stCxn id="11" idx="2"/>
            <a:endCxn id="60" idx="2"/>
          </p:cNvCxnSpPr>
          <p:nvPr/>
        </p:nvCxnSpPr>
        <p:spPr>
          <a:xfrm rot="5400000">
            <a:off x="5746827" y="5929440"/>
            <a:ext cx="302394" cy="1506929"/>
          </a:xfrm>
          <a:prstGeom prst="bentConnector3">
            <a:avLst>
              <a:gd name="adj1" fmla="val 175597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FFA7368-82B4-4980-9DAB-B8680F12B2BB}"/>
              </a:ext>
            </a:extLst>
          </p:cNvPr>
          <p:cNvSpPr txBox="1"/>
          <p:nvPr/>
        </p:nvSpPr>
        <p:spPr>
          <a:xfrm>
            <a:off x="5137759" y="6799611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12EC1B-7A78-4003-8D51-12ECE77EC2FE}"/>
              </a:ext>
            </a:extLst>
          </p:cNvPr>
          <p:cNvSpPr txBox="1"/>
          <p:nvPr/>
        </p:nvSpPr>
        <p:spPr>
          <a:xfrm>
            <a:off x="1651026" y="7404683"/>
            <a:ext cx="167200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CStructuralProperty</a:t>
            </a:r>
            <a:endParaRPr 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4FB6D5-F43C-42E4-8B74-D8BFEE2BC1BD}"/>
              </a:ext>
            </a:extLst>
          </p:cNvPr>
          <p:cNvSpPr txBox="1"/>
          <p:nvPr/>
        </p:nvSpPr>
        <p:spPr>
          <a:xfrm>
            <a:off x="3630041" y="7158988"/>
            <a:ext cx="1844374" cy="738664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CIrreversibleProperty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type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A17A1B-003B-4615-B77D-7967FB179D28}"/>
              </a:ext>
            </a:extLst>
          </p:cNvPr>
          <p:cNvSpPr txBox="1"/>
          <p:nvPr/>
        </p:nvSpPr>
        <p:spPr>
          <a:xfrm>
            <a:off x="5762050" y="7231622"/>
            <a:ext cx="1844374" cy="523220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CReversibleProperty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</a:t>
            </a: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7E5D250F-7972-407A-84A1-7643129DF11F}"/>
              </a:ext>
            </a:extLst>
          </p:cNvPr>
          <p:cNvSpPr/>
          <p:nvPr/>
        </p:nvSpPr>
        <p:spPr>
          <a:xfrm rot="16200000">
            <a:off x="3277890" y="7486650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2" name="Straight Connector 26">
            <a:extLst>
              <a:ext uri="{FF2B5EF4-FFF2-40B4-BE49-F238E27FC236}">
                <a16:creationId xmlns:a16="http://schemas.microsoft.com/office/drawing/2014/main" id="{454C932F-DA54-4BF8-802B-CE9936043C60}"/>
              </a:ext>
            </a:extLst>
          </p:cNvPr>
          <p:cNvCxnSpPr>
            <a:cxnSpLocks/>
            <a:stCxn id="81" idx="3"/>
            <a:endCxn id="78" idx="1"/>
          </p:cNvCxnSpPr>
          <p:nvPr/>
        </p:nvCxnSpPr>
        <p:spPr>
          <a:xfrm flipV="1">
            <a:off x="3417303" y="7528320"/>
            <a:ext cx="212738" cy="546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5A907354-F821-4D37-92B9-31062BB744B6}"/>
              </a:ext>
            </a:extLst>
          </p:cNvPr>
          <p:cNvSpPr/>
          <p:nvPr/>
        </p:nvSpPr>
        <p:spPr>
          <a:xfrm rot="16200000">
            <a:off x="5438472" y="7451322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4" name="Straight Connector 26">
            <a:extLst>
              <a:ext uri="{FF2B5EF4-FFF2-40B4-BE49-F238E27FC236}">
                <a16:creationId xmlns:a16="http://schemas.microsoft.com/office/drawing/2014/main" id="{375D6ADB-EF42-4221-9ECB-D0B4EFF7DEF2}"/>
              </a:ext>
            </a:extLst>
          </p:cNvPr>
          <p:cNvCxnSpPr>
            <a:cxnSpLocks/>
            <a:stCxn id="83" idx="3"/>
            <a:endCxn id="79" idx="1"/>
          </p:cNvCxnSpPr>
          <p:nvPr/>
        </p:nvCxnSpPr>
        <p:spPr>
          <a:xfrm flipV="1">
            <a:off x="5577885" y="7493232"/>
            <a:ext cx="184165" cy="522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125">
            <a:extLst>
              <a:ext uri="{FF2B5EF4-FFF2-40B4-BE49-F238E27FC236}">
                <a16:creationId xmlns:a16="http://schemas.microsoft.com/office/drawing/2014/main" id="{1D90BF4B-00D7-4BDB-9243-5146931A3492}"/>
              </a:ext>
            </a:extLst>
          </p:cNvPr>
          <p:cNvCxnSpPr/>
          <p:nvPr/>
        </p:nvCxnSpPr>
        <p:spPr>
          <a:xfrm rot="10800000" flipV="1">
            <a:off x="5293221" y="-1637377"/>
            <a:ext cx="264415" cy="32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5E605C4-C5A7-4AA4-B75E-3C4630FFD56D}"/>
              </a:ext>
            </a:extLst>
          </p:cNvPr>
          <p:cNvSpPr txBox="1"/>
          <p:nvPr/>
        </p:nvSpPr>
        <p:spPr>
          <a:xfrm>
            <a:off x="5688684" y="-1709066"/>
            <a:ext cx="197562" cy="143378"/>
          </a:xfrm>
          <a:prstGeom prst="rect">
            <a:avLst/>
          </a:prstGeom>
          <a:noFill/>
          <a:ln>
            <a:solidFill>
              <a:srgbClr val="D76A63"/>
            </a:solidFill>
            <a:prstDash val="solid"/>
          </a:ln>
        </p:spPr>
        <p:txBody>
          <a:bodyPr wrap="none" rtlCol="0">
            <a:noAutofit/>
          </a:bodyPr>
          <a:lstStyle/>
          <a:p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CB5FED-EB04-45AE-8D91-9F7833A87B61}"/>
              </a:ext>
            </a:extLst>
          </p:cNvPr>
          <p:cNvSpPr txBox="1"/>
          <p:nvPr/>
        </p:nvSpPr>
        <p:spPr>
          <a:xfrm>
            <a:off x="5889540" y="-1787141"/>
            <a:ext cx="272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Configurable element, relation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F99BB69-8941-4CB1-BB91-BA826B4445F8}"/>
              </a:ext>
            </a:extLst>
          </p:cNvPr>
          <p:cNvSpPr txBox="1"/>
          <p:nvPr/>
        </p:nvSpPr>
        <p:spPr>
          <a:xfrm>
            <a:off x="5889539" y="-1567236"/>
            <a:ext cx="3247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Frozen element, </a:t>
            </a:r>
            <a:r>
              <a:rPr lang="en-US" sz="1600" baseline="30000" dirty="0"/>
              <a:t>#</a:t>
            </a:r>
            <a:r>
              <a:rPr lang="en-US" sz="1600" dirty="0"/>
              <a:t>collapsed hierarchy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F89775-E140-40BA-8ECC-6EF778400498}"/>
              </a:ext>
            </a:extLst>
          </p:cNvPr>
          <p:cNvSpPr txBox="1"/>
          <p:nvPr/>
        </p:nvSpPr>
        <p:spPr>
          <a:xfrm>
            <a:off x="5762740" y="-1567236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2C105F-C17E-4AC4-8578-FD79AA26583D}"/>
              </a:ext>
            </a:extLst>
          </p:cNvPr>
          <p:cNvSpPr txBox="1"/>
          <p:nvPr/>
        </p:nvSpPr>
        <p:spPr>
          <a:xfrm>
            <a:off x="1499615" y="3446089"/>
            <a:ext cx="7600041" cy="671735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 err="1"/>
              <a:t>Aas</a:t>
            </a:r>
            <a:endParaRPr lang="en-DE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678664-DF94-432A-A61E-B901618E89DE}"/>
              </a:ext>
            </a:extLst>
          </p:cNvPr>
          <p:cNvSpPr txBox="1"/>
          <p:nvPr/>
        </p:nvSpPr>
        <p:spPr>
          <a:xfrm>
            <a:off x="1519627" y="3789409"/>
            <a:ext cx="7653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AasProtocol</a:t>
            </a:r>
            <a:r>
              <a:rPr lang="en-US" sz="1400" dirty="0"/>
              <a:t> </a:t>
            </a:r>
            <a:r>
              <a:rPr lang="en-US" sz="1400" dirty="0" err="1"/>
              <a:t>aasProtocol</a:t>
            </a:r>
            <a:r>
              <a:rPr lang="en-US" sz="1400" dirty="0"/>
              <a:t>, </a:t>
            </a:r>
            <a:r>
              <a:rPr lang="en-US" sz="1400" dirty="0" err="1"/>
              <a:t>AasSchema</a:t>
            </a:r>
            <a:r>
              <a:rPr lang="en-US" sz="1400" dirty="0"/>
              <a:t>, Persistency, Address </a:t>
            </a:r>
            <a:r>
              <a:rPr lang="en-US" sz="1400" dirty="0" err="1"/>
              <a:t>aasServer</a:t>
            </a:r>
            <a:r>
              <a:rPr lang="en-US" sz="1400" dirty="0"/>
              <a:t>, </a:t>
            </a:r>
            <a:r>
              <a:rPr lang="en-US" sz="1400" dirty="0" err="1"/>
              <a:t>aasRegistryServer</a:t>
            </a:r>
            <a:r>
              <a:rPr lang="en-US" sz="1400" dirty="0"/>
              <a:t>, </a:t>
            </a:r>
            <a:r>
              <a:rPr lang="en-US" sz="1400" dirty="0" err="1"/>
              <a:t>aasImplServer</a:t>
            </a:r>
            <a:endParaRPr lang="en-DE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D40D9D-C974-4B36-AA9D-FAA599AE77FE}"/>
              </a:ext>
            </a:extLst>
          </p:cNvPr>
          <p:cNvSpPr txBox="1"/>
          <p:nvPr/>
        </p:nvSpPr>
        <p:spPr>
          <a:xfrm>
            <a:off x="1512316" y="3092172"/>
            <a:ext cx="396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ProtocolType</a:t>
            </a:r>
            <a:r>
              <a:rPr lang="en-US" sz="1400" dirty="0"/>
              <a:t>, </a:t>
            </a:r>
            <a:r>
              <a:rPr lang="en-US" sz="1400" dirty="0" err="1"/>
              <a:t>TransportProtocol</a:t>
            </a:r>
            <a:r>
              <a:rPr lang="en-US" sz="1400" baseline="30000" dirty="0"/>
              <a:t>#</a:t>
            </a:r>
            <a:r>
              <a:rPr lang="en-US" sz="1400" dirty="0"/>
              <a:t> </a:t>
            </a:r>
            <a:r>
              <a:rPr lang="en-US" sz="1400" dirty="0" err="1"/>
              <a:t>transportProtocol</a:t>
            </a:r>
            <a:endParaRPr lang="en-DE" sz="1400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0D80E25-5378-40CE-85F3-CFDA9D320AC2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 flipV="1">
            <a:off x="1499617" y="1740996"/>
            <a:ext cx="12700" cy="838232"/>
          </a:xfrm>
          <a:prstGeom prst="bentConnector3">
            <a:avLst>
              <a:gd name="adj1" fmla="val 1893756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D8D9A8B-B4C0-46B4-87B2-85C7F9213C70}"/>
              </a:ext>
            </a:extLst>
          </p:cNvPr>
          <p:cNvSpPr txBox="1"/>
          <p:nvPr/>
        </p:nvSpPr>
        <p:spPr>
          <a:xfrm>
            <a:off x="1619044" y="1567688"/>
            <a:ext cx="1037931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ServiceBase</a:t>
            </a:r>
            <a:endParaRPr lang="en-DE" sz="1400" i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E3897F-1E51-4451-8EEE-7694FB87BEDA}"/>
              </a:ext>
            </a:extLst>
          </p:cNvPr>
          <p:cNvSpPr txBox="1"/>
          <p:nvPr/>
        </p:nvSpPr>
        <p:spPr>
          <a:xfrm>
            <a:off x="3258641" y="1204951"/>
            <a:ext cx="721417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/>
              <a:t>Service</a:t>
            </a:r>
            <a:endParaRPr lang="en-DE" sz="1400" i="1" dirty="0"/>
          </a:p>
        </p:txBody>
      </p:sp>
      <p:cxnSp>
        <p:nvCxnSpPr>
          <p:cNvPr id="86" name="Straight Connector 24">
            <a:extLst>
              <a:ext uri="{FF2B5EF4-FFF2-40B4-BE49-F238E27FC236}">
                <a16:creationId xmlns:a16="http://schemas.microsoft.com/office/drawing/2014/main" id="{B52D2F67-5E28-4684-B439-8AF71578E6F8}"/>
              </a:ext>
            </a:extLst>
          </p:cNvPr>
          <p:cNvCxnSpPr>
            <a:cxnSpLocks/>
            <a:stCxn id="99" idx="3"/>
            <a:endCxn id="85" idx="1"/>
          </p:cNvCxnSpPr>
          <p:nvPr/>
        </p:nvCxnSpPr>
        <p:spPr>
          <a:xfrm flipV="1">
            <a:off x="2769336" y="1358840"/>
            <a:ext cx="489305" cy="338395"/>
          </a:xfrm>
          <a:prstGeom prst="bentConnector3">
            <a:avLst>
              <a:gd name="adj1" fmla="val 23721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EE710EA-8F22-44D7-902C-99434700AD97}"/>
              </a:ext>
            </a:extLst>
          </p:cNvPr>
          <p:cNvSpPr txBox="1"/>
          <p:nvPr/>
        </p:nvSpPr>
        <p:spPr>
          <a:xfrm>
            <a:off x="1519627" y="2018015"/>
            <a:ext cx="2899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IOType</a:t>
            </a:r>
            <a:r>
              <a:rPr lang="en-US" sz="1400" dirty="0"/>
              <a:t>, </a:t>
            </a:r>
            <a:r>
              <a:rPr lang="en-US" sz="1400" dirty="0" err="1"/>
              <a:t>IOTypeWithPath</a:t>
            </a:r>
            <a:r>
              <a:rPr lang="en-US" sz="1400" dirty="0"/>
              <a:t>, </a:t>
            </a:r>
            <a:r>
              <a:rPr lang="en-US" sz="1400" dirty="0" err="1"/>
              <a:t>ServiceKind</a:t>
            </a:r>
            <a:endParaRPr lang="en-DE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ED3A207-9861-40F1-B304-9CC8BBFA9C53}"/>
              </a:ext>
            </a:extLst>
          </p:cNvPr>
          <p:cNvSpPr txBox="1"/>
          <p:nvPr/>
        </p:nvSpPr>
        <p:spPr>
          <a:xfrm>
            <a:off x="2994818" y="1677849"/>
            <a:ext cx="1244882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ServiceFamily</a:t>
            </a:r>
            <a:endParaRPr lang="en-DE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FD5BC96-3776-47F0-BCD6-F89495C6D9D6}"/>
              </a:ext>
            </a:extLst>
          </p:cNvPr>
          <p:cNvSpPr txBox="1"/>
          <p:nvPr/>
        </p:nvSpPr>
        <p:spPr>
          <a:xfrm>
            <a:off x="4572270" y="1433209"/>
            <a:ext cx="1076074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JavaService</a:t>
            </a:r>
            <a:endParaRPr lang="en-DE" sz="14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5B5204-90E8-41BA-88E0-DDDFC4768D98}"/>
              </a:ext>
            </a:extLst>
          </p:cNvPr>
          <p:cNvSpPr txBox="1"/>
          <p:nvPr/>
        </p:nvSpPr>
        <p:spPr>
          <a:xfrm>
            <a:off x="4580476" y="1832226"/>
            <a:ext cx="1314989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PythonService</a:t>
            </a:r>
            <a:endParaRPr lang="en-DE" sz="14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F15E386-EA9D-4DE4-BF15-0DB64440B86D}"/>
              </a:ext>
            </a:extLst>
          </p:cNvPr>
          <p:cNvCxnSpPr>
            <a:cxnSpLocks/>
            <a:stCxn id="88" idx="0"/>
            <a:endCxn id="85" idx="2"/>
          </p:cNvCxnSpPr>
          <p:nvPr/>
        </p:nvCxnSpPr>
        <p:spPr>
          <a:xfrm flipV="1">
            <a:off x="3617259" y="1512728"/>
            <a:ext cx="2091" cy="165121"/>
          </a:xfrm>
          <a:prstGeom prst="straightConnector1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078B465-BB74-4E5B-85DC-36F432A7372D}"/>
              </a:ext>
            </a:extLst>
          </p:cNvPr>
          <p:cNvSpPr txBox="1"/>
          <p:nvPr/>
        </p:nvSpPr>
        <p:spPr>
          <a:xfrm>
            <a:off x="3587667" y="1442572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5666F50D-08AB-4B38-92AE-804B88275507}"/>
              </a:ext>
            </a:extLst>
          </p:cNvPr>
          <p:cNvSpPr/>
          <p:nvPr/>
        </p:nvSpPr>
        <p:spPr>
          <a:xfrm rot="16200000">
            <a:off x="2629923" y="1650100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0" name="Straight Connector 24">
            <a:extLst>
              <a:ext uri="{FF2B5EF4-FFF2-40B4-BE49-F238E27FC236}">
                <a16:creationId xmlns:a16="http://schemas.microsoft.com/office/drawing/2014/main" id="{2E42F6C0-0EE3-4A19-BA49-D3FA043E78A1}"/>
              </a:ext>
            </a:extLst>
          </p:cNvPr>
          <p:cNvCxnSpPr>
            <a:cxnSpLocks/>
            <a:stCxn id="99" idx="3"/>
            <a:endCxn id="88" idx="1"/>
          </p:cNvCxnSpPr>
          <p:nvPr/>
        </p:nvCxnSpPr>
        <p:spPr>
          <a:xfrm>
            <a:off x="2769336" y="1697235"/>
            <a:ext cx="225482" cy="13450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0E54DF42-DCFF-4674-8E3A-F5CC10731CA3}"/>
              </a:ext>
            </a:extLst>
          </p:cNvPr>
          <p:cNvSpPr/>
          <p:nvPr/>
        </p:nvSpPr>
        <p:spPr>
          <a:xfrm rot="16200000">
            <a:off x="3937559" y="1332702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2" name="Straight Connector 24">
            <a:extLst>
              <a:ext uri="{FF2B5EF4-FFF2-40B4-BE49-F238E27FC236}">
                <a16:creationId xmlns:a16="http://schemas.microsoft.com/office/drawing/2014/main" id="{EB526C5B-F5F5-4DDC-BECD-6AFE5FC1CE6D}"/>
              </a:ext>
            </a:extLst>
          </p:cNvPr>
          <p:cNvCxnSpPr>
            <a:cxnSpLocks/>
            <a:stCxn id="101" idx="3"/>
            <a:endCxn id="95" idx="1"/>
          </p:cNvCxnSpPr>
          <p:nvPr/>
        </p:nvCxnSpPr>
        <p:spPr>
          <a:xfrm>
            <a:off x="4076972" y="1379837"/>
            <a:ext cx="503504" cy="60627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24">
            <a:extLst>
              <a:ext uri="{FF2B5EF4-FFF2-40B4-BE49-F238E27FC236}">
                <a16:creationId xmlns:a16="http://schemas.microsoft.com/office/drawing/2014/main" id="{07D913D9-56DC-4DF4-AE30-EF4A4EFD08F8}"/>
              </a:ext>
            </a:extLst>
          </p:cNvPr>
          <p:cNvCxnSpPr>
            <a:cxnSpLocks/>
            <a:stCxn id="101" idx="3"/>
            <a:endCxn id="94" idx="1"/>
          </p:cNvCxnSpPr>
          <p:nvPr/>
        </p:nvCxnSpPr>
        <p:spPr>
          <a:xfrm>
            <a:off x="4076972" y="1379837"/>
            <a:ext cx="495298" cy="20726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BD17B9E-15F6-4E97-9486-F2A8DAE0F38E}"/>
              </a:ext>
            </a:extLst>
          </p:cNvPr>
          <p:cNvSpPr txBox="1"/>
          <p:nvPr/>
        </p:nvSpPr>
        <p:spPr>
          <a:xfrm>
            <a:off x="1510465" y="790551"/>
            <a:ext cx="396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ProtocolType</a:t>
            </a:r>
            <a:r>
              <a:rPr lang="en-US" sz="1400" dirty="0"/>
              <a:t>, </a:t>
            </a:r>
            <a:r>
              <a:rPr lang="en-US" sz="1400" dirty="0" err="1"/>
              <a:t>TransportProtocol</a:t>
            </a:r>
            <a:r>
              <a:rPr lang="en-US" sz="1400" baseline="30000" dirty="0"/>
              <a:t>#</a:t>
            </a:r>
            <a:r>
              <a:rPr lang="en-US" sz="1400" dirty="0"/>
              <a:t> </a:t>
            </a:r>
            <a:r>
              <a:rPr lang="en-US" sz="1400" dirty="0" err="1"/>
              <a:t>transportProtocol</a:t>
            </a:r>
            <a:endParaRPr lang="en-DE" sz="14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68BE23B-243C-43A0-B45E-07E5158DD06E}"/>
              </a:ext>
            </a:extLst>
          </p:cNvPr>
          <p:cNvSpPr txBox="1"/>
          <p:nvPr/>
        </p:nvSpPr>
        <p:spPr>
          <a:xfrm>
            <a:off x="1876968" y="-678772"/>
            <a:ext cx="1037931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Application</a:t>
            </a:r>
            <a:endParaRPr lang="en-DE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9ADD1C-499F-43DA-8C51-D3790F5CBD1B}"/>
              </a:ext>
            </a:extLst>
          </p:cNvPr>
          <p:cNvSpPr txBox="1"/>
          <p:nvPr/>
        </p:nvSpPr>
        <p:spPr>
          <a:xfrm>
            <a:off x="3270892" y="-678203"/>
            <a:ext cx="1117502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ServiceMesh</a:t>
            </a:r>
            <a:endParaRPr lang="en-DE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8F484EE-0AF4-49C0-B32A-60D4E061586A}"/>
              </a:ext>
            </a:extLst>
          </p:cNvPr>
          <p:cNvSpPr txBox="1"/>
          <p:nvPr/>
        </p:nvSpPr>
        <p:spPr>
          <a:xfrm>
            <a:off x="4657908" y="-1130442"/>
            <a:ext cx="1175790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MeshElement</a:t>
            </a:r>
            <a:endParaRPr lang="en-DE" sz="1400" i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B78BDCD-EAD1-4A43-B165-7275F85AEF42}"/>
              </a:ext>
            </a:extLst>
          </p:cNvPr>
          <p:cNvSpPr txBox="1"/>
          <p:nvPr/>
        </p:nvSpPr>
        <p:spPr>
          <a:xfrm>
            <a:off x="4932083" y="-759063"/>
            <a:ext cx="1127615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MeshSource</a:t>
            </a:r>
            <a:endParaRPr lang="en-DE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A3E34AD-EB93-4648-BA9D-1701D9F44CCE}"/>
              </a:ext>
            </a:extLst>
          </p:cNvPr>
          <p:cNvSpPr txBox="1"/>
          <p:nvPr/>
        </p:nvSpPr>
        <p:spPr>
          <a:xfrm>
            <a:off x="4925120" y="-400410"/>
            <a:ext cx="1569352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MeshInnerElement</a:t>
            </a:r>
            <a:endParaRPr lang="en-DE" sz="1400" i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2872E47-8AF5-45A5-877D-3CD3283A0BDB}"/>
              </a:ext>
            </a:extLst>
          </p:cNvPr>
          <p:cNvSpPr txBox="1"/>
          <p:nvPr/>
        </p:nvSpPr>
        <p:spPr>
          <a:xfrm>
            <a:off x="7020398" y="-388370"/>
            <a:ext cx="894865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MeshSink</a:t>
            </a:r>
            <a:endParaRPr lang="en-DE" sz="14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4049BB-8BDC-4442-AF1C-49E18C6D64C4}"/>
              </a:ext>
            </a:extLst>
          </p:cNvPr>
          <p:cNvSpPr txBox="1"/>
          <p:nvPr/>
        </p:nvSpPr>
        <p:spPr>
          <a:xfrm>
            <a:off x="7021167" y="-741860"/>
            <a:ext cx="1341783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MeshProcessor</a:t>
            </a:r>
            <a:endParaRPr lang="en-DE" sz="1400" dirty="0"/>
          </a:p>
        </p:txBody>
      </p:sp>
      <p:cxnSp>
        <p:nvCxnSpPr>
          <p:cNvPr id="136" name="Straight Connector 24">
            <a:extLst>
              <a:ext uri="{FF2B5EF4-FFF2-40B4-BE49-F238E27FC236}">
                <a16:creationId xmlns:a16="http://schemas.microsoft.com/office/drawing/2014/main" id="{9B442DBC-C82C-4EDA-90D3-BB17B8791F92}"/>
              </a:ext>
            </a:extLst>
          </p:cNvPr>
          <p:cNvCxnSpPr>
            <a:cxnSpLocks/>
            <a:stCxn id="138" idx="3"/>
            <a:endCxn id="134" idx="1"/>
          </p:cNvCxnSpPr>
          <p:nvPr/>
        </p:nvCxnSpPr>
        <p:spPr>
          <a:xfrm>
            <a:off x="6591761" y="-238997"/>
            <a:ext cx="428637" cy="451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24">
            <a:extLst>
              <a:ext uri="{FF2B5EF4-FFF2-40B4-BE49-F238E27FC236}">
                <a16:creationId xmlns:a16="http://schemas.microsoft.com/office/drawing/2014/main" id="{3694861C-FE15-4B7E-8EE0-3E510B265F53}"/>
              </a:ext>
            </a:extLst>
          </p:cNvPr>
          <p:cNvCxnSpPr>
            <a:cxnSpLocks/>
            <a:stCxn id="138" idx="3"/>
            <a:endCxn id="135" idx="1"/>
          </p:cNvCxnSpPr>
          <p:nvPr/>
        </p:nvCxnSpPr>
        <p:spPr>
          <a:xfrm flipV="1">
            <a:off x="6591761" y="-587971"/>
            <a:ext cx="429406" cy="34897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E71F2CFD-69C6-4E60-B9B6-84FE2D86BCE3}"/>
              </a:ext>
            </a:extLst>
          </p:cNvPr>
          <p:cNvSpPr/>
          <p:nvPr/>
        </p:nvSpPr>
        <p:spPr>
          <a:xfrm rot="16200000">
            <a:off x="6452348" y="-286131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088EA036-7A56-496D-A6EE-12588C7D182E}"/>
              </a:ext>
            </a:extLst>
          </p:cNvPr>
          <p:cNvSpPr/>
          <p:nvPr/>
        </p:nvSpPr>
        <p:spPr>
          <a:xfrm>
            <a:off x="4644215" y="-802974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5" name="Straight Connector 24">
            <a:extLst>
              <a:ext uri="{FF2B5EF4-FFF2-40B4-BE49-F238E27FC236}">
                <a16:creationId xmlns:a16="http://schemas.microsoft.com/office/drawing/2014/main" id="{DE061FB1-A21D-46F4-A78A-E3E898843A19}"/>
              </a:ext>
            </a:extLst>
          </p:cNvPr>
          <p:cNvCxnSpPr>
            <a:cxnSpLocks/>
            <a:stCxn id="144" idx="3"/>
            <a:endCxn id="132" idx="1"/>
          </p:cNvCxnSpPr>
          <p:nvPr/>
        </p:nvCxnSpPr>
        <p:spPr>
          <a:xfrm rot="16200000" flipH="1">
            <a:off x="4782523" y="-754734"/>
            <a:ext cx="103530" cy="195590"/>
          </a:xfrm>
          <a:prstGeom prst="bentConnector2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24">
            <a:extLst>
              <a:ext uri="{FF2B5EF4-FFF2-40B4-BE49-F238E27FC236}">
                <a16:creationId xmlns:a16="http://schemas.microsoft.com/office/drawing/2014/main" id="{AA0E6895-D7BB-411C-92A7-43CCBBF89499}"/>
              </a:ext>
            </a:extLst>
          </p:cNvPr>
          <p:cNvCxnSpPr>
            <a:cxnSpLocks/>
            <a:stCxn id="144" idx="3"/>
            <a:endCxn id="133" idx="1"/>
          </p:cNvCxnSpPr>
          <p:nvPr/>
        </p:nvCxnSpPr>
        <p:spPr>
          <a:xfrm rot="16200000" flipH="1">
            <a:off x="4599715" y="-571927"/>
            <a:ext cx="462183" cy="188627"/>
          </a:xfrm>
          <a:prstGeom prst="bentConnector2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8D9B8873-3A25-4B2D-87F0-0F0A65FE4291}"/>
              </a:ext>
            </a:extLst>
          </p:cNvPr>
          <p:cNvSpPr txBox="1"/>
          <p:nvPr/>
        </p:nvSpPr>
        <p:spPr>
          <a:xfrm>
            <a:off x="4707744" y="-548716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6D2F68A-4AA7-442A-86DD-42504CCC0111}"/>
              </a:ext>
            </a:extLst>
          </p:cNvPr>
          <p:cNvCxnSpPr>
            <a:cxnSpLocks/>
            <a:stCxn id="130" idx="3"/>
            <a:endCxn id="164" idx="1"/>
          </p:cNvCxnSpPr>
          <p:nvPr/>
        </p:nvCxnSpPr>
        <p:spPr>
          <a:xfrm>
            <a:off x="4388394" y="-524314"/>
            <a:ext cx="540650" cy="1502"/>
          </a:xfrm>
          <a:prstGeom prst="straightConnector1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680B250-5379-46DB-BE1D-5864B35C595D}"/>
              </a:ext>
            </a:extLst>
          </p:cNvPr>
          <p:cNvSpPr/>
          <p:nvPr/>
        </p:nvSpPr>
        <p:spPr>
          <a:xfrm>
            <a:off x="4929044" y="-594012"/>
            <a:ext cx="114771" cy="142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0DD4CA8-A399-49F4-B832-43FE05A7703E}"/>
              </a:ext>
            </a:extLst>
          </p:cNvPr>
          <p:cNvCxnSpPr>
            <a:cxnSpLocks/>
            <a:stCxn id="129" idx="3"/>
            <a:endCxn id="130" idx="1"/>
          </p:cNvCxnSpPr>
          <p:nvPr/>
        </p:nvCxnSpPr>
        <p:spPr>
          <a:xfrm>
            <a:off x="2914899" y="-524883"/>
            <a:ext cx="355993" cy="569"/>
          </a:xfrm>
          <a:prstGeom prst="straightConnector1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888D1B8-B2AD-4A8F-9EC2-90ECA7210A1C}"/>
              </a:ext>
            </a:extLst>
          </p:cNvPr>
          <p:cNvSpPr txBox="1"/>
          <p:nvPr/>
        </p:nvSpPr>
        <p:spPr>
          <a:xfrm>
            <a:off x="3011910" y="-56378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</a:t>
            </a:r>
            <a:endParaRPr lang="en-DE" sz="14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CA80437-DD48-4B27-A9FF-2AB2C2312272}"/>
              </a:ext>
            </a:extLst>
          </p:cNvPr>
          <p:cNvSpPr txBox="1"/>
          <p:nvPr/>
        </p:nvSpPr>
        <p:spPr>
          <a:xfrm>
            <a:off x="1499616" y="-1994444"/>
            <a:ext cx="3518499" cy="360311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i="1" dirty="0"/>
              <a:t>Configuration</a:t>
            </a:r>
            <a:endParaRPr lang="en-DE" i="1" dirty="0"/>
          </a:p>
        </p:txBody>
      </p: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D59F716B-58EC-4E53-B34F-64AF78D4A68D}"/>
              </a:ext>
            </a:extLst>
          </p:cNvPr>
          <p:cNvCxnSpPr>
            <a:cxnSpLocks/>
            <a:stCxn id="173" idx="1"/>
            <a:endCxn id="189" idx="1"/>
          </p:cNvCxnSpPr>
          <p:nvPr/>
        </p:nvCxnSpPr>
        <p:spPr>
          <a:xfrm rot="10800000" flipV="1">
            <a:off x="1499616" y="-1814289"/>
            <a:ext cx="12700" cy="407035"/>
          </a:xfrm>
          <a:prstGeom prst="bentConnector3">
            <a:avLst>
              <a:gd name="adj1" fmla="val 1914283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F6D301D0-0084-4EDE-939B-5F6DD9B67C40}"/>
              </a:ext>
            </a:extLst>
          </p:cNvPr>
          <p:cNvSpPr txBox="1"/>
          <p:nvPr/>
        </p:nvSpPr>
        <p:spPr>
          <a:xfrm>
            <a:off x="1499616" y="-1587409"/>
            <a:ext cx="3518499" cy="360311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IIP-Ecosphere</a:t>
            </a:r>
            <a:endParaRPr lang="en-DE" dirty="0"/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41C83C1C-7625-4419-B8F7-C9735CFB6EE1}"/>
              </a:ext>
            </a:extLst>
          </p:cNvPr>
          <p:cNvCxnSpPr>
            <a:cxnSpLocks/>
            <a:stCxn id="189" idx="1"/>
            <a:endCxn id="8" idx="1"/>
          </p:cNvCxnSpPr>
          <p:nvPr/>
        </p:nvCxnSpPr>
        <p:spPr>
          <a:xfrm rot="10800000" flipV="1">
            <a:off x="1499616" y="-1407254"/>
            <a:ext cx="1" cy="841931"/>
          </a:xfrm>
          <a:prstGeom prst="bentConnector3">
            <a:avLst>
              <a:gd name="adj1" fmla="val 2286010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14135E42-9EB7-4AFC-868A-00BBA114032C}"/>
              </a:ext>
            </a:extLst>
          </p:cNvPr>
          <p:cNvCxnSpPr>
            <a:cxnSpLocks/>
            <a:stCxn id="56" idx="1"/>
            <a:endCxn id="2" idx="1"/>
          </p:cNvCxnSpPr>
          <p:nvPr/>
        </p:nvCxnSpPr>
        <p:spPr>
          <a:xfrm rot="10800000" flipH="1" flipV="1">
            <a:off x="1499613" y="3781956"/>
            <a:ext cx="12704" cy="1143253"/>
          </a:xfrm>
          <a:prstGeom prst="bentConnector3">
            <a:avLst>
              <a:gd name="adj1" fmla="val -1799433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DDD2142-46F7-4F3C-BD11-576C7D37DCD4}"/>
              </a:ext>
            </a:extLst>
          </p:cNvPr>
          <p:cNvSpPr txBox="1"/>
          <p:nvPr/>
        </p:nvSpPr>
        <p:spPr>
          <a:xfrm>
            <a:off x="5758728" y="1226143"/>
            <a:ext cx="998402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Connector</a:t>
            </a:r>
            <a:endParaRPr lang="en-DE" sz="1400" dirty="0"/>
          </a:p>
        </p:txBody>
      </p:sp>
      <p:cxnSp>
        <p:nvCxnSpPr>
          <p:cNvPr id="106" name="Straight Connector 24">
            <a:extLst>
              <a:ext uri="{FF2B5EF4-FFF2-40B4-BE49-F238E27FC236}">
                <a16:creationId xmlns:a16="http://schemas.microsoft.com/office/drawing/2014/main" id="{FACC5560-141D-40CB-8618-090F3A2898CE}"/>
              </a:ext>
            </a:extLst>
          </p:cNvPr>
          <p:cNvCxnSpPr>
            <a:cxnSpLocks/>
            <a:stCxn id="101" idx="3"/>
            <a:endCxn id="104" idx="1"/>
          </p:cNvCxnSpPr>
          <p:nvPr/>
        </p:nvCxnSpPr>
        <p:spPr>
          <a:xfrm>
            <a:off x="4076972" y="1379837"/>
            <a:ext cx="1681756" cy="19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786759D-2E24-486B-914B-7A3975315AE7}"/>
              </a:ext>
            </a:extLst>
          </p:cNvPr>
          <p:cNvSpPr txBox="1"/>
          <p:nvPr/>
        </p:nvSpPr>
        <p:spPr>
          <a:xfrm>
            <a:off x="7295116" y="1224796"/>
            <a:ext cx="1632068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OpcUaV1Connector</a:t>
            </a:r>
            <a:endParaRPr lang="en-DE" sz="1400" dirty="0"/>
          </a:p>
        </p:txBody>
      </p:sp>
      <p:cxnSp>
        <p:nvCxnSpPr>
          <p:cNvPr id="110" name="Straight Connector 24">
            <a:extLst>
              <a:ext uri="{FF2B5EF4-FFF2-40B4-BE49-F238E27FC236}">
                <a16:creationId xmlns:a16="http://schemas.microsoft.com/office/drawing/2014/main" id="{77368EEB-2D2D-49EA-AEBA-9E90A0158751}"/>
              </a:ext>
            </a:extLst>
          </p:cNvPr>
          <p:cNvCxnSpPr>
            <a:cxnSpLocks/>
            <a:stCxn id="114" idx="3"/>
            <a:endCxn id="109" idx="1"/>
          </p:cNvCxnSpPr>
          <p:nvPr/>
        </p:nvCxnSpPr>
        <p:spPr>
          <a:xfrm flipV="1">
            <a:off x="6853685" y="1378685"/>
            <a:ext cx="441431" cy="276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1A0266C7-9178-430F-8EA9-FDBA65BB599B}"/>
              </a:ext>
            </a:extLst>
          </p:cNvPr>
          <p:cNvSpPr/>
          <p:nvPr/>
        </p:nvSpPr>
        <p:spPr>
          <a:xfrm rot="16200000">
            <a:off x="6714272" y="1334317"/>
            <a:ext cx="184555" cy="94270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CE5FD69-C7CF-48F4-84A8-EEB8D468EC24}"/>
              </a:ext>
            </a:extLst>
          </p:cNvPr>
          <p:cNvSpPr txBox="1"/>
          <p:nvPr/>
        </p:nvSpPr>
        <p:spPr>
          <a:xfrm>
            <a:off x="5359966" y="597082"/>
            <a:ext cx="975972" cy="30777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EcsDevice</a:t>
            </a:r>
            <a:endParaRPr lang="en-DE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E13D8C-E806-4826-AD9C-FC38CA193883}"/>
              </a:ext>
            </a:extLst>
          </p:cNvPr>
          <p:cNvSpPr txBox="1"/>
          <p:nvPr/>
        </p:nvSpPr>
        <p:spPr>
          <a:xfrm>
            <a:off x="1501840" y="91108"/>
            <a:ext cx="7600017" cy="369332"/>
          </a:xfrm>
          <a:prstGeom prst="rect">
            <a:avLst/>
          </a:prstGeom>
          <a:noFill/>
          <a:ln>
            <a:solidFill>
              <a:srgbClr val="9CC5D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Resources</a:t>
            </a:r>
            <a:endParaRPr lang="en-DE" dirty="0"/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0867E03B-F25D-41A6-924D-52A4B73DB38B}"/>
              </a:ext>
            </a:extLst>
          </p:cNvPr>
          <p:cNvCxnSpPr>
            <a:cxnSpLocks/>
            <a:stCxn id="173" idx="1"/>
            <a:endCxn id="103" idx="1"/>
          </p:cNvCxnSpPr>
          <p:nvPr/>
        </p:nvCxnSpPr>
        <p:spPr>
          <a:xfrm rot="10800000" flipH="1" flipV="1">
            <a:off x="1499616" y="-1814288"/>
            <a:ext cx="2222" cy="2114460"/>
          </a:xfrm>
          <a:prstGeom prst="bentConnector3">
            <a:avLst>
              <a:gd name="adj1" fmla="val -10288029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BA7C8B3-4AC6-4BD1-8BB4-FB1B5C10F62D}"/>
              </a:ext>
            </a:extLst>
          </p:cNvPr>
          <p:cNvSpPr txBox="1"/>
          <p:nvPr/>
        </p:nvSpPr>
        <p:spPr>
          <a:xfrm>
            <a:off x="2981737" y="124122"/>
            <a:ext cx="1242249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DeviceRegistry</a:t>
            </a:r>
            <a:endParaRPr lang="en-DE" sz="1400" i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DDDE916-DE80-422F-8337-05688374A663}"/>
              </a:ext>
            </a:extLst>
          </p:cNvPr>
          <p:cNvSpPr txBox="1"/>
          <p:nvPr/>
        </p:nvSpPr>
        <p:spPr>
          <a:xfrm>
            <a:off x="4261362" y="122285"/>
            <a:ext cx="1242249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PackageStore</a:t>
            </a:r>
            <a:endParaRPr lang="en-DE" sz="14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270DA3-A73B-4967-9DB2-206873E1AE40}"/>
              </a:ext>
            </a:extLst>
          </p:cNvPr>
          <p:cNvSpPr txBox="1"/>
          <p:nvPr/>
        </p:nvSpPr>
        <p:spPr>
          <a:xfrm>
            <a:off x="5559259" y="120965"/>
            <a:ext cx="1377806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DeviceMgtStore</a:t>
            </a:r>
            <a:endParaRPr lang="en-DE" sz="1400" i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E7E4292-AD7D-4E79-8822-CD30316369F0}"/>
              </a:ext>
            </a:extLst>
          </p:cNvPr>
          <p:cNvSpPr txBox="1"/>
          <p:nvPr/>
        </p:nvSpPr>
        <p:spPr>
          <a:xfrm>
            <a:off x="6992716" y="117539"/>
            <a:ext cx="2012685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DeviceMgtStorageServer</a:t>
            </a:r>
            <a:endParaRPr lang="en-DE" sz="1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D4B9D-E802-B0FF-0585-8665CAE6A86C}"/>
              </a:ext>
            </a:extLst>
          </p:cNvPr>
          <p:cNvSpPr txBox="1"/>
          <p:nvPr/>
        </p:nvSpPr>
        <p:spPr>
          <a:xfrm>
            <a:off x="3254023" y="-291928"/>
            <a:ext cx="1415277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SubServiceMesh</a:t>
            </a:r>
            <a:endParaRPr lang="en-DE" sz="1400" dirty="0"/>
          </a:p>
        </p:txBody>
      </p:sp>
      <p:cxnSp>
        <p:nvCxnSpPr>
          <p:cNvPr id="29" name="Straight Connector 24">
            <a:extLst>
              <a:ext uri="{FF2B5EF4-FFF2-40B4-BE49-F238E27FC236}">
                <a16:creationId xmlns:a16="http://schemas.microsoft.com/office/drawing/2014/main" id="{4154D649-318F-08EF-C198-A87A73167FA4}"/>
              </a:ext>
            </a:extLst>
          </p:cNvPr>
          <p:cNvCxnSpPr>
            <a:cxnSpLocks/>
            <a:stCxn id="99" idx="3"/>
            <a:endCxn id="26" idx="1"/>
          </p:cNvCxnSpPr>
          <p:nvPr/>
        </p:nvCxnSpPr>
        <p:spPr>
          <a:xfrm flipV="1">
            <a:off x="2769336" y="-138039"/>
            <a:ext cx="484687" cy="1835274"/>
          </a:xfrm>
          <a:prstGeom prst="bentConnector3">
            <a:avLst>
              <a:gd name="adj1" fmla="val 24431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F7530DA-C458-7705-1683-E8A68495D7A3}"/>
              </a:ext>
            </a:extLst>
          </p:cNvPr>
          <p:cNvSpPr txBox="1"/>
          <p:nvPr/>
        </p:nvSpPr>
        <p:spPr>
          <a:xfrm>
            <a:off x="3086100" y="-1043441"/>
            <a:ext cx="1377277" cy="3077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MeshConnector</a:t>
            </a:r>
            <a:endParaRPr lang="en-DE" sz="1400" i="1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9A165BC-1695-AB55-0B41-0593613A6BFE}"/>
              </a:ext>
            </a:extLst>
          </p:cNvPr>
          <p:cNvCxnSpPr>
            <a:cxnSpLocks/>
            <a:stCxn id="38" idx="3"/>
            <a:endCxn id="131" idx="1"/>
          </p:cNvCxnSpPr>
          <p:nvPr/>
        </p:nvCxnSpPr>
        <p:spPr>
          <a:xfrm flipV="1">
            <a:off x="4463377" y="-976553"/>
            <a:ext cx="194531" cy="8700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5CEC02-3101-2A06-FC2C-2225E378DAF3}"/>
              </a:ext>
            </a:extLst>
          </p:cNvPr>
          <p:cNvCxnSpPr>
            <a:cxnSpLocks/>
            <a:stCxn id="72" idx="1"/>
            <a:endCxn id="38" idx="1"/>
          </p:cNvCxnSpPr>
          <p:nvPr/>
        </p:nvCxnSpPr>
        <p:spPr>
          <a:xfrm rot="10800000">
            <a:off x="3086101" y="-889552"/>
            <a:ext cx="167921" cy="660944"/>
          </a:xfrm>
          <a:prstGeom prst="bentConnector3">
            <a:avLst>
              <a:gd name="adj1" fmla="val 892377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DDBA873-0244-7A8B-9659-71B396C5ABCD}"/>
              </a:ext>
            </a:extLst>
          </p:cNvPr>
          <p:cNvSpPr/>
          <p:nvPr/>
        </p:nvSpPr>
        <p:spPr>
          <a:xfrm>
            <a:off x="3254021" y="-267956"/>
            <a:ext cx="163273" cy="78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3927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66D85-92CF-423C-9245-B2657F87B656}"/>
              </a:ext>
            </a:extLst>
          </p:cNvPr>
          <p:cNvSpPr txBox="1"/>
          <p:nvPr/>
        </p:nvSpPr>
        <p:spPr>
          <a:xfrm>
            <a:off x="1923693" y="1781189"/>
            <a:ext cx="1410771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MeshSource</a:t>
            </a:r>
            <a:endParaRPr lang="en-DE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479AB-91C9-4932-B277-6A1CF1C127D5}"/>
              </a:ext>
            </a:extLst>
          </p:cNvPr>
          <p:cNvSpPr txBox="1"/>
          <p:nvPr/>
        </p:nvSpPr>
        <p:spPr>
          <a:xfrm>
            <a:off x="5729276" y="1782795"/>
            <a:ext cx="1682961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MeshProcessor</a:t>
            </a:r>
            <a:endParaRPr lang="en-DE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588E5-734F-48B8-BBFB-25615E884F88}"/>
              </a:ext>
            </a:extLst>
          </p:cNvPr>
          <p:cNvSpPr txBox="1"/>
          <p:nvPr/>
        </p:nvSpPr>
        <p:spPr>
          <a:xfrm>
            <a:off x="3677738" y="1782794"/>
            <a:ext cx="1750159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MeshConnector</a:t>
            </a:r>
            <a:endParaRPr lang="en-DE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143F3-FCB7-474D-9AF1-DFC23CE15051}"/>
              </a:ext>
            </a:extLst>
          </p:cNvPr>
          <p:cNvSpPr txBox="1"/>
          <p:nvPr/>
        </p:nvSpPr>
        <p:spPr>
          <a:xfrm>
            <a:off x="9800226" y="1781189"/>
            <a:ext cx="1156086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MeshSink</a:t>
            </a:r>
            <a:endParaRPr lang="en-DE" u="sng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B625FF2-AA8B-4F6A-AAEA-3DEF36A9187F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334463" y="1965856"/>
            <a:ext cx="343274" cy="1605"/>
          </a:xfrm>
          <a:prstGeom prst="bentConnector3">
            <a:avLst/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D49D524-F379-41DA-A68D-4E4232693E69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5427897" y="1967461"/>
            <a:ext cx="301379" cy="1"/>
          </a:xfrm>
          <a:prstGeom prst="bentConnector3">
            <a:avLst/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5F9B4E4-5CA1-4AD2-A615-0668694EB714}"/>
              </a:ext>
            </a:extLst>
          </p:cNvPr>
          <p:cNvCxnSpPr>
            <a:cxnSpLocks/>
            <a:stCxn id="3" idx="3"/>
            <a:endCxn id="45" idx="1"/>
          </p:cNvCxnSpPr>
          <p:nvPr/>
        </p:nvCxnSpPr>
        <p:spPr>
          <a:xfrm flipV="1">
            <a:off x="7412237" y="1963259"/>
            <a:ext cx="315249" cy="4202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FDCD17-E218-4E3C-AF96-87FA5AA545D2}"/>
              </a:ext>
            </a:extLst>
          </p:cNvPr>
          <p:cNvSpPr txBox="1"/>
          <p:nvPr/>
        </p:nvSpPr>
        <p:spPr>
          <a:xfrm>
            <a:off x="1699941" y="2511559"/>
            <a:ext cx="1855957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OpcUaConnector</a:t>
            </a:r>
            <a:endParaRPr lang="en-DE" u="sng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1CD1739-A42F-4A07-9881-3C35A1BA3163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 rot="5400000">
            <a:off x="2447981" y="2330461"/>
            <a:ext cx="361038" cy="1159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D6C79D-C521-4F96-9E30-EEF0BD64DA7C}"/>
              </a:ext>
            </a:extLst>
          </p:cNvPr>
          <p:cNvSpPr txBox="1"/>
          <p:nvPr/>
        </p:nvSpPr>
        <p:spPr>
          <a:xfrm>
            <a:off x="5778259" y="2531058"/>
            <a:ext cx="1588705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PythonService</a:t>
            </a:r>
            <a:endParaRPr lang="en-DE" u="sng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DAE9F52-5222-4668-9D11-E4F5C85A1578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 rot="16200000" flipH="1">
            <a:off x="6382219" y="2340664"/>
            <a:ext cx="378931" cy="185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35E5DF-D24F-427C-AA4C-A826D33D5E06}"/>
              </a:ext>
            </a:extLst>
          </p:cNvPr>
          <p:cNvSpPr txBox="1"/>
          <p:nvPr/>
        </p:nvSpPr>
        <p:spPr>
          <a:xfrm>
            <a:off x="9725299" y="2531979"/>
            <a:ext cx="1312860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JavaService</a:t>
            </a:r>
            <a:endParaRPr lang="en-DE" u="sng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E3E130D-32BE-4FB7-9883-730DFE04FF43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16200000" flipH="1">
            <a:off x="10189270" y="2339520"/>
            <a:ext cx="381458" cy="3460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EDD8B56-5383-4E54-81FE-AD25654BF54D}"/>
              </a:ext>
            </a:extLst>
          </p:cNvPr>
          <p:cNvSpPr/>
          <p:nvPr/>
        </p:nvSpPr>
        <p:spPr>
          <a:xfrm>
            <a:off x="2147979" y="1965857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7B7D9B-DD45-404C-9701-FBB54B9568A7}"/>
              </a:ext>
            </a:extLst>
          </p:cNvPr>
          <p:cNvSpPr/>
          <p:nvPr/>
        </p:nvSpPr>
        <p:spPr>
          <a:xfrm>
            <a:off x="2148513" y="2515710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EA4A5EB-ED40-4C1F-88B9-79EAEAD32C69}"/>
              </a:ext>
            </a:extLst>
          </p:cNvPr>
          <p:cNvCxnSpPr>
            <a:stCxn id="29" idx="0"/>
            <a:endCxn id="28" idx="2"/>
          </p:cNvCxnSpPr>
          <p:nvPr/>
        </p:nvCxnSpPr>
        <p:spPr>
          <a:xfrm rot="16200000" flipV="1">
            <a:off x="2095852" y="2329339"/>
            <a:ext cx="372208" cy="534"/>
          </a:xfrm>
          <a:prstGeom prst="bentConnector3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0434B55-28A9-449A-BFBA-4D8E22D59512}"/>
              </a:ext>
            </a:extLst>
          </p:cNvPr>
          <p:cNvSpPr/>
          <p:nvPr/>
        </p:nvSpPr>
        <p:spPr>
          <a:xfrm>
            <a:off x="6090928" y="1973570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A416CE-BA82-464C-AC1E-6922FD5CB03D}"/>
              </a:ext>
            </a:extLst>
          </p:cNvPr>
          <p:cNvSpPr/>
          <p:nvPr/>
        </p:nvSpPr>
        <p:spPr>
          <a:xfrm>
            <a:off x="6067287" y="2535710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017E217-A45F-4AE4-98BF-E476C828AE45}"/>
              </a:ext>
            </a:extLst>
          </p:cNvPr>
          <p:cNvCxnSpPr>
            <a:cxnSpLocks/>
            <a:stCxn id="34" idx="0"/>
          </p:cNvCxnSpPr>
          <p:nvPr/>
        </p:nvCxnSpPr>
        <p:spPr>
          <a:xfrm rot="16200000" flipV="1">
            <a:off x="6007104" y="2341817"/>
            <a:ext cx="387785" cy="2"/>
          </a:xfrm>
          <a:prstGeom prst="bentConnector3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DD7BFBF-8F1F-4D51-9007-D4F56AC95238}"/>
              </a:ext>
            </a:extLst>
          </p:cNvPr>
          <p:cNvSpPr/>
          <p:nvPr/>
        </p:nvSpPr>
        <p:spPr>
          <a:xfrm>
            <a:off x="6761201" y="1977892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F153E8-1358-41AD-8414-DFD41EC1F62A}"/>
              </a:ext>
            </a:extLst>
          </p:cNvPr>
          <p:cNvSpPr/>
          <p:nvPr/>
        </p:nvSpPr>
        <p:spPr>
          <a:xfrm>
            <a:off x="6761735" y="2538633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BF98CE9-A287-411B-8A5B-E50899F3CBE0}"/>
              </a:ext>
            </a:extLst>
          </p:cNvPr>
          <p:cNvCxnSpPr>
            <a:stCxn id="38" idx="0"/>
            <a:endCxn id="37" idx="2"/>
          </p:cNvCxnSpPr>
          <p:nvPr/>
        </p:nvCxnSpPr>
        <p:spPr>
          <a:xfrm rot="16200000" flipV="1">
            <a:off x="6703630" y="2346818"/>
            <a:ext cx="383096" cy="534"/>
          </a:xfrm>
          <a:prstGeom prst="bentConnector3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023552-E7C6-4E57-812D-2E85AE02CCB1}"/>
              </a:ext>
            </a:extLst>
          </p:cNvPr>
          <p:cNvSpPr/>
          <p:nvPr/>
        </p:nvSpPr>
        <p:spPr>
          <a:xfrm>
            <a:off x="10657740" y="1964579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45D293-6EE2-46A1-9F44-4B906A8C1867}"/>
              </a:ext>
            </a:extLst>
          </p:cNvPr>
          <p:cNvSpPr/>
          <p:nvPr/>
        </p:nvSpPr>
        <p:spPr>
          <a:xfrm>
            <a:off x="10666366" y="2538708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F4144D5-BF1B-40B3-8922-086F38B59B39}"/>
              </a:ext>
            </a:extLst>
          </p:cNvPr>
          <p:cNvCxnSpPr>
            <a:stCxn id="42" idx="0"/>
            <a:endCxn id="41" idx="2"/>
          </p:cNvCxnSpPr>
          <p:nvPr/>
        </p:nvCxnSpPr>
        <p:spPr>
          <a:xfrm rot="16200000" flipV="1">
            <a:off x="10597521" y="2336153"/>
            <a:ext cx="396484" cy="8626"/>
          </a:xfrm>
          <a:prstGeom prst="bentConnector3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2959AAC-B1D4-4384-B115-A8C551FDA243}"/>
              </a:ext>
            </a:extLst>
          </p:cNvPr>
          <p:cNvSpPr txBox="1"/>
          <p:nvPr/>
        </p:nvSpPr>
        <p:spPr>
          <a:xfrm>
            <a:off x="7727486" y="1778593"/>
            <a:ext cx="1750159" cy="369332"/>
          </a:xfrm>
          <a:prstGeom prst="rect">
            <a:avLst/>
          </a:prstGeom>
          <a:solidFill>
            <a:schemeClr val="bg1"/>
          </a:solidFill>
          <a:ln>
            <a:solidFill>
              <a:srgbClr val="9CC5D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MeshConnector</a:t>
            </a:r>
            <a:endParaRPr lang="en-DE" u="sng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4154D16-7434-488D-BBEA-81632284D859}"/>
              </a:ext>
            </a:extLst>
          </p:cNvPr>
          <p:cNvCxnSpPr>
            <a:cxnSpLocks/>
            <a:stCxn id="45" idx="3"/>
            <a:endCxn id="5" idx="1"/>
          </p:cNvCxnSpPr>
          <p:nvPr/>
        </p:nvCxnSpPr>
        <p:spPr>
          <a:xfrm>
            <a:off x="9477644" y="1963259"/>
            <a:ext cx="322582" cy="2596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FC52BC6-12F4-4337-9C9B-C42945721361}"/>
              </a:ext>
            </a:extLst>
          </p:cNvPr>
          <p:cNvSpPr txBox="1"/>
          <p:nvPr/>
        </p:nvSpPr>
        <p:spPr>
          <a:xfrm>
            <a:off x="3437234" y="16811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2930C9-AF72-4AF6-89CA-DD988B0A3D80}"/>
              </a:ext>
            </a:extLst>
          </p:cNvPr>
          <p:cNvSpPr txBox="1"/>
          <p:nvPr/>
        </p:nvSpPr>
        <p:spPr>
          <a:xfrm>
            <a:off x="5493734" y="16811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656F83-8D3E-4EF5-9182-673625CFAB72}"/>
              </a:ext>
            </a:extLst>
          </p:cNvPr>
          <p:cNvSpPr txBox="1"/>
          <p:nvPr/>
        </p:nvSpPr>
        <p:spPr>
          <a:xfrm>
            <a:off x="7492592" y="16811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9DE6EB-5893-4431-A46C-F33819C49AE0}"/>
              </a:ext>
            </a:extLst>
          </p:cNvPr>
          <p:cNvSpPr txBox="1"/>
          <p:nvPr/>
        </p:nvSpPr>
        <p:spPr>
          <a:xfrm>
            <a:off x="9549914" y="1681196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D83696-7ED1-4DC3-975D-9CA5C2D97E18}"/>
              </a:ext>
            </a:extLst>
          </p:cNvPr>
          <p:cNvSpPr txBox="1"/>
          <p:nvPr/>
        </p:nvSpPr>
        <p:spPr>
          <a:xfrm>
            <a:off x="1906507" y="1075255"/>
            <a:ext cx="1445139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ServiceMesh</a:t>
            </a:r>
            <a:endParaRPr lang="en-DE" u="sng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5AD4EA81-96E2-477E-8916-833D0E6D04A3}"/>
              </a:ext>
            </a:extLst>
          </p:cNvPr>
          <p:cNvCxnSpPr>
            <a:cxnSpLocks/>
            <a:stCxn id="56" idx="2"/>
            <a:endCxn id="2" idx="0"/>
          </p:cNvCxnSpPr>
          <p:nvPr/>
        </p:nvCxnSpPr>
        <p:spPr>
          <a:xfrm rot="16200000" flipH="1">
            <a:off x="2460776" y="1612887"/>
            <a:ext cx="336602" cy="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66E6F3-1B2A-4C92-8088-F699A78E5865}"/>
              </a:ext>
            </a:extLst>
          </p:cNvPr>
          <p:cNvSpPr txBox="1"/>
          <p:nvPr/>
        </p:nvSpPr>
        <p:spPr>
          <a:xfrm>
            <a:off x="2605033" y="1496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5136BB-45DD-4A4E-83EA-247F21664EDA}"/>
              </a:ext>
            </a:extLst>
          </p:cNvPr>
          <p:cNvSpPr txBox="1"/>
          <p:nvPr/>
        </p:nvSpPr>
        <p:spPr>
          <a:xfrm>
            <a:off x="1975449" y="428924"/>
            <a:ext cx="1307537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:Application</a:t>
            </a:r>
            <a:endParaRPr lang="en-DE" u="sng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FF06501-154E-4662-A436-D4B01FE6B141}"/>
              </a:ext>
            </a:extLst>
          </p:cNvPr>
          <p:cNvCxnSpPr>
            <a:cxnSpLocks/>
            <a:stCxn id="61" idx="2"/>
            <a:endCxn id="56" idx="0"/>
          </p:cNvCxnSpPr>
          <p:nvPr/>
        </p:nvCxnSpPr>
        <p:spPr>
          <a:xfrm rot="5400000">
            <a:off x="2490649" y="936686"/>
            <a:ext cx="276999" cy="14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CABCD30-0FBE-4CFD-BCC5-108872108EFB}"/>
              </a:ext>
            </a:extLst>
          </p:cNvPr>
          <p:cNvSpPr txBox="1"/>
          <p:nvPr/>
        </p:nvSpPr>
        <p:spPr>
          <a:xfrm>
            <a:off x="2605033" y="84711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3FDC181D-14E3-44DA-8DE2-A8CD362A8846}"/>
              </a:ext>
            </a:extLst>
          </p:cNvPr>
          <p:cNvCxnSpPr>
            <a:cxnSpLocks/>
            <a:stCxn id="14" idx="2"/>
            <a:endCxn id="174" idx="0"/>
          </p:cNvCxnSpPr>
          <p:nvPr/>
        </p:nvCxnSpPr>
        <p:spPr>
          <a:xfrm rot="16200000" flipH="1">
            <a:off x="2604174" y="2904637"/>
            <a:ext cx="462383" cy="41489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4C5D62B7-6E41-4A81-B448-6784DCC33CA0}"/>
              </a:ext>
            </a:extLst>
          </p:cNvPr>
          <p:cNvSpPr txBox="1"/>
          <p:nvPr/>
        </p:nvSpPr>
        <p:spPr>
          <a:xfrm>
            <a:off x="2341015" y="3343274"/>
            <a:ext cx="1403589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EcsResource</a:t>
            </a:r>
            <a:endParaRPr lang="en-DE" u="sng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E2D5AB0-6F63-4DD0-8D34-DAC4398DA773}"/>
              </a:ext>
            </a:extLst>
          </p:cNvPr>
          <p:cNvSpPr txBox="1"/>
          <p:nvPr/>
        </p:nvSpPr>
        <p:spPr>
          <a:xfrm>
            <a:off x="6406892" y="3343274"/>
            <a:ext cx="1403589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EcsResource</a:t>
            </a:r>
            <a:endParaRPr lang="en-DE" u="sng" dirty="0"/>
          </a:p>
        </p:txBody>
      </p: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173BFB68-19E9-4007-BEBB-07C2BE17A869}"/>
              </a:ext>
            </a:extLst>
          </p:cNvPr>
          <p:cNvCxnSpPr>
            <a:cxnSpLocks/>
            <a:stCxn id="19" idx="2"/>
            <a:endCxn id="176" idx="0"/>
          </p:cNvCxnSpPr>
          <p:nvPr/>
        </p:nvCxnSpPr>
        <p:spPr>
          <a:xfrm rot="16200000" flipH="1">
            <a:off x="6619207" y="2853794"/>
            <a:ext cx="442884" cy="536075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A02DEB5C-5B7B-46B0-8CFF-E2AE1E356F47}"/>
              </a:ext>
            </a:extLst>
          </p:cNvPr>
          <p:cNvSpPr txBox="1"/>
          <p:nvPr/>
        </p:nvSpPr>
        <p:spPr>
          <a:xfrm>
            <a:off x="10352644" y="3338324"/>
            <a:ext cx="1403589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EcsResource</a:t>
            </a:r>
            <a:endParaRPr lang="en-DE" u="sng" dirty="0"/>
          </a:p>
        </p:txBody>
      </p: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08046F25-4E33-4599-B8AB-099757CFEC66}"/>
              </a:ext>
            </a:extLst>
          </p:cNvPr>
          <p:cNvCxnSpPr>
            <a:cxnSpLocks/>
            <a:stCxn id="24" idx="2"/>
            <a:endCxn id="180" idx="0"/>
          </p:cNvCxnSpPr>
          <p:nvPr/>
        </p:nvCxnSpPr>
        <p:spPr>
          <a:xfrm rot="16200000" flipH="1">
            <a:off x="10499578" y="2783462"/>
            <a:ext cx="437013" cy="67271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1CFA3B6B-24D7-42B1-9A21-E9F5B19B41F0}"/>
              </a:ext>
            </a:extLst>
          </p:cNvPr>
          <p:cNvSpPr txBox="1"/>
          <p:nvPr/>
        </p:nvSpPr>
        <p:spPr>
          <a:xfrm>
            <a:off x="455663" y="2514962"/>
            <a:ext cx="894156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IOType</a:t>
            </a:r>
            <a:endParaRPr lang="en-DE" u="sng" dirty="0"/>
          </a:p>
        </p:txBody>
      </p: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7F2F1B84-5BA9-4F7E-B1F2-B4EE9D1A11CE}"/>
              </a:ext>
            </a:extLst>
          </p:cNvPr>
          <p:cNvCxnSpPr>
            <a:cxnSpLocks/>
            <a:stCxn id="14" idx="1"/>
            <a:endCxn id="184" idx="3"/>
          </p:cNvCxnSpPr>
          <p:nvPr/>
        </p:nvCxnSpPr>
        <p:spPr>
          <a:xfrm rot="10800000" flipV="1">
            <a:off x="1349819" y="2696224"/>
            <a:ext cx="350122" cy="340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BB84CE73-C998-406B-91D9-A9D0D6461BD3}"/>
              </a:ext>
            </a:extLst>
          </p:cNvPr>
          <p:cNvSpPr txBox="1"/>
          <p:nvPr/>
        </p:nvSpPr>
        <p:spPr>
          <a:xfrm>
            <a:off x="4600679" y="2526869"/>
            <a:ext cx="894156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IOType</a:t>
            </a:r>
            <a:endParaRPr lang="en-DE" u="sng" dirty="0"/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9907B94C-69EA-4332-BDC3-F18CDE0398C7}"/>
              </a:ext>
            </a:extLst>
          </p:cNvPr>
          <p:cNvCxnSpPr>
            <a:cxnSpLocks/>
            <a:stCxn id="19" idx="1"/>
            <a:endCxn id="188" idx="3"/>
          </p:cNvCxnSpPr>
          <p:nvPr/>
        </p:nvCxnSpPr>
        <p:spPr>
          <a:xfrm rot="10800000">
            <a:off x="5494835" y="2711536"/>
            <a:ext cx="283424" cy="4189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6A373EEC-9872-4CE9-B797-4888F7D4F58B}"/>
              </a:ext>
            </a:extLst>
          </p:cNvPr>
          <p:cNvSpPr txBox="1"/>
          <p:nvPr/>
        </p:nvSpPr>
        <p:spPr>
          <a:xfrm>
            <a:off x="8434890" y="2530847"/>
            <a:ext cx="894156" cy="369332"/>
          </a:xfrm>
          <a:prstGeom prst="rect">
            <a:avLst/>
          </a:prstGeom>
          <a:solidFill>
            <a:schemeClr val="bg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/>
              <a:t>:</a:t>
            </a:r>
            <a:r>
              <a:rPr lang="en-US" u="sng" dirty="0" err="1"/>
              <a:t>IOType</a:t>
            </a:r>
            <a:endParaRPr lang="en-DE" u="sng" dirty="0"/>
          </a:p>
        </p:txBody>
      </p: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A53082AC-8567-4920-ACDF-88FF396C96AD}"/>
              </a:ext>
            </a:extLst>
          </p:cNvPr>
          <p:cNvCxnSpPr>
            <a:cxnSpLocks/>
            <a:stCxn id="24" idx="1"/>
            <a:endCxn id="192" idx="3"/>
          </p:cNvCxnSpPr>
          <p:nvPr/>
        </p:nvCxnSpPr>
        <p:spPr>
          <a:xfrm rot="10800000">
            <a:off x="9329047" y="2715513"/>
            <a:ext cx="396253" cy="1132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F41AFF81-47DA-4CFC-BF04-745D6D8FB0F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9337138" y="2716645"/>
            <a:ext cx="388161" cy="6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8898D943-DEFC-4238-B897-9071F8BACF44}"/>
              </a:ext>
            </a:extLst>
          </p:cNvPr>
          <p:cNvSpPr txBox="1"/>
          <p:nvPr/>
        </p:nvSpPr>
        <p:spPr>
          <a:xfrm>
            <a:off x="9261921" y="23964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31C38559-6443-4AED-9959-DE47C38B64B3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494835" y="2715724"/>
            <a:ext cx="283424" cy="29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F124F033-C127-4CF9-9E1E-B567DF2C8AB1}"/>
              </a:ext>
            </a:extLst>
          </p:cNvPr>
          <p:cNvSpPr txBox="1"/>
          <p:nvPr/>
        </p:nvSpPr>
        <p:spPr>
          <a:xfrm>
            <a:off x="5427352" y="23911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C48C850-C419-4323-BFB2-4C54D54B778B}"/>
              </a:ext>
            </a:extLst>
          </p:cNvPr>
          <p:cNvSpPr txBox="1"/>
          <p:nvPr/>
        </p:nvSpPr>
        <p:spPr>
          <a:xfrm>
            <a:off x="1338145" y="23964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B9F7D93-774A-4511-BD1F-A0C2B0FCFFFD}"/>
              </a:ext>
            </a:extLst>
          </p:cNvPr>
          <p:cNvSpPr txBox="1"/>
          <p:nvPr/>
        </p:nvSpPr>
        <p:spPr>
          <a:xfrm>
            <a:off x="358616" y="3331104"/>
            <a:ext cx="18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ResourceReq</a:t>
            </a:r>
            <a:endParaRPr lang="en-US" i="1" dirty="0"/>
          </a:p>
          <a:p>
            <a:r>
              <a:rPr lang="en-US" i="1" dirty="0"/>
              <a:t>SW Dependencies</a:t>
            </a:r>
            <a:endParaRPr lang="en-DE" i="1" dirty="0"/>
          </a:p>
        </p:txBody>
      </p: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0EF4CC50-E356-4FC4-81D7-B54347BEE3A1}"/>
              </a:ext>
            </a:extLst>
          </p:cNvPr>
          <p:cNvCxnSpPr>
            <a:cxnSpLocks/>
            <a:stCxn id="14" idx="2"/>
            <a:endCxn id="202" idx="0"/>
          </p:cNvCxnSpPr>
          <p:nvPr/>
        </p:nvCxnSpPr>
        <p:spPr>
          <a:xfrm rot="5400000">
            <a:off x="1728978" y="2432161"/>
            <a:ext cx="450213" cy="1347673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713D52EE-6F99-408A-838D-BF586DE4BE6F}"/>
              </a:ext>
            </a:extLst>
          </p:cNvPr>
          <p:cNvSpPr txBox="1"/>
          <p:nvPr/>
        </p:nvSpPr>
        <p:spPr>
          <a:xfrm>
            <a:off x="4446398" y="3322214"/>
            <a:ext cx="18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ResourceReq</a:t>
            </a:r>
            <a:endParaRPr lang="en-US" i="1" dirty="0"/>
          </a:p>
          <a:p>
            <a:r>
              <a:rPr lang="en-US" i="1" dirty="0"/>
              <a:t>SW Dependencies</a:t>
            </a:r>
            <a:endParaRPr lang="en-DE" i="1" dirty="0"/>
          </a:p>
        </p:txBody>
      </p: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D8410842-4DCD-4FD2-9A10-A6E648CD8766}"/>
              </a:ext>
            </a:extLst>
          </p:cNvPr>
          <p:cNvCxnSpPr>
            <a:cxnSpLocks/>
            <a:stCxn id="19" idx="2"/>
            <a:endCxn id="206" idx="0"/>
          </p:cNvCxnSpPr>
          <p:nvPr/>
        </p:nvCxnSpPr>
        <p:spPr>
          <a:xfrm rot="5400000">
            <a:off x="5759409" y="2509011"/>
            <a:ext cx="421824" cy="1204583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AA5522F4-D919-4F33-9277-6636CD417729}"/>
              </a:ext>
            </a:extLst>
          </p:cNvPr>
          <p:cNvSpPr txBox="1"/>
          <p:nvPr/>
        </p:nvSpPr>
        <p:spPr>
          <a:xfrm>
            <a:off x="8426612" y="3318872"/>
            <a:ext cx="18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ResourceReq</a:t>
            </a:r>
            <a:endParaRPr lang="en-US" i="1" dirty="0"/>
          </a:p>
          <a:p>
            <a:r>
              <a:rPr lang="en-US" i="1" dirty="0"/>
              <a:t>SW Dependencies</a:t>
            </a:r>
            <a:endParaRPr lang="en-DE" i="1" dirty="0"/>
          </a:p>
        </p:txBody>
      </p: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1360F2F1-607F-4231-BF9C-7AD1B4508EA5}"/>
              </a:ext>
            </a:extLst>
          </p:cNvPr>
          <p:cNvCxnSpPr>
            <a:cxnSpLocks/>
            <a:stCxn id="24" idx="2"/>
            <a:endCxn id="210" idx="0"/>
          </p:cNvCxnSpPr>
          <p:nvPr/>
        </p:nvCxnSpPr>
        <p:spPr>
          <a:xfrm rot="5400000">
            <a:off x="9656206" y="2593348"/>
            <a:ext cx="417561" cy="1033486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D7556527-6C63-416F-8B4E-B9B8EC8562EC}"/>
              </a:ext>
            </a:extLst>
          </p:cNvPr>
          <p:cNvCxnSpPr>
            <a:cxnSpLocks/>
          </p:cNvCxnSpPr>
          <p:nvPr/>
        </p:nvCxnSpPr>
        <p:spPr>
          <a:xfrm rot="10800000">
            <a:off x="2218834" y="5862503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8680C4A6-E543-4345-B4B5-51786BF2DCDF}"/>
              </a:ext>
            </a:extLst>
          </p:cNvPr>
          <p:cNvSpPr txBox="1"/>
          <p:nvPr/>
        </p:nvSpPr>
        <p:spPr>
          <a:xfrm>
            <a:off x="2237592" y="4331549"/>
            <a:ext cx="7351564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Legend</a:t>
            </a:r>
          </a:p>
          <a:p>
            <a:r>
              <a:rPr lang="en-US" dirty="0"/>
              <a:t>    Application references</a:t>
            </a:r>
          </a:p>
          <a:p>
            <a:r>
              <a:rPr lang="en-US" dirty="0"/>
              <a:t>    Mesh references</a:t>
            </a:r>
          </a:p>
          <a:p>
            <a:r>
              <a:rPr lang="en-US" dirty="0"/>
              <a:t>    Service references</a:t>
            </a:r>
          </a:p>
          <a:p>
            <a:r>
              <a:rPr lang="en-US" dirty="0"/>
              <a:t>    Propagated service information</a:t>
            </a:r>
          </a:p>
          <a:p>
            <a:r>
              <a:rPr lang="en-US" dirty="0"/>
              <a:t>    Descriptions to be added</a:t>
            </a:r>
          </a:p>
          <a:p>
            <a:r>
              <a:rPr lang="en-US" dirty="0"/>
              <a:t>    To be determined by dynamic deployment, can be set manually for testing</a:t>
            </a:r>
            <a:endParaRPr lang="en-DE" dirty="0"/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A39668C8-2153-4BB2-A050-70D1E64ACA40}"/>
              </a:ext>
            </a:extLst>
          </p:cNvPr>
          <p:cNvCxnSpPr>
            <a:cxnSpLocks/>
          </p:cNvCxnSpPr>
          <p:nvPr/>
        </p:nvCxnSpPr>
        <p:spPr>
          <a:xfrm rot="10800000">
            <a:off x="2221829" y="5614475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EEA42CB9-AABE-4FE7-BD62-3856E5DC1F0D}"/>
              </a:ext>
            </a:extLst>
          </p:cNvPr>
          <p:cNvCxnSpPr>
            <a:cxnSpLocks/>
          </p:cNvCxnSpPr>
          <p:nvPr/>
        </p:nvCxnSpPr>
        <p:spPr>
          <a:xfrm rot="10800000">
            <a:off x="2224823" y="5342549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82FB3658-777D-4C30-9A4A-4B088776EBD2}"/>
              </a:ext>
            </a:extLst>
          </p:cNvPr>
          <p:cNvCxnSpPr>
            <a:cxnSpLocks/>
          </p:cNvCxnSpPr>
          <p:nvPr/>
        </p:nvCxnSpPr>
        <p:spPr>
          <a:xfrm rot="10800000">
            <a:off x="2239763" y="5082581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810AD82D-3932-47B4-8759-33691DCA2862}"/>
              </a:ext>
            </a:extLst>
          </p:cNvPr>
          <p:cNvCxnSpPr>
            <a:cxnSpLocks/>
          </p:cNvCxnSpPr>
          <p:nvPr/>
        </p:nvCxnSpPr>
        <p:spPr>
          <a:xfrm rot="10800000">
            <a:off x="2233899" y="4792723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A9979BA2-FEF0-4E51-BE1D-BD7982B9A612}"/>
              </a:ext>
            </a:extLst>
          </p:cNvPr>
          <p:cNvCxnSpPr>
            <a:cxnSpLocks/>
          </p:cNvCxnSpPr>
          <p:nvPr/>
        </p:nvCxnSpPr>
        <p:spPr>
          <a:xfrm rot="10800000">
            <a:off x="2233776" y="6164313"/>
            <a:ext cx="279330" cy="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732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A4237-7BD5-4D93-B9F7-B3CDEB418E06}"/>
              </a:ext>
            </a:extLst>
          </p:cNvPr>
          <p:cNvSpPr txBox="1"/>
          <p:nvPr/>
        </p:nvSpPr>
        <p:spPr>
          <a:xfrm>
            <a:off x="9508454" y="2677224"/>
            <a:ext cx="1462965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ServiceFamily</a:t>
            </a:r>
            <a:endParaRPr lang="en-DE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15A542A-0ABD-4CBA-AB58-A72A91DD83E8}"/>
              </a:ext>
            </a:extLst>
          </p:cNvPr>
          <p:cNvCxnSpPr>
            <a:cxnSpLocks/>
            <a:stCxn id="27" idx="3"/>
            <a:endCxn id="3" idx="0"/>
          </p:cNvCxnSpPr>
          <p:nvPr/>
        </p:nvCxnSpPr>
        <p:spPr>
          <a:xfrm rot="16200000" flipH="1">
            <a:off x="8992871" y="1430159"/>
            <a:ext cx="208574" cy="228555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FD40BA-8AC3-4DDC-8C0F-D78DD40A0000}"/>
              </a:ext>
            </a:extLst>
          </p:cNvPr>
          <p:cNvSpPr txBox="1"/>
          <p:nvPr/>
        </p:nvSpPr>
        <p:spPr>
          <a:xfrm>
            <a:off x="7304748" y="1937790"/>
            <a:ext cx="128496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ServiceBase</a:t>
            </a:r>
            <a:endParaRPr lang="en-DE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2E0A3-2C5F-4037-9735-54BFC60F6D09}"/>
              </a:ext>
            </a:extLst>
          </p:cNvPr>
          <p:cNvSpPr txBox="1"/>
          <p:nvPr/>
        </p:nvSpPr>
        <p:spPr>
          <a:xfrm>
            <a:off x="5223954" y="2251300"/>
            <a:ext cx="831638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IOType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C5798-78E9-40BD-9BAB-31AB1AD546E9}"/>
              </a:ext>
            </a:extLst>
          </p:cNvPr>
          <p:cNvSpPr txBox="1"/>
          <p:nvPr/>
        </p:nvSpPr>
        <p:spPr>
          <a:xfrm>
            <a:off x="3695381" y="2856142"/>
            <a:ext cx="62786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Type</a:t>
            </a:r>
            <a:endParaRPr lang="en-DE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0E239BA-649C-4173-B95F-F1BA9579544A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rot="10800000" flipV="1">
            <a:off x="4323247" y="2435966"/>
            <a:ext cx="900709" cy="604842"/>
          </a:xfrm>
          <a:prstGeom prst="bentConnector3">
            <a:avLst>
              <a:gd name="adj1" fmla="val 4154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42FE1A1-DFAD-414D-AB02-D85A92E01CF2}"/>
              </a:ext>
            </a:extLst>
          </p:cNvPr>
          <p:cNvCxnSpPr>
            <a:cxnSpLocks/>
            <a:stCxn id="62" idx="2"/>
            <a:endCxn id="13" idx="3"/>
          </p:cNvCxnSpPr>
          <p:nvPr/>
        </p:nvCxnSpPr>
        <p:spPr>
          <a:xfrm rot="5400000">
            <a:off x="6714763" y="1640931"/>
            <a:ext cx="135864" cy="1454206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319449B-6712-4171-94CF-4497A54F8E0B}"/>
              </a:ext>
            </a:extLst>
          </p:cNvPr>
          <p:cNvCxnSpPr>
            <a:cxnSpLocks/>
            <a:stCxn id="3" idx="1"/>
            <a:endCxn id="11" idx="3"/>
          </p:cNvCxnSpPr>
          <p:nvPr/>
        </p:nvCxnSpPr>
        <p:spPr>
          <a:xfrm rot="10800000">
            <a:off x="8589716" y="2122456"/>
            <a:ext cx="918739" cy="739434"/>
          </a:xfrm>
          <a:prstGeom prst="bentConnector3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9DE2B1-42FC-4713-A0CF-C6B095CE3AB4}"/>
              </a:ext>
            </a:extLst>
          </p:cNvPr>
          <p:cNvSpPr txBox="1"/>
          <p:nvPr/>
        </p:nvSpPr>
        <p:spPr>
          <a:xfrm>
            <a:off x="8594308" y="20875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B42B5F-7F39-4DC8-910C-9B5F3830C7E8}"/>
              </a:ext>
            </a:extLst>
          </p:cNvPr>
          <p:cNvSpPr/>
          <p:nvPr/>
        </p:nvSpPr>
        <p:spPr>
          <a:xfrm>
            <a:off x="589306" y="338065"/>
            <a:ext cx="10926421" cy="1352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i="1" dirty="0" err="1">
                <a:solidFill>
                  <a:schemeClr val="tx2">
                    <a:lumMod val="50000"/>
                  </a:schemeClr>
                </a:solidFill>
              </a:rPr>
              <a:t>MetaConcepts</a:t>
            </a:r>
            <a:endParaRPr lang="en-DE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D9AF84-87FF-4859-89B4-A6E91C56CAA4}"/>
              </a:ext>
            </a:extLst>
          </p:cNvPr>
          <p:cNvSpPr/>
          <p:nvPr/>
        </p:nvSpPr>
        <p:spPr>
          <a:xfrm>
            <a:off x="4931621" y="1731953"/>
            <a:ext cx="6584106" cy="236255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Services</a:t>
            </a:r>
            <a:endParaRPr lang="en-DE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A51004-ABC9-43A6-8091-95EE6C02F8EF}"/>
              </a:ext>
            </a:extLst>
          </p:cNvPr>
          <p:cNvSpPr txBox="1"/>
          <p:nvPr/>
        </p:nvSpPr>
        <p:spPr>
          <a:xfrm>
            <a:off x="7307933" y="3583491"/>
            <a:ext cx="1250342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JavaService</a:t>
            </a:r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BD4F37-89B0-4A41-8A83-B7BBF7FCA97C}"/>
              </a:ext>
            </a:extLst>
          </p:cNvPr>
          <p:cNvSpPr txBox="1"/>
          <p:nvPr/>
        </p:nvSpPr>
        <p:spPr>
          <a:xfrm>
            <a:off x="8687998" y="3584276"/>
            <a:ext cx="152618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PythonService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399CC4-92F8-4CBB-AF02-6F2424D6739B}"/>
              </a:ext>
            </a:extLst>
          </p:cNvPr>
          <p:cNvSpPr txBox="1"/>
          <p:nvPr/>
        </p:nvSpPr>
        <p:spPr>
          <a:xfrm>
            <a:off x="7531504" y="2835959"/>
            <a:ext cx="858440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</a:t>
            </a:r>
            <a:endParaRPr lang="en-DE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CDF0AAB-E207-4B82-ADC4-C569ABF03EEE}"/>
              </a:ext>
            </a:extLst>
          </p:cNvPr>
          <p:cNvSpPr/>
          <p:nvPr/>
        </p:nvSpPr>
        <p:spPr>
          <a:xfrm>
            <a:off x="7804339" y="2322954"/>
            <a:ext cx="300082" cy="145696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FFC81EF-B842-4C30-9D6C-F4FCE70F4690}"/>
              </a:ext>
            </a:extLst>
          </p:cNvPr>
          <p:cNvCxnSpPr>
            <a:cxnSpLocks/>
            <a:stCxn id="26" idx="0"/>
            <a:endCxn id="27" idx="3"/>
          </p:cNvCxnSpPr>
          <p:nvPr/>
        </p:nvCxnSpPr>
        <p:spPr>
          <a:xfrm rot="16200000" flipV="1">
            <a:off x="7773899" y="2649133"/>
            <a:ext cx="367309" cy="634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F94436-9DA2-4190-96BB-6D7ED6E50171}"/>
              </a:ext>
            </a:extLst>
          </p:cNvPr>
          <p:cNvSpPr txBox="1"/>
          <p:nvPr/>
        </p:nvSpPr>
        <p:spPr>
          <a:xfrm>
            <a:off x="6014751" y="3589873"/>
            <a:ext cx="1163460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Connector</a:t>
            </a:r>
            <a:endParaRPr lang="en-DE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5B70E5B-1CB7-47B2-BC0B-083AEF62ED85}"/>
              </a:ext>
            </a:extLst>
          </p:cNvPr>
          <p:cNvSpPr/>
          <p:nvPr/>
        </p:nvSpPr>
        <p:spPr>
          <a:xfrm>
            <a:off x="7778579" y="3217664"/>
            <a:ext cx="300082" cy="145696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717DD81-3A92-410E-9339-E26273D5D2E2}"/>
              </a:ext>
            </a:extLst>
          </p:cNvPr>
          <p:cNvCxnSpPr>
            <a:cxnSpLocks/>
            <a:stCxn id="30" idx="3"/>
            <a:endCxn id="25" idx="0"/>
          </p:cNvCxnSpPr>
          <p:nvPr/>
        </p:nvCxnSpPr>
        <p:spPr>
          <a:xfrm rot="16200000" flipH="1">
            <a:off x="8579397" y="2712583"/>
            <a:ext cx="220916" cy="152247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F66B9AF-97EC-41B3-A82C-3AF564FC216F}"/>
              </a:ext>
            </a:extLst>
          </p:cNvPr>
          <p:cNvCxnSpPr>
            <a:cxnSpLocks/>
            <a:stCxn id="29" idx="0"/>
            <a:endCxn id="30" idx="3"/>
          </p:cNvCxnSpPr>
          <p:nvPr/>
        </p:nvCxnSpPr>
        <p:spPr>
          <a:xfrm rot="5400000" flipH="1" flipV="1">
            <a:off x="7149295" y="2810549"/>
            <a:ext cx="226513" cy="133213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C5741F8-07DE-4A40-A443-C6D1367EF1EA}"/>
              </a:ext>
            </a:extLst>
          </p:cNvPr>
          <p:cNvCxnSpPr>
            <a:cxnSpLocks/>
            <a:stCxn id="24" idx="0"/>
            <a:endCxn id="30" idx="3"/>
          </p:cNvCxnSpPr>
          <p:nvPr/>
        </p:nvCxnSpPr>
        <p:spPr>
          <a:xfrm rot="16200000" flipV="1">
            <a:off x="7820798" y="3471184"/>
            <a:ext cx="220131" cy="448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9FFE332-E6B4-43D7-B3CD-78C7CB9F5F59}"/>
              </a:ext>
            </a:extLst>
          </p:cNvPr>
          <p:cNvSpPr txBox="1"/>
          <p:nvPr/>
        </p:nvSpPr>
        <p:spPr>
          <a:xfrm>
            <a:off x="6750579" y="2165785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 in</a:t>
            </a:r>
          </a:p>
          <a:p>
            <a:r>
              <a:rPr lang="en-US" sz="1600" dirty="0"/>
              <a:t>*  out</a:t>
            </a:r>
            <a:endParaRPr lang="en-DE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0FBC00-939C-4347-870F-9F9A8AEF2603}"/>
              </a:ext>
            </a:extLst>
          </p:cNvPr>
          <p:cNvSpPr txBox="1"/>
          <p:nvPr/>
        </p:nvSpPr>
        <p:spPr>
          <a:xfrm>
            <a:off x="5701682" y="5393634"/>
            <a:ext cx="138262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ServiceMesh</a:t>
            </a:r>
            <a:endParaRPr lang="en-D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9977E7-A574-4541-9D2E-3C0BE0B4FC94}"/>
              </a:ext>
            </a:extLst>
          </p:cNvPr>
          <p:cNvSpPr txBox="1"/>
          <p:nvPr/>
        </p:nvSpPr>
        <p:spPr>
          <a:xfrm>
            <a:off x="5770485" y="4256688"/>
            <a:ext cx="124502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Application</a:t>
            </a:r>
            <a:endParaRPr lang="en-D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AF904F-B16E-4D29-9213-0CA691A2B79C}"/>
              </a:ext>
            </a:extLst>
          </p:cNvPr>
          <p:cNvSpPr/>
          <p:nvPr/>
        </p:nvSpPr>
        <p:spPr>
          <a:xfrm>
            <a:off x="602003" y="2681493"/>
            <a:ext cx="4175990" cy="136373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i="1" dirty="0" err="1">
                <a:solidFill>
                  <a:schemeClr val="tx2">
                    <a:lumMod val="50000"/>
                  </a:schemeClr>
                </a:solidFill>
              </a:rPr>
              <a:t>DataTypes</a:t>
            </a:r>
            <a:endParaRPr lang="en-DE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5F980E-1C9D-47AB-88B4-41B0F7CA3A50}"/>
              </a:ext>
            </a:extLst>
          </p:cNvPr>
          <p:cNvSpPr txBox="1"/>
          <p:nvPr/>
        </p:nvSpPr>
        <p:spPr>
          <a:xfrm>
            <a:off x="3377737" y="3564630"/>
            <a:ext cx="1280800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RecordType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30B202-F89B-4576-A877-FE67658523E4}"/>
              </a:ext>
            </a:extLst>
          </p:cNvPr>
          <p:cNvSpPr txBox="1"/>
          <p:nvPr/>
        </p:nvSpPr>
        <p:spPr>
          <a:xfrm>
            <a:off x="737553" y="3549513"/>
            <a:ext cx="146399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PrimitiveType</a:t>
            </a:r>
            <a:endParaRPr lang="en-DE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5AABEE-BD72-4F0A-A008-F1650039424A}"/>
              </a:ext>
            </a:extLst>
          </p:cNvPr>
          <p:cNvSpPr txBox="1"/>
          <p:nvPr/>
        </p:nvSpPr>
        <p:spPr>
          <a:xfrm>
            <a:off x="2405733" y="3564630"/>
            <a:ext cx="63350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Field</a:t>
            </a:r>
            <a:endParaRPr lang="en-DE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2C5345B-7BD5-4E73-8F01-5E52881B0675}"/>
              </a:ext>
            </a:extLst>
          </p:cNvPr>
          <p:cNvCxnSpPr>
            <a:cxnSpLocks/>
            <a:stCxn id="45" idx="1"/>
            <a:endCxn id="47" idx="3"/>
          </p:cNvCxnSpPr>
          <p:nvPr/>
        </p:nvCxnSpPr>
        <p:spPr>
          <a:xfrm rot="10800000">
            <a:off x="3039241" y="3749296"/>
            <a:ext cx="338497" cy="12700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1E18733-09F4-467A-850D-40FD663AA5EA}"/>
              </a:ext>
            </a:extLst>
          </p:cNvPr>
          <p:cNvSpPr txBox="1"/>
          <p:nvPr/>
        </p:nvSpPr>
        <p:spPr>
          <a:xfrm>
            <a:off x="2996234" y="34045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5E34BF59-5134-4F8F-8089-E50388FCA456}"/>
              </a:ext>
            </a:extLst>
          </p:cNvPr>
          <p:cNvSpPr/>
          <p:nvPr/>
        </p:nvSpPr>
        <p:spPr>
          <a:xfrm>
            <a:off x="3871553" y="3254429"/>
            <a:ext cx="300082" cy="145696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6728A23-D7C8-4C3C-9420-66A4F47B53FB}"/>
              </a:ext>
            </a:extLst>
          </p:cNvPr>
          <p:cNvCxnSpPr>
            <a:cxnSpLocks/>
            <a:stCxn id="50" idx="3"/>
            <a:endCxn id="45" idx="0"/>
          </p:cNvCxnSpPr>
          <p:nvPr/>
        </p:nvCxnSpPr>
        <p:spPr>
          <a:xfrm rot="5400000">
            <a:off x="3937614" y="3480649"/>
            <a:ext cx="164505" cy="34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E585CD0-E522-4180-A0BB-6C6E3CC4F624}"/>
              </a:ext>
            </a:extLst>
          </p:cNvPr>
          <p:cNvCxnSpPr>
            <a:cxnSpLocks/>
            <a:stCxn id="50" idx="3"/>
            <a:endCxn id="46" idx="0"/>
          </p:cNvCxnSpPr>
          <p:nvPr/>
        </p:nvCxnSpPr>
        <p:spPr>
          <a:xfrm rot="5400000">
            <a:off x="2670877" y="2198796"/>
            <a:ext cx="149388" cy="25520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CFB359D-9CA6-4EBB-9710-4C16996331D3}"/>
              </a:ext>
            </a:extLst>
          </p:cNvPr>
          <p:cNvSpPr txBox="1"/>
          <p:nvPr/>
        </p:nvSpPr>
        <p:spPr>
          <a:xfrm>
            <a:off x="9015115" y="2098956"/>
            <a:ext cx="9730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members</a:t>
            </a:r>
            <a:endParaRPr lang="en-DE" sz="1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778B13-9025-4527-8AD9-317B4677DE7F}"/>
              </a:ext>
            </a:extLst>
          </p:cNvPr>
          <p:cNvSpPr/>
          <p:nvPr/>
        </p:nvSpPr>
        <p:spPr>
          <a:xfrm>
            <a:off x="589304" y="1731953"/>
            <a:ext cx="4175990" cy="89390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Devices</a:t>
            </a:r>
            <a:endParaRPr lang="en-DE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D16AED-8CD5-4D84-9131-4856550609FC}"/>
              </a:ext>
            </a:extLst>
          </p:cNvPr>
          <p:cNvSpPr txBox="1"/>
          <p:nvPr/>
        </p:nvSpPr>
        <p:spPr>
          <a:xfrm>
            <a:off x="3252327" y="1935760"/>
            <a:ext cx="134107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EcsResource</a:t>
            </a:r>
            <a:endParaRPr lang="en-DE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A451A71-8657-4C8E-B25D-014C9E9E6A68}"/>
              </a:ext>
            </a:extLst>
          </p:cNvPr>
          <p:cNvCxnSpPr>
            <a:cxnSpLocks/>
            <a:stCxn id="56" idx="3"/>
            <a:endCxn id="55" idx="0"/>
          </p:cNvCxnSpPr>
          <p:nvPr/>
        </p:nvCxnSpPr>
        <p:spPr>
          <a:xfrm rot="5400000">
            <a:off x="3434516" y="1442731"/>
            <a:ext cx="981379" cy="468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DE0381B-D137-4BBE-8C14-C3048E9614FC}"/>
              </a:ext>
            </a:extLst>
          </p:cNvPr>
          <p:cNvCxnSpPr>
            <a:cxnSpLocks/>
            <a:stCxn id="11" idx="1"/>
            <a:endCxn id="55" idx="3"/>
          </p:cNvCxnSpPr>
          <p:nvPr/>
        </p:nvCxnSpPr>
        <p:spPr>
          <a:xfrm rot="10800000">
            <a:off x="4593399" y="2120426"/>
            <a:ext cx="2711348" cy="2030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F940B7AE-0030-472A-9D61-C2B72AE128F5}"/>
              </a:ext>
            </a:extLst>
          </p:cNvPr>
          <p:cNvSpPr/>
          <p:nvPr/>
        </p:nvSpPr>
        <p:spPr>
          <a:xfrm>
            <a:off x="7376089" y="2122458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876794-7D6B-4E86-8524-64073EE48EA4}"/>
              </a:ext>
            </a:extLst>
          </p:cNvPr>
          <p:cNvSpPr txBox="1"/>
          <p:nvPr/>
        </p:nvSpPr>
        <p:spPr>
          <a:xfrm>
            <a:off x="6046054" y="1826865"/>
            <a:ext cx="948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req, </a:t>
            </a:r>
            <a:r>
              <a:rPr lang="en-US" sz="1600" dirty="0" err="1"/>
              <a:t>alloc</a:t>
            </a:r>
            <a:endParaRPr lang="en-DE" sz="1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0F472C-A4B4-48A0-BD15-B7FEA2E4CAAB}"/>
              </a:ext>
            </a:extLst>
          </p:cNvPr>
          <p:cNvSpPr/>
          <p:nvPr/>
        </p:nvSpPr>
        <p:spPr>
          <a:xfrm>
            <a:off x="4931621" y="4169672"/>
            <a:ext cx="6584106" cy="24681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Applications</a:t>
            </a:r>
            <a:endParaRPr lang="en-DE" i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BEA9FE9B-9BCA-4E6D-B946-559ED5BCAC7A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 rot="5400000">
            <a:off x="6009187" y="5009826"/>
            <a:ext cx="767614" cy="2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84E62E8-D6BE-41A0-9BA4-661520129302}"/>
              </a:ext>
            </a:extLst>
          </p:cNvPr>
          <p:cNvSpPr txBox="1"/>
          <p:nvPr/>
        </p:nvSpPr>
        <p:spPr>
          <a:xfrm>
            <a:off x="6898589" y="6173246"/>
            <a:ext cx="134825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MeshSource</a:t>
            </a:r>
            <a:endParaRPr lang="en-DE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11A916-AD86-4A10-B02F-AE674B105EC0}"/>
              </a:ext>
            </a:extLst>
          </p:cNvPr>
          <p:cNvSpPr txBox="1"/>
          <p:nvPr/>
        </p:nvSpPr>
        <p:spPr>
          <a:xfrm>
            <a:off x="8354207" y="6173246"/>
            <a:ext cx="162044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MeshProcessor</a:t>
            </a:r>
            <a:endParaRPr lang="en-DE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834555-CB7A-46D8-9140-C424B74F1CEB}"/>
              </a:ext>
            </a:extLst>
          </p:cNvPr>
          <p:cNvSpPr txBox="1"/>
          <p:nvPr/>
        </p:nvSpPr>
        <p:spPr>
          <a:xfrm>
            <a:off x="10098508" y="6174292"/>
            <a:ext cx="1093569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MeshSink</a:t>
            </a:r>
            <a:endParaRPr lang="en-DE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F60E5B-B885-4D03-9941-452E6B38CB62}"/>
              </a:ext>
            </a:extLst>
          </p:cNvPr>
          <p:cNvSpPr txBox="1"/>
          <p:nvPr/>
        </p:nvSpPr>
        <p:spPr>
          <a:xfrm>
            <a:off x="9018834" y="5430862"/>
            <a:ext cx="1947328" cy="369332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MeshInnerElement</a:t>
            </a:r>
            <a:endParaRPr lang="en-DE" i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47F7D0-52FA-488D-8343-C00D5ABF30BA}"/>
              </a:ext>
            </a:extLst>
          </p:cNvPr>
          <p:cNvSpPr txBox="1"/>
          <p:nvPr/>
        </p:nvSpPr>
        <p:spPr>
          <a:xfrm>
            <a:off x="9257723" y="4706970"/>
            <a:ext cx="146322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MeshElement</a:t>
            </a:r>
            <a:endParaRPr lang="en-DE" i="1" dirty="0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C41B94E9-B1A3-461A-8CF0-C97EDB9EFDF1}"/>
              </a:ext>
            </a:extLst>
          </p:cNvPr>
          <p:cNvSpPr/>
          <p:nvPr/>
        </p:nvSpPr>
        <p:spPr>
          <a:xfrm>
            <a:off x="9843487" y="5104517"/>
            <a:ext cx="300082" cy="14569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A49DA9DA-91B0-419B-8024-98DC90775AB2}"/>
              </a:ext>
            </a:extLst>
          </p:cNvPr>
          <p:cNvCxnSpPr>
            <a:cxnSpLocks/>
            <a:stCxn id="74" idx="3"/>
            <a:endCxn id="171" idx="3"/>
          </p:cNvCxnSpPr>
          <p:nvPr/>
        </p:nvCxnSpPr>
        <p:spPr>
          <a:xfrm flipH="1" flipV="1">
            <a:off x="8596669" y="2022556"/>
            <a:ext cx="2124275" cy="2869081"/>
          </a:xfrm>
          <a:prstGeom prst="bentConnector3">
            <a:avLst>
              <a:gd name="adj1" fmla="val -17935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C95AE86-D6D4-4C78-ABD7-DEB4675C6457}"/>
              </a:ext>
            </a:extLst>
          </p:cNvPr>
          <p:cNvSpPr txBox="1"/>
          <p:nvPr/>
        </p:nvSpPr>
        <p:spPr>
          <a:xfrm>
            <a:off x="6719371" y="4701422"/>
            <a:ext cx="168764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MeshConnector</a:t>
            </a:r>
            <a:endParaRPr lang="en-DE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EAE88E55-F834-403C-BD4C-A61C41B36A37}"/>
              </a:ext>
            </a:extLst>
          </p:cNvPr>
          <p:cNvCxnSpPr>
            <a:cxnSpLocks/>
            <a:stCxn id="79" idx="3"/>
            <a:endCxn id="74" idx="1"/>
          </p:cNvCxnSpPr>
          <p:nvPr/>
        </p:nvCxnSpPr>
        <p:spPr>
          <a:xfrm>
            <a:off x="8407012" y="4886088"/>
            <a:ext cx="850711" cy="554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31BB3F1-9E02-4635-9B05-B1C0F5935021}"/>
              </a:ext>
            </a:extLst>
          </p:cNvPr>
          <p:cNvCxnSpPr>
            <a:cxnSpLocks/>
            <a:stCxn id="165" idx="0"/>
            <a:endCxn id="163" idx="2"/>
          </p:cNvCxnSpPr>
          <p:nvPr/>
        </p:nvCxnSpPr>
        <p:spPr>
          <a:xfrm rot="5400000" flipH="1" flipV="1">
            <a:off x="6669959" y="5626197"/>
            <a:ext cx="1108022" cy="12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2138AF-F377-4C8E-9F20-BE9DA3B084A4}"/>
              </a:ext>
            </a:extLst>
          </p:cNvPr>
          <p:cNvSpPr txBox="1"/>
          <p:nvPr/>
        </p:nvSpPr>
        <p:spPr>
          <a:xfrm>
            <a:off x="9785191" y="1068863"/>
            <a:ext cx="912622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CFamily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399A9-6DAF-40AF-9D03-E8AA5ABC6BEF}"/>
              </a:ext>
            </a:extLst>
          </p:cNvPr>
          <p:cNvSpPr txBox="1"/>
          <p:nvPr/>
        </p:nvSpPr>
        <p:spPr>
          <a:xfrm>
            <a:off x="7727333" y="1063556"/>
            <a:ext cx="1851148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CDataComponent</a:t>
            </a:r>
            <a:endParaRPr lang="en-DE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0010997-18CA-43D4-906E-200E1885BEC4}"/>
              </a:ext>
            </a:extLst>
          </p:cNvPr>
          <p:cNvSpPr/>
          <p:nvPr/>
        </p:nvSpPr>
        <p:spPr>
          <a:xfrm>
            <a:off x="8526908" y="1455493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BAA4C34-B3A9-42FD-9E6B-367034593702}"/>
              </a:ext>
            </a:extLst>
          </p:cNvPr>
          <p:cNvSpPr/>
          <p:nvPr/>
        </p:nvSpPr>
        <p:spPr>
          <a:xfrm>
            <a:off x="10091460" y="1434416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41376-34EE-4B03-81E1-235C87D97029}"/>
              </a:ext>
            </a:extLst>
          </p:cNvPr>
          <p:cNvSpPr txBox="1"/>
          <p:nvPr/>
        </p:nvSpPr>
        <p:spPr>
          <a:xfrm>
            <a:off x="4847834" y="1065409"/>
            <a:ext cx="1559401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CDataProperty</a:t>
            </a:r>
            <a:endParaRPr lang="en-DE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863DAD8-08A1-4E84-88D3-5C2995087D40}"/>
              </a:ext>
            </a:extLst>
          </p:cNvPr>
          <p:cNvSpPr/>
          <p:nvPr/>
        </p:nvSpPr>
        <p:spPr>
          <a:xfrm>
            <a:off x="5481978" y="1455493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47A068F-9545-4DC7-8C14-A4031E68658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 flipV="1">
            <a:off x="6407236" y="1248222"/>
            <a:ext cx="1320099" cy="185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DC6701E-8411-4947-BC52-15B1A5B389A8}"/>
              </a:ext>
            </a:extLst>
          </p:cNvPr>
          <p:cNvSpPr txBox="1"/>
          <p:nvPr/>
        </p:nvSpPr>
        <p:spPr>
          <a:xfrm>
            <a:off x="7948937" y="421635"/>
            <a:ext cx="1415259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CComponent</a:t>
            </a:r>
            <a:endParaRPr lang="en-DE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CEA13C53-E82F-4C26-8561-8B7E90884F93}"/>
              </a:ext>
            </a:extLst>
          </p:cNvPr>
          <p:cNvSpPr/>
          <p:nvPr/>
        </p:nvSpPr>
        <p:spPr>
          <a:xfrm>
            <a:off x="8506401" y="780004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E8019E5-CD1F-46B9-936A-CA9AC1915DF9}"/>
              </a:ext>
            </a:extLst>
          </p:cNvPr>
          <p:cNvCxnSpPr>
            <a:cxnSpLocks/>
            <a:stCxn id="35" idx="3"/>
            <a:endCxn id="5" idx="0"/>
          </p:cNvCxnSpPr>
          <p:nvPr/>
        </p:nvCxnSpPr>
        <p:spPr>
          <a:xfrm rot="5400000">
            <a:off x="8585747" y="992862"/>
            <a:ext cx="137856" cy="3535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58D1985-741F-42FA-894A-948711DDC841}"/>
              </a:ext>
            </a:extLst>
          </p:cNvPr>
          <p:cNvSpPr txBox="1"/>
          <p:nvPr/>
        </p:nvSpPr>
        <p:spPr>
          <a:xfrm>
            <a:off x="3362653" y="425132"/>
            <a:ext cx="1167884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CResource</a:t>
            </a:r>
            <a:endParaRPr lang="en-DE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A1760E4-78AD-4D4F-8A0B-C81CCBA8E997}"/>
              </a:ext>
            </a:extLst>
          </p:cNvPr>
          <p:cNvCxnSpPr>
            <a:cxnSpLocks/>
            <a:stCxn id="34" idx="1"/>
            <a:endCxn id="37" idx="3"/>
          </p:cNvCxnSpPr>
          <p:nvPr/>
        </p:nvCxnSpPr>
        <p:spPr>
          <a:xfrm rot="10800000" flipV="1">
            <a:off x="4530539" y="606301"/>
            <a:ext cx="3418399" cy="3497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0AE6399-E450-413C-B829-DEAF9453C22C}"/>
              </a:ext>
            </a:extLst>
          </p:cNvPr>
          <p:cNvSpPr txBox="1"/>
          <p:nvPr/>
        </p:nvSpPr>
        <p:spPr>
          <a:xfrm>
            <a:off x="6965781" y="310831"/>
            <a:ext cx="948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req, </a:t>
            </a:r>
            <a:r>
              <a:rPr lang="en-US" sz="1600" dirty="0" err="1"/>
              <a:t>alloc</a:t>
            </a:r>
            <a:endParaRPr lang="en-DE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BF8063-0298-4411-B20B-19A5B0D728F5}"/>
              </a:ext>
            </a:extLst>
          </p:cNvPr>
          <p:cNvSpPr txBox="1"/>
          <p:nvPr/>
        </p:nvSpPr>
        <p:spPr>
          <a:xfrm>
            <a:off x="7095340" y="971144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 in</a:t>
            </a:r>
          </a:p>
          <a:p>
            <a:r>
              <a:rPr lang="en-US" sz="1600" dirty="0"/>
              <a:t>*  out</a:t>
            </a:r>
            <a:endParaRPr lang="en-DE" sz="1600" dirty="0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F4AF9D09-9523-41DD-85BB-99C70B2BBB80}"/>
              </a:ext>
            </a:extLst>
          </p:cNvPr>
          <p:cNvSpPr/>
          <p:nvPr/>
        </p:nvSpPr>
        <p:spPr>
          <a:xfrm>
            <a:off x="3777503" y="808685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CB45F7D-EFD5-43A7-ACE7-331D5220C08A}"/>
              </a:ext>
            </a:extLst>
          </p:cNvPr>
          <p:cNvCxnSpPr>
            <a:cxnSpLocks/>
            <a:stCxn id="3" idx="0"/>
            <a:endCxn id="10" idx="3"/>
          </p:cNvCxnSpPr>
          <p:nvPr/>
        </p:nvCxnSpPr>
        <p:spPr>
          <a:xfrm rot="5400000" flipH="1" flipV="1">
            <a:off x="9692162" y="2127887"/>
            <a:ext cx="1097112" cy="1565"/>
          </a:xfrm>
          <a:prstGeom prst="bentConnector3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0C8AF53-CE0F-4AA6-B5E0-6B1211F80321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 rot="5400000">
            <a:off x="8143791" y="1404630"/>
            <a:ext cx="336601" cy="72971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AE6EB3D-8561-4797-BA4D-8D32AF582C9F}"/>
              </a:ext>
            </a:extLst>
          </p:cNvPr>
          <p:cNvCxnSpPr>
            <a:cxnSpLocks/>
            <a:stCxn id="16" idx="3"/>
            <a:endCxn id="13" idx="0"/>
          </p:cNvCxnSpPr>
          <p:nvPr/>
        </p:nvCxnSpPr>
        <p:spPr>
          <a:xfrm rot="16200000" flipH="1">
            <a:off x="5310842" y="1922367"/>
            <a:ext cx="650111" cy="775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2632F67D-A2C0-472D-9CDD-771F9A9CC636}"/>
              </a:ext>
            </a:extLst>
          </p:cNvPr>
          <p:cNvCxnSpPr>
            <a:cxnSpLocks/>
            <a:stCxn id="42" idx="2"/>
            <a:endCxn id="70" idx="1"/>
          </p:cNvCxnSpPr>
          <p:nvPr/>
        </p:nvCxnSpPr>
        <p:spPr>
          <a:xfrm rot="16200000" flipH="1">
            <a:off x="6348318" y="5807641"/>
            <a:ext cx="594946" cy="505596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93E6AE34-6C9F-4945-8990-ED28B32A4A12}"/>
              </a:ext>
            </a:extLst>
          </p:cNvPr>
          <p:cNvCxnSpPr>
            <a:cxnSpLocks/>
            <a:stCxn id="75" idx="3"/>
            <a:endCxn id="73" idx="0"/>
          </p:cNvCxnSpPr>
          <p:nvPr/>
        </p:nvCxnSpPr>
        <p:spPr>
          <a:xfrm rot="5400000">
            <a:off x="9902689" y="5340022"/>
            <a:ext cx="180649" cy="103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F00B4BC8-DD02-4C1A-AFBB-48299A5063AC}"/>
              </a:ext>
            </a:extLst>
          </p:cNvPr>
          <p:cNvSpPr/>
          <p:nvPr/>
        </p:nvSpPr>
        <p:spPr>
          <a:xfrm>
            <a:off x="9860154" y="5815246"/>
            <a:ext cx="300082" cy="145696"/>
          </a:xfrm>
          <a:prstGeom prst="triangle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4CF0EF8A-9CE4-46E6-B206-2E4D4877E37A}"/>
              </a:ext>
            </a:extLst>
          </p:cNvPr>
          <p:cNvCxnSpPr>
            <a:cxnSpLocks/>
            <a:stCxn id="141" idx="3"/>
            <a:endCxn id="71" idx="0"/>
          </p:cNvCxnSpPr>
          <p:nvPr/>
        </p:nvCxnSpPr>
        <p:spPr>
          <a:xfrm rot="5400000">
            <a:off x="9481160" y="5644211"/>
            <a:ext cx="212304" cy="84576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29725F65-9F9A-410B-8864-3F1612536543}"/>
              </a:ext>
            </a:extLst>
          </p:cNvPr>
          <p:cNvCxnSpPr>
            <a:cxnSpLocks/>
            <a:stCxn id="73" idx="1"/>
            <a:endCxn id="161" idx="2"/>
          </p:cNvCxnSpPr>
          <p:nvPr/>
        </p:nvCxnSpPr>
        <p:spPr>
          <a:xfrm rot="10800000">
            <a:off x="7395608" y="5072247"/>
            <a:ext cx="1623226" cy="543283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11A60FF2-009F-401A-9542-FA72DF342501}"/>
              </a:ext>
            </a:extLst>
          </p:cNvPr>
          <p:cNvCxnSpPr>
            <a:cxnSpLocks/>
            <a:stCxn id="141" idx="3"/>
            <a:endCxn id="72" idx="0"/>
          </p:cNvCxnSpPr>
          <p:nvPr/>
        </p:nvCxnSpPr>
        <p:spPr>
          <a:xfrm rot="16200000" flipH="1">
            <a:off x="10221069" y="5750068"/>
            <a:ext cx="213350" cy="635098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EEC80508-50F0-4CAD-90C8-DD12E3B36A4A}"/>
              </a:ext>
            </a:extLst>
          </p:cNvPr>
          <p:cNvCxnSpPr>
            <a:cxnSpLocks/>
            <a:stCxn id="75" idx="3"/>
            <a:endCxn id="70" idx="0"/>
          </p:cNvCxnSpPr>
          <p:nvPr/>
        </p:nvCxnSpPr>
        <p:spPr>
          <a:xfrm rot="5400000">
            <a:off x="8321606" y="4501323"/>
            <a:ext cx="923033" cy="2420812"/>
          </a:xfrm>
          <a:prstGeom prst="bentConnector3">
            <a:avLst>
              <a:gd name="adj1" fmla="val 8207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F06E4505-CA9B-4109-91B3-B0A3486E01D3}"/>
              </a:ext>
            </a:extLst>
          </p:cNvPr>
          <p:cNvCxnSpPr>
            <a:cxnSpLocks/>
            <a:stCxn id="47" idx="0"/>
            <a:endCxn id="14" idx="1"/>
          </p:cNvCxnSpPr>
          <p:nvPr/>
        </p:nvCxnSpPr>
        <p:spPr>
          <a:xfrm rot="5400000" flipH="1" flipV="1">
            <a:off x="2947022" y="2816273"/>
            <a:ext cx="523822" cy="972895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9E61DF7-D8F8-4949-878C-1ED9F5ACAD70}"/>
              </a:ext>
            </a:extLst>
          </p:cNvPr>
          <p:cNvSpPr/>
          <p:nvPr/>
        </p:nvSpPr>
        <p:spPr>
          <a:xfrm>
            <a:off x="7261899" y="4894601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53A1FC0-7545-4FCB-8F10-CE220A382688}"/>
              </a:ext>
            </a:extLst>
          </p:cNvPr>
          <p:cNvSpPr/>
          <p:nvPr/>
        </p:nvSpPr>
        <p:spPr>
          <a:xfrm>
            <a:off x="7090323" y="4894601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D277DA7-71C4-4A55-85F4-A6319796DA72}"/>
              </a:ext>
            </a:extLst>
          </p:cNvPr>
          <p:cNvSpPr/>
          <p:nvPr/>
        </p:nvSpPr>
        <p:spPr>
          <a:xfrm>
            <a:off x="7090202" y="6180268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E2E6D86-4BD8-40F5-A5FB-158DE3944717}"/>
              </a:ext>
            </a:extLst>
          </p:cNvPr>
          <p:cNvSpPr txBox="1"/>
          <p:nvPr/>
        </p:nvSpPr>
        <p:spPr>
          <a:xfrm>
            <a:off x="6917477" y="50613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2C90D9F-81DC-4E2A-8527-157B4863FD1F}"/>
              </a:ext>
            </a:extLst>
          </p:cNvPr>
          <p:cNvSpPr txBox="1"/>
          <p:nvPr/>
        </p:nvSpPr>
        <p:spPr>
          <a:xfrm>
            <a:off x="7365134" y="50345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45CB1F1-C1F2-4A2E-9401-E6632035705F}"/>
              </a:ext>
            </a:extLst>
          </p:cNvPr>
          <p:cNvSpPr txBox="1"/>
          <p:nvPr/>
        </p:nvSpPr>
        <p:spPr>
          <a:xfrm>
            <a:off x="9012664" y="4596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DE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E0EB4F1-3E71-4872-802B-630C94B66CCA}"/>
              </a:ext>
            </a:extLst>
          </p:cNvPr>
          <p:cNvSpPr/>
          <p:nvPr/>
        </p:nvSpPr>
        <p:spPr>
          <a:xfrm>
            <a:off x="8329250" y="1933733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349E431-6D79-4D6B-B05F-77CBEEC3AEE1}"/>
              </a:ext>
            </a:extLst>
          </p:cNvPr>
          <p:cNvSpPr/>
          <p:nvPr/>
        </p:nvSpPr>
        <p:spPr>
          <a:xfrm>
            <a:off x="5499150" y="2446143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91450170-7199-4ABA-B937-4483AD0F9DEB}"/>
              </a:ext>
            </a:extLst>
          </p:cNvPr>
          <p:cNvCxnSpPr>
            <a:cxnSpLocks/>
            <a:stCxn id="70" idx="2"/>
            <a:endCxn id="194" idx="3"/>
          </p:cNvCxnSpPr>
          <p:nvPr/>
        </p:nvCxnSpPr>
        <p:spPr>
          <a:xfrm rot="5400000">
            <a:off x="6449567" y="5722692"/>
            <a:ext cx="303265" cy="1943036"/>
          </a:xfrm>
          <a:prstGeom prst="bentConnector2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068F031E-FF12-4ED9-B4BB-704293864A82}"/>
              </a:ext>
            </a:extLst>
          </p:cNvPr>
          <p:cNvCxnSpPr>
            <a:cxnSpLocks/>
            <a:stCxn id="71" idx="2"/>
            <a:endCxn id="194" idx="3"/>
          </p:cNvCxnSpPr>
          <p:nvPr/>
        </p:nvCxnSpPr>
        <p:spPr>
          <a:xfrm rot="5400000">
            <a:off x="7245424" y="4926837"/>
            <a:ext cx="303265" cy="3534749"/>
          </a:xfrm>
          <a:prstGeom prst="bentConnector2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3909A248-BF93-404B-952D-E968ABDA6B68}"/>
              </a:ext>
            </a:extLst>
          </p:cNvPr>
          <p:cNvCxnSpPr>
            <a:cxnSpLocks/>
            <a:stCxn id="72" idx="2"/>
            <a:endCxn id="194" idx="3"/>
          </p:cNvCxnSpPr>
          <p:nvPr/>
        </p:nvCxnSpPr>
        <p:spPr>
          <a:xfrm rot="5400000">
            <a:off x="7986378" y="4186927"/>
            <a:ext cx="302219" cy="5015612"/>
          </a:xfrm>
          <a:prstGeom prst="bentConnector2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AF2121F-5DF3-4BBC-BB24-ADBF882688BA}"/>
              </a:ext>
            </a:extLst>
          </p:cNvPr>
          <p:cNvSpPr/>
          <p:nvPr/>
        </p:nvSpPr>
        <p:spPr>
          <a:xfrm>
            <a:off x="5362262" y="6757021"/>
            <a:ext cx="267419" cy="177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ECBE37C0-7DB5-4EF8-8E2A-54915B4A1B88}"/>
              </a:ext>
            </a:extLst>
          </p:cNvPr>
          <p:cNvCxnSpPr>
            <a:cxnSpLocks/>
            <a:stCxn id="194" idx="3"/>
            <a:endCxn id="13" idx="2"/>
          </p:cNvCxnSpPr>
          <p:nvPr/>
        </p:nvCxnSpPr>
        <p:spPr>
          <a:xfrm flipV="1">
            <a:off x="5629681" y="2620633"/>
            <a:ext cx="10093" cy="422521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240BD2E0-F7FC-4770-93C1-51300771DC70}"/>
              </a:ext>
            </a:extLst>
          </p:cNvPr>
          <p:cNvSpPr txBox="1"/>
          <p:nvPr/>
        </p:nvSpPr>
        <p:spPr>
          <a:xfrm>
            <a:off x="6889774" y="6563635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</a:t>
            </a:r>
            <a:endParaRPr lang="en-DE" sz="16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B08151E-90BE-4472-B15B-1537862659F6}"/>
              </a:ext>
            </a:extLst>
          </p:cNvPr>
          <p:cNvSpPr txBox="1"/>
          <p:nvPr/>
        </p:nvSpPr>
        <p:spPr>
          <a:xfrm>
            <a:off x="8588036" y="6555514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input, output</a:t>
            </a:r>
            <a:endParaRPr lang="en-DE" sz="16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B0B94C-083D-4197-91DB-394040A85247}"/>
              </a:ext>
            </a:extLst>
          </p:cNvPr>
          <p:cNvSpPr txBox="1"/>
          <p:nvPr/>
        </p:nvSpPr>
        <p:spPr>
          <a:xfrm>
            <a:off x="10586158" y="6573716"/>
            <a:ext cx="622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input</a:t>
            </a:r>
            <a:endParaRPr lang="en-DE" sz="1600" dirty="0"/>
          </a:p>
        </p:txBody>
      </p: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82516169-A0C0-4719-B2C6-05CB2A1F22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4713" y="6024912"/>
            <a:ext cx="229148" cy="1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E8F2DE70-76D8-43C0-B090-18546E7AAC30}"/>
              </a:ext>
            </a:extLst>
          </p:cNvPr>
          <p:cNvSpPr txBox="1"/>
          <p:nvPr/>
        </p:nvSpPr>
        <p:spPr>
          <a:xfrm>
            <a:off x="809627" y="4733238"/>
            <a:ext cx="256957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Legend</a:t>
            </a:r>
          </a:p>
          <a:p>
            <a:r>
              <a:rPr lang="en-US" dirty="0"/>
              <a:t>     Inheritance</a:t>
            </a:r>
          </a:p>
          <a:p>
            <a:r>
              <a:rPr lang="en-US" dirty="0"/>
              <a:t>     Reference</a:t>
            </a:r>
          </a:p>
          <a:p>
            <a:r>
              <a:rPr lang="en-US" dirty="0"/>
              <a:t>     Refined Reference</a:t>
            </a:r>
          </a:p>
          <a:p>
            <a:r>
              <a:rPr lang="en-US" dirty="0"/>
              <a:t>     Propagating Reference</a:t>
            </a:r>
            <a:endParaRPr lang="en-DE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3D2DC9F-CAD7-4CC0-8CBE-C104B478948B}"/>
              </a:ext>
            </a:extLst>
          </p:cNvPr>
          <p:cNvSpPr txBox="1"/>
          <p:nvPr/>
        </p:nvSpPr>
        <p:spPr>
          <a:xfrm>
            <a:off x="10107986" y="459850"/>
            <a:ext cx="1286891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CConnector</a:t>
            </a:r>
            <a:endParaRPr lang="en-DE" dirty="0"/>
          </a:p>
        </p:txBody>
      </p:sp>
      <p:sp>
        <p:nvSpPr>
          <p:cNvPr id="211" name="Isosceles Triangle 210">
            <a:extLst>
              <a:ext uri="{FF2B5EF4-FFF2-40B4-BE49-F238E27FC236}">
                <a16:creationId xmlns:a16="http://schemas.microsoft.com/office/drawing/2014/main" id="{9E32609F-FA77-417A-87FD-A26E143307EC}"/>
              </a:ext>
            </a:extLst>
          </p:cNvPr>
          <p:cNvSpPr/>
          <p:nvPr/>
        </p:nvSpPr>
        <p:spPr>
          <a:xfrm>
            <a:off x="11210001" y="834346"/>
            <a:ext cx="300082" cy="145696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728BDB8B-21D5-41C7-8193-C1CEF99D2AB4}"/>
              </a:ext>
            </a:extLst>
          </p:cNvPr>
          <p:cNvCxnSpPr>
            <a:cxnSpLocks/>
            <a:stCxn id="79" idx="0"/>
            <a:endCxn id="211" idx="3"/>
          </p:cNvCxnSpPr>
          <p:nvPr/>
        </p:nvCxnSpPr>
        <p:spPr>
          <a:xfrm rot="5400000" flipH="1" flipV="1">
            <a:off x="7600926" y="942308"/>
            <a:ext cx="3721380" cy="3796851"/>
          </a:xfrm>
          <a:prstGeom prst="bentConnector3">
            <a:avLst>
              <a:gd name="adj1" fmla="val 3928"/>
            </a:avLst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57551627-47D8-48E8-82A6-0CE4F37283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3763" y="5748687"/>
            <a:ext cx="229148" cy="1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7CA8A277-AD09-48D5-8660-7E981B91C5F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3763" y="5481987"/>
            <a:ext cx="229148" cy="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2CAD18A3-7C92-41CB-9DD4-00583B1F86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3763" y="5196237"/>
            <a:ext cx="229148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Isosceles Triangle 221">
            <a:extLst>
              <a:ext uri="{FF2B5EF4-FFF2-40B4-BE49-F238E27FC236}">
                <a16:creationId xmlns:a16="http://schemas.microsoft.com/office/drawing/2014/main" id="{49A33271-5E28-405C-A0AE-0DF2CDA208BE}"/>
              </a:ext>
            </a:extLst>
          </p:cNvPr>
          <p:cNvSpPr/>
          <p:nvPr/>
        </p:nvSpPr>
        <p:spPr>
          <a:xfrm rot="16200000">
            <a:off x="870627" y="5165098"/>
            <a:ext cx="118223" cy="81324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B14706D6-E4F9-49EC-98BC-32208B7A30F5}"/>
              </a:ext>
            </a:extLst>
          </p:cNvPr>
          <p:cNvCxnSpPr>
            <a:cxnSpLocks/>
            <a:stCxn id="4" idx="1"/>
            <a:endCxn id="34" idx="3"/>
          </p:cNvCxnSpPr>
          <p:nvPr/>
        </p:nvCxnSpPr>
        <p:spPr>
          <a:xfrm rot="10800000">
            <a:off x="9364195" y="606301"/>
            <a:ext cx="420996" cy="647228"/>
          </a:xfrm>
          <a:prstGeom prst="bentConnector3">
            <a:avLst>
              <a:gd name="adj1" fmla="val 2647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983228D-FFD4-41CC-AAE0-4DC540F3ABA7}"/>
              </a:ext>
            </a:extLst>
          </p:cNvPr>
          <p:cNvSpPr txBox="1"/>
          <p:nvPr/>
        </p:nvSpPr>
        <p:spPr>
          <a:xfrm>
            <a:off x="9329247" y="3679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9786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A2960F-6181-4084-8541-F021B0929F33}"/>
              </a:ext>
            </a:extLst>
          </p:cNvPr>
          <p:cNvSpPr txBox="1"/>
          <p:nvPr/>
        </p:nvSpPr>
        <p:spPr>
          <a:xfrm>
            <a:off x="3907374" y="541750"/>
            <a:ext cx="798488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X</a:t>
            </a:r>
            <a:r>
              <a:rPr lang="en-US" dirty="0" err="1"/>
              <a:t>PartY</a:t>
            </a:r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6CEC3-35FF-4E0C-9156-09BAD450EE06}"/>
              </a:ext>
            </a:extLst>
          </p:cNvPr>
          <p:cNvSpPr txBox="1"/>
          <p:nvPr/>
        </p:nvSpPr>
        <p:spPr>
          <a:xfrm>
            <a:off x="2496804" y="1273836"/>
            <a:ext cx="74571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X</a:t>
            </a:r>
            <a:r>
              <a:rPr lang="en-US" dirty="0" err="1"/>
              <a:t>Base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9F8E2-5DE0-4671-A95C-C38EFAAB4E9A}"/>
              </a:ext>
            </a:extLst>
          </p:cNvPr>
          <p:cNvSpPr txBox="1"/>
          <p:nvPr/>
        </p:nvSpPr>
        <p:spPr>
          <a:xfrm>
            <a:off x="2496803" y="627488"/>
            <a:ext cx="74571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X</a:t>
            </a:r>
            <a:endParaRPr lang="en-DE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6A8D1A8-4EB4-4518-88FE-B1B88313DF87}"/>
              </a:ext>
            </a:extLst>
          </p:cNvPr>
          <p:cNvCxnSpPr>
            <a:stCxn id="4" idx="2"/>
            <a:endCxn id="2" idx="0"/>
          </p:cNvCxnSpPr>
          <p:nvPr/>
        </p:nvCxnSpPr>
        <p:spPr>
          <a:xfrm rot="16200000" flipH="1">
            <a:off x="2731153" y="1135328"/>
            <a:ext cx="277016" cy="1"/>
          </a:xfrm>
          <a:prstGeom prst="bentConnector3">
            <a:avLst/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55AAC77-3DA7-436C-AA33-7BC97A552FBE}"/>
              </a:ext>
            </a:extLst>
          </p:cNvPr>
          <p:cNvCxnSpPr>
            <a:cxnSpLocks/>
            <a:stCxn id="3" idx="2"/>
            <a:endCxn id="2" idx="3"/>
          </p:cNvCxnSpPr>
          <p:nvPr/>
        </p:nvCxnSpPr>
        <p:spPr>
          <a:xfrm rot="5400000">
            <a:off x="3481818" y="757524"/>
            <a:ext cx="461683" cy="940275"/>
          </a:xfrm>
          <a:prstGeom prst="bentConnector2">
            <a:avLst/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C6DE39F-A504-49A3-86AE-894D88E574C0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3242519" y="812154"/>
            <a:ext cx="541032" cy="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BFF8D6-B85E-4B87-8F6B-90387EDC4079}"/>
              </a:ext>
            </a:extLst>
          </p:cNvPr>
          <p:cNvSpPr txBox="1"/>
          <p:nvPr/>
        </p:nvSpPr>
        <p:spPr>
          <a:xfrm>
            <a:off x="3845461" y="579862"/>
            <a:ext cx="798488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X</a:t>
            </a:r>
            <a:r>
              <a:rPr lang="en-US" dirty="0" err="1"/>
              <a:t>PartY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78319-FEAF-4B5A-B65D-AF362FACF03B}"/>
              </a:ext>
            </a:extLst>
          </p:cNvPr>
          <p:cNvSpPr txBox="1"/>
          <p:nvPr/>
        </p:nvSpPr>
        <p:spPr>
          <a:xfrm>
            <a:off x="3783551" y="627487"/>
            <a:ext cx="798488" cy="369332"/>
          </a:xfrm>
          <a:prstGeom prst="rect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X</a:t>
            </a:r>
            <a:r>
              <a:rPr lang="en-US" dirty="0" err="1"/>
              <a:t>Part</a:t>
            </a:r>
            <a:r>
              <a:rPr lang="en-US" i="1" dirty="0" err="1"/>
              <a:t>Y</a:t>
            </a:r>
            <a:endParaRPr lang="en-DE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3E62F-777C-4385-93E8-E9B7EFA90BA8}"/>
              </a:ext>
            </a:extLst>
          </p:cNvPr>
          <p:cNvSpPr txBox="1"/>
          <p:nvPr/>
        </p:nvSpPr>
        <p:spPr>
          <a:xfrm>
            <a:off x="3562616" y="5111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A58F291-AA89-4028-BE08-C1759887BEC7}"/>
              </a:ext>
            </a:extLst>
          </p:cNvPr>
          <p:cNvSpPr/>
          <p:nvPr/>
        </p:nvSpPr>
        <p:spPr>
          <a:xfrm>
            <a:off x="3021140" y="996821"/>
            <a:ext cx="159468" cy="112907"/>
          </a:xfrm>
          <a:prstGeom prst="triangle">
            <a:avLst/>
          </a:prstGeom>
          <a:solidFill>
            <a:schemeClr val="bg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48431C-26D0-4450-9652-2E2F6B05B9DF}"/>
              </a:ext>
            </a:extLst>
          </p:cNvPr>
          <p:cNvCxnSpPr>
            <a:stCxn id="18" idx="3"/>
          </p:cNvCxnSpPr>
          <p:nvPr/>
        </p:nvCxnSpPr>
        <p:spPr>
          <a:xfrm>
            <a:off x="3100874" y="1109726"/>
            <a:ext cx="1228" cy="164110"/>
          </a:xfrm>
          <a:prstGeom prst="line">
            <a:avLst/>
          </a:prstGeom>
          <a:ln>
            <a:solidFill>
              <a:srgbClr val="086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88D5A9-E33C-48AB-985A-02EBC0FB285F}"/>
              </a:ext>
            </a:extLst>
          </p:cNvPr>
          <p:cNvSpPr txBox="1"/>
          <p:nvPr/>
        </p:nvSpPr>
        <p:spPr>
          <a:xfrm>
            <a:off x="6154452" y="2265443"/>
            <a:ext cx="2601628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PlatformConfiguration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3703B-FFFC-43E5-A46D-6519D0570870}"/>
              </a:ext>
            </a:extLst>
          </p:cNvPr>
          <p:cNvSpPr txBox="1"/>
          <p:nvPr/>
        </p:nvSpPr>
        <p:spPr>
          <a:xfrm>
            <a:off x="6624004" y="2909005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AllServices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363D6-A035-4505-BB10-D1E09BE82452}"/>
              </a:ext>
            </a:extLst>
          </p:cNvPr>
          <p:cNvSpPr txBox="1"/>
          <p:nvPr/>
        </p:nvSpPr>
        <p:spPr>
          <a:xfrm>
            <a:off x="6628032" y="3402064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AllTypes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ECFEE0-D1A8-4950-BE26-BF8A2F222DCE}"/>
              </a:ext>
            </a:extLst>
          </p:cNvPr>
          <p:cNvSpPr txBox="1"/>
          <p:nvPr/>
        </p:nvSpPr>
        <p:spPr>
          <a:xfrm>
            <a:off x="4616781" y="3061282"/>
            <a:ext cx="1792942" cy="571844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ApplicationPart</a:t>
            </a:r>
            <a:r>
              <a:rPr lang="en-US" i="1" dirty="0" err="1"/>
              <a:t>X</a:t>
            </a:r>
            <a:br>
              <a:rPr lang="en-US" i="1" dirty="0"/>
            </a:br>
            <a:r>
              <a:rPr lang="en-US" dirty="0"/>
              <a:t>(in folder apps)</a:t>
            </a:r>
            <a:endParaRPr lang="en-DE" dirty="0"/>
          </a:p>
          <a:p>
            <a:pPr algn="ctr"/>
            <a:endParaRPr lang="en-DE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7D28-5B20-4908-8B11-73291D5014EA}"/>
              </a:ext>
            </a:extLst>
          </p:cNvPr>
          <p:cNvSpPr txBox="1"/>
          <p:nvPr/>
        </p:nvSpPr>
        <p:spPr>
          <a:xfrm>
            <a:off x="4554028" y="3858378"/>
            <a:ext cx="1900517" cy="571845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ServiceMeshPart</a:t>
            </a:r>
            <a:r>
              <a:rPr lang="en-US" i="1" dirty="0" err="1"/>
              <a:t>X</a:t>
            </a:r>
            <a:endParaRPr lang="en-US" i="1" dirty="0"/>
          </a:p>
          <a:p>
            <a:pPr algn="ctr"/>
            <a:r>
              <a:rPr lang="en-US" dirty="0"/>
              <a:t>(in folder meshes)</a:t>
            </a:r>
            <a:endParaRPr lang="en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ABB103-14DA-4682-8704-502F7CCBBA25}"/>
              </a:ext>
            </a:extLst>
          </p:cNvPr>
          <p:cNvSpPr txBox="1"/>
          <p:nvPr/>
        </p:nvSpPr>
        <p:spPr>
          <a:xfrm>
            <a:off x="6631503" y="4405188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IIPEcosphere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2B40D7-9340-4D89-8457-83966F7A7419}"/>
              </a:ext>
            </a:extLst>
          </p:cNvPr>
          <p:cNvSpPr txBox="1"/>
          <p:nvPr/>
        </p:nvSpPr>
        <p:spPr>
          <a:xfrm>
            <a:off x="6631502" y="4905157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…</a:t>
            </a:r>
            <a:endParaRPr lang="en-DE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F000654-4398-478C-9020-068A459FBC48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7397662" y="4839840"/>
            <a:ext cx="130637" cy="1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103D787-6296-4A63-B156-453BC04ED9BD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16200000" flipH="1">
            <a:off x="7395884" y="4338091"/>
            <a:ext cx="130165" cy="4028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1CF6D50-AFC9-4276-B2D4-0994D8528FB8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 rot="16200000" flipH="1">
            <a:off x="7395632" y="3338186"/>
            <a:ext cx="123727" cy="4028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99A2AF5-D2DA-4359-85B4-4D0E4467659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16200000" flipH="1">
            <a:off x="7318257" y="2771785"/>
            <a:ext cx="274230" cy="213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FE00A07-8583-49D7-9AD7-E14FC467E5C5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 rot="5400000">
            <a:off x="6271006" y="1877021"/>
            <a:ext cx="426507" cy="1942014"/>
          </a:xfrm>
          <a:prstGeom prst="bentConnector3">
            <a:avLst>
              <a:gd name="adj1" fmla="val 31027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437F74D-9808-460B-B55C-E44EC746306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5396144" y="3741270"/>
            <a:ext cx="225252" cy="896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299DF0E-9D98-432A-B531-3F9B86D2E854}"/>
              </a:ext>
            </a:extLst>
          </p:cNvPr>
          <p:cNvSpPr txBox="1"/>
          <p:nvPr/>
        </p:nvSpPr>
        <p:spPr>
          <a:xfrm>
            <a:off x="5480136" y="2798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1774AA-FA8D-450C-B687-B3A65CEB8B3A}"/>
              </a:ext>
            </a:extLst>
          </p:cNvPr>
          <p:cNvSpPr txBox="1"/>
          <p:nvPr/>
        </p:nvSpPr>
        <p:spPr>
          <a:xfrm>
            <a:off x="5496473" y="36016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09B64-3FED-4D4F-8A90-120FB651EB78}"/>
              </a:ext>
            </a:extLst>
          </p:cNvPr>
          <p:cNvSpPr txBox="1"/>
          <p:nvPr/>
        </p:nvSpPr>
        <p:spPr>
          <a:xfrm>
            <a:off x="6627475" y="3905691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AllConstants</a:t>
            </a:r>
            <a:endParaRPr lang="en-DE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5C12F54-2862-45EF-9DD7-36B6833CA31E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 rot="5400000">
            <a:off x="7392084" y="3838267"/>
            <a:ext cx="134295" cy="557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09B3FE3-B288-4D88-A3BC-11B8AAB3AF59}"/>
              </a:ext>
            </a:extLst>
          </p:cNvPr>
          <p:cNvSpPr txBox="1"/>
          <p:nvPr/>
        </p:nvSpPr>
        <p:spPr>
          <a:xfrm>
            <a:off x="8394156" y="2909005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TechnicalSetup</a:t>
            </a:r>
            <a:endParaRPr lang="en-DE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456CEAB-516D-448A-973C-B77E73FB8A33}"/>
              </a:ext>
            </a:extLst>
          </p:cNvPr>
          <p:cNvCxnSpPr>
            <a:cxnSpLocks/>
            <a:stCxn id="13" idx="2"/>
            <a:endCxn id="34" idx="0"/>
          </p:cNvCxnSpPr>
          <p:nvPr/>
        </p:nvCxnSpPr>
        <p:spPr>
          <a:xfrm rot="16200000" flipH="1">
            <a:off x="8203333" y="1886709"/>
            <a:ext cx="274230" cy="1770365"/>
          </a:xfrm>
          <a:prstGeom prst="bentConnector3">
            <a:avLst>
              <a:gd name="adj1" fmla="val 50000"/>
            </a:avLst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4B32D5E-89ED-4D0E-A473-323F7F8BF2CB}"/>
              </a:ext>
            </a:extLst>
          </p:cNvPr>
          <p:cNvCxnSpPr>
            <a:cxnSpLocks/>
            <a:stCxn id="34" idx="2"/>
            <a:endCxn id="28" idx="3"/>
          </p:cNvCxnSpPr>
          <p:nvPr/>
        </p:nvCxnSpPr>
        <p:spPr>
          <a:xfrm rot="5400000">
            <a:off x="8352019" y="3216747"/>
            <a:ext cx="812020" cy="935205"/>
          </a:xfrm>
          <a:prstGeom prst="bentConnector2">
            <a:avLst/>
          </a:prstGeom>
          <a:ln>
            <a:solidFill>
              <a:srgbClr val="9CC5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51389D-67BB-0518-B6E1-9C2BCCA29969}"/>
              </a:ext>
            </a:extLst>
          </p:cNvPr>
          <p:cNvSpPr txBox="1"/>
          <p:nvPr/>
        </p:nvSpPr>
        <p:spPr>
          <a:xfrm>
            <a:off x="2593731" y="3053189"/>
            <a:ext cx="1900517" cy="600773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TemplatePart</a:t>
            </a:r>
            <a:r>
              <a:rPr lang="en-US" i="1" dirty="0" err="1"/>
              <a:t>X</a:t>
            </a:r>
            <a:endParaRPr lang="en-US" i="1" dirty="0"/>
          </a:p>
          <a:p>
            <a:pPr algn="ctr"/>
            <a:r>
              <a:rPr lang="en-US" i="1" dirty="0"/>
              <a:t>(in folder templates)</a:t>
            </a:r>
            <a:endParaRPr lang="en-DE" i="1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8F63057-9614-9722-392A-DE7AB4CD9C8E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 rot="5400000">
            <a:off x="5290421" y="888344"/>
            <a:ext cx="418414" cy="3911276"/>
          </a:xfrm>
          <a:prstGeom prst="bentConnector3">
            <a:avLst>
              <a:gd name="adj1" fmla="val 3066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25E96F6-E52C-9028-A6B2-3FF3EE7A34AB}"/>
              </a:ext>
            </a:extLst>
          </p:cNvPr>
          <p:cNvSpPr txBox="1"/>
          <p:nvPr/>
        </p:nvSpPr>
        <p:spPr>
          <a:xfrm>
            <a:off x="3586496" y="2800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48427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752334DD-0A78-4E4D-81CF-D591EE6BA5D9}"/>
              </a:ext>
            </a:extLst>
          </p:cNvPr>
          <p:cNvSpPr txBox="1"/>
          <p:nvPr/>
        </p:nvSpPr>
        <p:spPr>
          <a:xfrm>
            <a:off x="4537953" y="195483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IIPEcosphere</a:t>
            </a: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23D7C5-5713-4D1F-9E74-36E311FB3662}"/>
              </a:ext>
            </a:extLst>
          </p:cNvPr>
          <p:cNvSpPr txBox="1"/>
          <p:nvPr/>
        </p:nvSpPr>
        <p:spPr>
          <a:xfrm>
            <a:off x="4926890" y="722628"/>
            <a:ext cx="88302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UI*</a:t>
            </a:r>
            <a:endParaRPr lang="en-DE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0698D27-0D7E-4CF3-860C-57DAA3B1E8C8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rot="5400000">
            <a:off x="5290011" y="643208"/>
            <a:ext cx="157813" cy="102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9CBF24E-51CD-466C-82E9-384FB4B40B35}"/>
              </a:ext>
            </a:extLst>
          </p:cNvPr>
          <p:cNvSpPr txBox="1"/>
          <p:nvPr/>
        </p:nvSpPr>
        <p:spPr>
          <a:xfrm>
            <a:off x="4537951" y="1243421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Applications*</a:t>
            </a:r>
            <a:endParaRPr lang="en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8B56EB-F2BC-4F48-A15A-0DED040D2F6E}"/>
              </a:ext>
            </a:extLst>
          </p:cNvPr>
          <p:cNvSpPr txBox="1"/>
          <p:nvPr/>
        </p:nvSpPr>
        <p:spPr>
          <a:xfrm>
            <a:off x="4537954" y="1793773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Connectors*</a:t>
            </a:r>
            <a:endParaRPr lang="en-DE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02CB4AB-72EA-4DD1-AE44-95BAA9DACE93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5293186" y="1167178"/>
            <a:ext cx="151461" cy="102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F15187C-298D-4485-9B64-190C798F5811}"/>
              </a:ext>
            </a:extLst>
          </p:cNvPr>
          <p:cNvSpPr txBox="1"/>
          <p:nvPr/>
        </p:nvSpPr>
        <p:spPr>
          <a:xfrm>
            <a:off x="3328875" y="4609563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DataTypes</a:t>
            </a:r>
            <a:r>
              <a:rPr lang="en-US" dirty="0"/>
              <a:t>*</a:t>
            </a:r>
            <a:endParaRPr lang="en-D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CC6AC3-A90E-43EA-BEF0-C4AB1D6CC88C}"/>
              </a:ext>
            </a:extLst>
          </p:cNvPr>
          <p:cNvSpPr txBox="1"/>
          <p:nvPr/>
        </p:nvSpPr>
        <p:spPr>
          <a:xfrm>
            <a:off x="650811" y="3809157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Nameplate*</a:t>
            </a:r>
            <a:endParaRPr lang="en-DE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BFA8E78-D796-48F9-9406-56021E6A67D3}"/>
              </a:ext>
            </a:extLst>
          </p:cNvPr>
          <p:cNvCxnSpPr>
            <a:cxnSpLocks/>
            <a:stCxn id="32" idx="2"/>
            <a:endCxn id="38" idx="0"/>
          </p:cNvCxnSpPr>
          <p:nvPr/>
        </p:nvCxnSpPr>
        <p:spPr>
          <a:xfrm rot="16200000" flipH="1">
            <a:off x="5278917" y="1703263"/>
            <a:ext cx="181020" cy="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5D336D2-FAE8-4CBA-B2A5-EDF4FBD4A084}"/>
              </a:ext>
            </a:extLst>
          </p:cNvPr>
          <p:cNvSpPr txBox="1"/>
          <p:nvPr/>
        </p:nvSpPr>
        <p:spPr>
          <a:xfrm>
            <a:off x="3335226" y="5291736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MetaConcepts</a:t>
            </a:r>
            <a:endParaRPr lang="en-DE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8CC7615-F57A-4100-BD0E-215FC72FFBF9}"/>
              </a:ext>
            </a:extLst>
          </p:cNvPr>
          <p:cNvCxnSpPr>
            <a:cxnSpLocks/>
            <a:stCxn id="41" idx="2"/>
            <a:endCxn id="52" idx="0"/>
          </p:cNvCxnSpPr>
          <p:nvPr/>
        </p:nvCxnSpPr>
        <p:spPr>
          <a:xfrm rot="16200000" flipH="1">
            <a:off x="4007107" y="5132141"/>
            <a:ext cx="312841" cy="635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29822AA-A2D7-4D67-90AA-BA56B5906977}"/>
              </a:ext>
            </a:extLst>
          </p:cNvPr>
          <p:cNvCxnSpPr>
            <a:cxnSpLocks/>
            <a:stCxn id="85" idx="2"/>
            <a:endCxn id="41" idx="0"/>
          </p:cNvCxnSpPr>
          <p:nvPr/>
        </p:nvCxnSpPr>
        <p:spPr>
          <a:xfrm rot="5400000">
            <a:off x="3941641" y="4390851"/>
            <a:ext cx="437423" cy="1270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1748A91-AC4B-41DD-B2F8-1F4E1FBD22E2}"/>
              </a:ext>
            </a:extLst>
          </p:cNvPr>
          <p:cNvSpPr txBox="1"/>
          <p:nvPr/>
        </p:nvSpPr>
        <p:spPr>
          <a:xfrm>
            <a:off x="4545895" y="3144641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Transport</a:t>
            </a:r>
            <a:endParaRPr lang="en-D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6D21DB-5D27-4518-BB90-167EEFB5B3C3}"/>
              </a:ext>
            </a:extLst>
          </p:cNvPr>
          <p:cNvSpPr txBox="1"/>
          <p:nvPr/>
        </p:nvSpPr>
        <p:spPr>
          <a:xfrm>
            <a:off x="4537951" y="2419509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Services*</a:t>
            </a:r>
            <a:endParaRPr lang="en-DE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7E7CC186-9EDF-4E96-AEFD-F0D67767BDBF}"/>
              </a:ext>
            </a:extLst>
          </p:cNvPr>
          <p:cNvCxnSpPr>
            <a:cxnSpLocks/>
            <a:stCxn id="63" idx="2"/>
            <a:endCxn id="44" idx="0"/>
          </p:cNvCxnSpPr>
          <p:nvPr/>
        </p:nvCxnSpPr>
        <p:spPr>
          <a:xfrm rot="5400000">
            <a:off x="2915698" y="1355429"/>
            <a:ext cx="1020316" cy="3887140"/>
          </a:xfrm>
          <a:prstGeom prst="bentConnector3">
            <a:avLst>
              <a:gd name="adj1" fmla="val 10045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A77EA705-3D50-4A73-8282-6F5E02EDE6AE}"/>
              </a:ext>
            </a:extLst>
          </p:cNvPr>
          <p:cNvCxnSpPr>
            <a:cxnSpLocks/>
            <a:stCxn id="63" idx="2"/>
            <a:endCxn id="62" idx="0"/>
          </p:cNvCxnSpPr>
          <p:nvPr/>
        </p:nvCxnSpPr>
        <p:spPr>
          <a:xfrm rot="16200000" flipH="1">
            <a:off x="5195498" y="2962769"/>
            <a:ext cx="355800" cy="794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AA035C9-0562-426B-9EF1-74767E95301C}"/>
              </a:ext>
            </a:extLst>
          </p:cNvPr>
          <p:cNvCxnSpPr>
            <a:cxnSpLocks/>
            <a:stCxn id="38" idx="2"/>
            <a:endCxn id="63" idx="0"/>
          </p:cNvCxnSpPr>
          <p:nvPr/>
        </p:nvCxnSpPr>
        <p:spPr>
          <a:xfrm rot="5400000">
            <a:off x="5241226" y="2291308"/>
            <a:ext cx="256404" cy="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EBC622B-F5F8-4730-A1C2-70DCF309DADD}"/>
              </a:ext>
            </a:extLst>
          </p:cNvPr>
          <p:cNvSpPr txBox="1"/>
          <p:nvPr/>
        </p:nvSpPr>
        <p:spPr>
          <a:xfrm>
            <a:off x="4919679" y="3802807"/>
            <a:ext cx="91538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AAS</a:t>
            </a:r>
            <a:endParaRPr lang="en-DE" dirty="0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B4EF731-08E9-47A5-A707-67512600C3F3}"/>
              </a:ext>
            </a:extLst>
          </p:cNvPr>
          <p:cNvCxnSpPr>
            <a:cxnSpLocks/>
            <a:stCxn id="62" idx="2"/>
            <a:endCxn id="75" idx="0"/>
          </p:cNvCxnSpPr>
          <p:nvPr/>
        </p:nvCxnSpPr>
        <p:spPr>
          <a:xfrm rot="5400000">
            <a:off x="5232953" y="3658392"/>
            <a:ext cx="288834" cy="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F817CE4-70DE-4E5B-A16B-283985E1C6D8}"/>
              </a:ext>
            </a:extLst>
          </p:cNvPr>
          <p:cNvSpPr txBox="1"/>
          <p:nvPr/>
        </p:nvSpPr>
        <p:spPr>
          <a:xfrm>
            <a:off x="2383929" y="3802808"/>
            <a:ext cx="1051748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Devices*</a:t>
            </a:r>
            <a:endParaRPr lang="en-DE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245756F-6ED6-4A29-9A3B-C1EDBB57F831}"/>
              </a:ext>
            </a:extLst>
          </p:cNvPr>
          <p:cNvCxnSpPr>
            <a:cxnSpLocks/>
            <a:stCxn id="63" idx="2"/>
            <a:endCxn id="81" idx="0"/>
          </p:cNvCxnSpPr>
          <p:nvPr/>
        </p:nvCxnSpPr>
        <p:spPr>
          <a:xfrm rot="5400000">
            <a:off x="3632634" y="2066015"/>
            <a:ext cx="1013967" cy="2459623"/>
          </a:xfrm>
          <a:prstGeom prst="bentConnector3">
            <a:avLst>
              <a:gd name="adj1" fmla="val 10546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3E682B0-440A-4239-A011-F4F310B6BE98}"/>
              </a:ext>
            </a:extLst>
          </p:cNvPr>
          <p:cNvSpPr txBox="1"/>
          <p:nvPr/>
        </p:nvSpPr>
        <p:spPr>
          <a:xfrm>
            <a:off x="3526379" y="3802808"/>
            <a:ext cx="1267942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Resources</a:t>
            </a:r>
            <a:endParaRPr lang="en-DE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A7D40588-FAF3-42F7-8472-B1AA4F71D5AC}"/>
              </a:ext>
            </a:extLst>
          </p:cNvPr>
          <p:cNvCxnSpPr>
            <a:cxnSpLocks/>
            <a:stCxn id="63" idx="2"/>
            <a:endCxn id="85" idx="0"/>
          </p:cNvCxnSpPr>
          <p:nvPr/>
        </p:nvCxnSpPr>
        <p:spPr>
          <a:xfrm rot="5400000">
            <a:off x="4257907" y="2691286"/>
            <a:ext cx="1013967" cy="1209076"/>
          </a:xfrm>
          <a:prstGeom prst="bentConnector3">
            <a:avLst>
              <a:gd name="adj1" fmla="val 1017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FA28DF3-18B5-4149-99C5-AAD4D66A0B24}"/>
              </a:ext>
            </a:extLst>
          </p:cNvPr>
          <p:cNvCxnSpPr>
            <a:cxnSpLocks/>
            <a:stCxn id="75" idx="2"/>
            <a:endCxn id="41" idx="0"/>
          </p:cNvCxnSpPr>
          <p:nvPr/>
        </p:nvCxnSpPr>
        <p:spPr>
          <a:xfrm rot="5400000">
            <a:off x="4550148" y="3782344"/>
            <a:ext cx="437424" cy="121701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D2EB91A-C583-4C11-9D6C-232E0E592CFA}"/>
              </a:ext>
            </a:extLst>
          </p:cNvPr>
          <p:cNvCxnSpPr>
            <a:cxnSpLocks/>
            <a:stCxn id="81" idx="2"/>
            <a:endCxn id="41" idx="0"/>
          </p:cNvCxnSpPr>
          <p:nvPr/>
        </p:nvCxnSpPr>
        <p:spPr>
          <a:xfrm rot="16200000" flipH="1">
            <a:off x="3316367" y="3765579"/>
            <a:ext cx="437423" cy="125054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B82A9CF-F36B-135F-5CE3-191C73591DE7}"/>
              </a:ext>
            </a:extLst>
          </p:cNvPr>
          <p:cNvCxnSpPr>
            <a:cxnSpLocks/>
            <a:stCxn id="38" idx="3"/>
            <a:endCxn id="8" idx="0"/>
          </p:cNvCxnSpPr>
          <p:nvPr/>
        </p:nvCxnSpPr>
        <p:spPr>
          <a:xfrm>
            <a:off x="6200907" y="1978439"/>
            <a:ext cx="2921872" cy="1166202"/>
          </a:xfrm>
          <a:prstGeom prst="bentConnector2">
            <a:avLst/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8C4D92-1CCD-FD05-8BA5-347CEB99E1E9}"/>
              </a:ext>
            </a:extLst>
          </p:cNvPr>
          <p:cNvSpPr txBox="1"/>
          <p:nvPr/>
        </p:nvSpPr>
        <p:spPr>
          <a:xfrm>
            <a:off x="6586444" y="2411417"/>
            <a:ext cx="2250059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ServiceStateMachines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D712E-21A5-C867-2EDB-E951CBE7784C}"/>
              </a:ext>
            </a:extLst>
          </p:cNvPr>
          <p:cNvSpPr txBox="1"/>
          <p:nvPr/>
        </p:nvSpPr>
        <p:spPr>
          <a:xfrm>
            <a:off x="8291302" y="3144641"/>
            <a:ext cx="166295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DataOperations</a:t>
            </a:r>
            <a:endParaRPr lang="en-DE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5FACD0D-17E1-61E8-3C9C-DB9D473F1007}"/>
              </a:ext>
            </a:extLst>
          </p:cNvPr>
          <p:cNvCxnSpPr>
            <a:cxnSpLocks/>
            <a:stCxn id="8" idx="2"/>
            <a:endCxn id="41" idx="3"/>
          </p:cNvCxnSpPr>
          <p:nvPr/>
        </p:nvCxnSpPr>
        <p:spPr>
          <a:xfrm rot="5400000">
            <a:off x="6417176" y="2088626"/>
            <a:ext cx="1280256" cy="4130951"/>
          </a:xfrm>
          <a:prstGeom prst="bentConnector2">
            <a:avLst/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3E84ED7-5405-58DB-FEAC-7B2737C61BF4}"/>
              </a:ext>
            </a:extLst>
          </p:cNvPr>
          <p:cNvCxnSpPr>
            <a:cxnSpLocks/>
            <a:stCxn id="63" idx="3"/>
            <a:endCxn id="7" idx="1"/>
          </p:cNvCxnSpPr>
          <p:nvPr/>
        </p:nvCxnSpPr>
        <p:spPr>
          <a:xfrm flipV="1">
            <a:off x="6200904" y="2596083"/>
            <a:ext cx="385540" cy="809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045E30F-9AE8-EFBE-4264-9E9EF4710740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8836503" y="2596083"/>
            <a:ext cx="286276" cy="548558"/>
          </a:xfrm>
          <a:prstGeom prst="bentConnector2">
            <a:avLst/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303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D20647-724E-47F8-8A9A-6C64D5DCDE28}"/>
              </a:ext>
            </a:extLst>
          </p:cNvPr>
          <p:cNvSpPr txBox="1"/>
          <p:nvPr/>
        </p:nvSpPr>
        <p:spPr>
          <a:xfrm>
            <a:off x="1638744" y="1482640"/>
            <a:ext cx="3934650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DataType</a:t>
            </a:r>
            <a:endParaRPr lang="en-DE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5D8C9-2860-4FC5-B1AF-5F016F11F4EC}"/>
              </a:ext>
            </a:extLst>
          </p:cNvPr>
          <p:cNvSpPr txBox="1"/>
          <p:nvPr/>
        </p:nvSpPr>
        <p:spPr>
          <a:xfrm>
            <a:off x="2710404" y="2164224"/>
            <a:ext cx="166295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PrimitiveType</a:t>
            </a:r>
            <a:endParaRPr lang="en-DE" i="1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3721A00-09EB-4784-8934-EBCA5C418CE1}"/>
              </a:ext>
            </a:extLst>
          </p:cNvPr>
          <p:cNvSpPr/>
          <p:nvPr/>
        </p:nvSpPr>
        <p:spPr>
          <a:xfrm>
            <a:off x="3484434" y="187111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571227-3D5C-46CD-8200-A9830D0B1278}"/>
              </a:ext>
            </a:extLst>
          </p:cNvPr>
          <p:cNvCxnSpPr>
            <a:stCxn id="4" idx="3"/>
          </p:cNvCxnSpPr>
          <p:nvPr/>
        </p:nvCxnSpPr>
        <p:spPr>
          <a:xfrm>
            <a:off x="3564168" y="1984018"/>
            <a:ext cx="1228" cy="16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00DC23-EC02-4D5B-8F6E-837A7EAFEA5B}"/>
              </a:ext>
            </a:extLst>
          </p:cNvPr>
          <p:cNvSpPr txBox="1"/>
          <p:nvPr/>
        </p:nvSpPr>
        <p:spPr>
          <a:xfrm>
            <a:off x="6476952" y="2833712"/>
            <a:ext cx="2229398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NumericPrimitiveType</a:t>
            </a:r>
            <a:endParaRPr lang="en-DE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1D7A3-C8C8-4B41-9FC8-0A9D6588EBF0}"/>
              </a:ext>
            </a:extLst>
          </p:cNvPr>
          <p:cNvSpPr txBox="1"/>
          <p:nvPr/>
        </p:nvSpPr>
        <p:spPr>
          <a:xfrm>
            <a:off x="2665984" y="2833712"/>
            <a:ext cx="121740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ArrayType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50C2E-73F7-4D16-BA2F-BB90839431E4}"/>
              </a:ext>
            </a:extLst>
          </p:cNvPr>
          <p:cNvSpPr txBox="1"/>
          <p:nvPr/>
        </p:nvSpPr>
        <p:spPr>
          <a:xfrm>
            <a:off x="5199715" y="2833712"/>
            <a:ext cx="121740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EnumType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03AE7-FF61-421A-91E0-364C34DD8FCC}"/>
              </a:ext>
            </a:extLst>
          </p:cNvPr>
          <p:cNvSpPr txBox="1"/>
          <p:nvPr/>
        </p:nvSpPr>
        <p:spPr>
          <a:xfrm>
            <a:off x="3932849" y="2833712"/>
            <a:ext cx="121740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ListType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3B9CE-7644-40E3-BFAA-379C40A6A669}"/>
              </a:ext>
            </a:extLst>
          </p:cNvPr>
          <p:cNvSpPr txBox="1"/>
          <p:nvPr/>
        </p:nvSpPr>
        <p:spPr>
          <a:xfrm>
            <a:off x="1215263" y="2154388"/>
            <a:ext cx="121740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RecordType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04478-B7EA-480E-980F-FCDD75EA6630}"/>
              </a:ext>
            </a:extLst>
          </p:cNvPr>
          <p:cNvSpPr txBox="1"/>
          <p:nvPr/>
        </p:nvSpPr>
        <p:spPr>
          <a:xfrm>
            <a:off x="1215263" y="2816515"/>
            <a:ext cx="121740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Field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B6650-B0A3-4F9C-8C50-8E7E0E622673}"/>
              </a:ext>
            </a:extLst>
          </p:cNvPr>
          <p:cNvSpPr txBox="1"/>
          <p:nvPr/>
        </p:nvSpPr>
        <p:spPr>
          <a:xfrm>
            <a:off x="7104044" y="3466856"/>
            <a:ext cx="199060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IntegerTypeType</a:t>
            </a:r>
            <a:endParaRPr lang="en-DE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A31A941-0B97-4E27-9475-C7A586D80831}"/>
              </a:ext>
            </a:extLst>
          </p:cNvPr>
          <p:cNvSpPr/>
          <p:nvPr/>
        </p:nvSpPr>
        <p:spPr>
          <a:xfrm>
            <a:off x="1742228" y="187737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26088F-944E-431A-BA2D-390E217AD261}"/>
              </a:ext>
            </a:extLst>
          </p:cNvPr>
          <p:cNvCxnSpPr>
            <a:stCxn id="14" idx="3"/>
          </p:cNvCxnSpPr>
          <p:nvPr/>
        </p:nvCxnSpPr>
        <p:spPr>
          <a:xfrm>
            <a:off x="1821962" y="1990278"/>
            <a:ext cx="1228" cy="16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0100AC-29BA-4C2A-B6AB-6A0793222C33}"/>
              </a:ext>
            </a:extLst>
          </p:cNvPr>
          <p:cNvSpPr txBox="1"/>
          <p:nvPr/>
        </p:nvSpPr>
        <p:spPr>
          <a:xfrm>
            <a:off x="5199715" y="3483553"/>
            <a:ext cx="121740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EnumLiteral</a:t>
            </a:r>
            <a:endParaRPr lang="en-DE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DF32B2-3E2D-47DE-AFA9-0757F5EFE13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823964" y="2523722"/>
            <a:ext cx="0" cy="292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8A3ABA-65E9-4071-8E96-74AC49CE22DF}"/>
              </a:ext>
            </a:extLst>
          </p:cNvPr>
          <p:cNvSpPr txBox="1"/>
          <p:nvPr/>
        </p:nvSpPr>
        <p:spPr>
          <a:xfrm>
            <a:off x="1592187" y="25806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8016234-940F-47A8-B02C-ED0FCAE3441C}"/>
              </a:ext>
            </a:extLst>
          </p:cNvPr>
          <p:cNvCxnSpPr>
            <a:cxnSpLocks/>
            <a:stCxn id="12" idx="1"/>
            <a:endCxn id="2" idx="1"/>
          </p:cNvCxnSpPr>
          <p:nvPr/>
        </p:nvCxnSpPr>
        <p:spPr>
          <a:xfrm rot="10800000" flipH="1">
            <a:off x="1215262" y="1667307"/>
            <a:ext cx="423481" cy="1333875"/>
          </a:xfrm>
          <a:prstGeom prst="bentConnector3">
            <a:avLst>
              <a:gd name="adj1" fmla="val -53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ECBF31F-03AA-4250-AA1E-1D657B7DA109}"/>
              </a:ext>
            </a:extLst>
          </p:cNvPr>
          <p:cNvSpPr/>
          <p:nvPr/>
        </p:nvSpPr>
        <p:spPr>
          <a:xfrm>
            <a:off x="3196407" y="2541787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437F07-D9FB-49E4-B328-40708B6FF234}"/>
              </a:ext>
            </a:extLst>
          </p:cNvPr>
          <p:cNvCxnSpPr>
            <a:cxnSpLocks/>
            <a:stCxn id="24" idx="3"/>
            <a:endCxn id="8" idx="0"/>
          </p:cNvCxnSpPr>
          <p:nvPr/>
        </p:nvCxnSpPr>
        <p:spPr>
          <a:xfrm flipH="1">
            <a:off x="3274685" y="2654692"/>
            <a:ext cx="1456" cy="179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FD625AD-EB13-488F-AC9B-521B944CE0B0}"/>
              </a:ext>
            </a:extLst>
          </p:cNvPr>
          <p:cNvCxnSpPr>
            <a:cxnSpLocks/>
            <a:stCxn id="8" idx="2"/>
            <a:endCxn id="2" idx="1"/>
          </p:cNvCxnSpPr>
          <p:nvPr/>
        </p:nvCxnSpPr>
        <p:spPr>
          <a:xfrm rot="5400000" flipH="1">
            <a:off x="1688846" y="1617205"/>
            <a:ext cx="1535738" cy="1635941"/>
          </a:xfrm>
          <a:prstGeom prst="bentConnector4">
            <a:avLst>
              <a:gd name="adj1" fmla="val -14885"/>
              <a:gd name="adj2" fmla="val 1465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C781168-461A-4BCE-AFCF-42C5284F18E7}"/>
              </a:ext>
            </a:extLst>
          </p:cNvPr>
          <p:cNvCxnSpPr>
            <a:cxnSpLocks/>
            <a:stCxn id="10" idx="2"/>
            <a:endCxn id="2" idx="1"/>
          </p:cNvCxnSpPr>
          <p:nvPr/>
        </p:nvCxnSpPr>
        <p:spPr>
          <a:xfrm rot="5400000" flipH="1">
            <a:off x="2322278" y="983772"/>
            <a:ext cx="1535738" cy="2902806"/>
          </a:xfrm>
          <a:prstGeom prst="bentConnector4">
            <a:avLst>
              <a:gd name="adj1" fmla="val -14885"/>
              <a:gd name="adj2" fmla="val 12622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DE7909-626D-4AB6-86A0-021C490D0DA4}"/>
              </a:ext>
            </a:extLst>
          </p:cNvPr>
          <p:cNvCxnSpPr>
            <a:cxnSpLocks/>
            <a:stCxn id="24" idx="3"/>
            <a:endCxn id="10" idx="0"/>
          </p:cNvCxnSpPr>
          <p:nvPr/>
        </p:nvCxnSpPr>
        <p:spPr>
          <a:xfrm rot="16200000" flipH="1">
            <a:off x="3819335" y="2111499"/>
            <a:ext cx="179020" cy="126540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35">
            <a:extLst>
              <a:ext uri="{FF2B5EF4-FFF2-40B4-BE49-F238E27FC236}">
                <a16:creationId xmlns:a16="http://schemas.microsoft.com/office/drawing/2014/main" id="{00FC1D4D-38FD-438E-840E-82742F9710F4}"/>
              </a:ext>
            </a:extLst>
          </p:cNvPr>
          <p:cNvCxnSpPr>
            <a:cxnSpLocks/>
            <a:stCxn id="24" idx="3"/>
            <a:endCxn id="9" idx="0"/>
          </p:cNvCxnSpPr>
          <p:nvPr/>
        </p:nvCxnSpPr>
        <p:spPr>
          <a:xfrm rot="16200000" flipH="1">
            <a:off x="4452768" y="1478066"/>
            <a:ext cx="179020" cy="25322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45D3841-8E1B-4620-9F41-863FCAB5D987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5808416" y="3203046"/>
            <a:ext cx="0" cy="280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16742D0-40A6-4AA0-940D-39384EA5DDD6}"/>
              </a:ext>
            </a:extLst>
          </p:cNvPr>
          <p:cNvSpPr txBox="1"/>
          <p:nvPr/>
        </p:nvSpPr>
        <p:spPr>
          <a:xfrm>
            <a:off x="5573394" y="32427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cxnSp>
        <p:nvCxnSpPr>
          <p:cNvPr id="48" name="Straight Connector 35">
            <a:extLst>
              <a:ext uri="{FF2B5EF4-FFF2-40B4-BE49-F238E27FC236}">
                <a16:creationId xmlns:a16="http://schemas.microsoft.com/office/drawing/2014/main" id="{DBB546AA-5BD5-413B-9B43-245F65084B23}"/>
              </a:ext>
            </a:extLst>
          </p:cNvPr>
          <p:cNvCxnSpPr>
            <a:cxnSpLocks/>
            <a:stCxn id="24" idx="3"/>
            <a:endCxn id="6" idx="0"/>
          </p:cNvCxnSpPr>
          <p:nvPr/>
        </p:nvCxnSpPr>
        <p:spPr>
          <a:xfrm rot="16200000" flipH="1">
            <a:off x="5344386" y="586447"/>
            <a:ext cx="179020" cy="43155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0F44202A-6D1F-4C98-AF1A-E0BC7A7532CF}"/>
              </a:ext>
            </a:extLst>
          </p:cNvPr>
          <p:cNvSpPr/>
          <p:nvPr/>
        </p:nvSpPr>
        <p:spPr>
          <a:xfrm>
            <a:off x="6743465" y="3203046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EDDC5D1-AB4F-42CB-8DC4-E001BFB2DFE1}"/>
              </a:ext>
            </a:extLst>
          </p:cNvPr>
          <p:cNvCxnSpPr>
            <a:cxnSpLocks/>
            <a:stCxn id="51" idx="3"/>
            <a:endCxn id="13" idx="1"/>
          </p:cNvCxnSpPr>
          <p:nvPr/>
        </p:nvCxnSpPr>
        <p:spPr>
          <a:xfrm rot="16200000" flipH="1">
            <a:off x="6795837" y="3343316"/>
            <a:ext cx="335571" cy="2808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3B748BC-D77E-4467-8C7B-468544A57785}"/>
              </a:ext>
            </a:extLst>
          </p:cNvPr>
          <p:cNvSpPr txBox="1"/>
          <p:nvPr/>
        </p:nvSpPr>
        <p:spPr>
          <a:xfrm>
            <a:off x="7120259" y="3883844"/>
            <a:ext cx="199060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ShortTypeType</a:t>
            </a:r>
            <a:endParaRPr lang="en-DE" dirty="0"/>
          </a:p>
        </p:txBody>
      </p:sp>
      <p:cxnSp>
        <p:nvCxnSpPr>
          <p:cNvPr id="55" name="Straight Connector 51">
            <a:extLst>
              <a:ext uri="{FF2B5EF4-FFF2-40B4-BE49-F238E27FC236}">
                <a16:creationId xmlns:a16="http://schemas.microsoft.com/office/drawing/2014/main" id="{A933088A-6862-4027-B690-C16991B2F12E}"/>
              </a:ext>
            </a:extLst>
          </p:cNvPr>
          <p:cNvCxnSpPr>
            <a:cxnSpLocks/>
            <a:stCxn id="51" idx="3"/>
            <a:endCxn id="54" idx="1"/>
          </p:cNvCxnSpPr>
          <p:nvPr/>
        </p:nvCxnSpPr>
        <p:spPr>
          <a:xfrm rot="16200000" flipH="1">
            <a:off x="6595451" y="3543701"/>
            <a:ext cx="752559" cy="2970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E0D7260-866C-4CF1-B86D-832E901336F0}"/>
              </a:ext>
            </a:extLst>
          </p:cNvPr>
          <p:cNvSpPr txBox="1"/>
          <p:nvPr/>
        </p:nvSpPr>
        <p:spPr>
          <a:xfrm>
            <a:off x="9365413" y="3467507"/>
            <a:ext cx="1460133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IntegerType</a:t>
            </a:r>
            <a:endParaRPr lang="en-DE" dirty="0"/>
          </a:p>
        </p:txBody>
      </p:sp>
      <p:cxnSp>
        <p:nvCxnSpPr>
          <p:cNvPr id="59" name="Straight Connector 51">
            <a:extLst>
              <a:ext uri="{FF2B5EF4-FFF2-40B4-BE49-F238E27FC236}">
                <a16:creationId xmlns:a16="http://schemas.microsoft.com/office/drawing/2014/main" id="{39C04CD4-07E6-4A63-9DC9-9C32D2D50D29}"/>
              </a:ext>
            </a:extLst>
          </p:cNvPr>
          <p:cNvCxnSpPr>
            <a:cxnSpLocks/>
            <a:stCxn id="13" idx="3"/>
            <a:endCxn id="58" idx="1"/>
          </p:cNvCxnSpPr>
          <p:nvPr/>
        </p:nvCxnSpPr>
        <p:spPr>
          <a:xfrm>
            <a:off x="9094649" y="3651524"/>
            <a:ext cx="270762" cy="651"/>
          </a:xfrm>
          <a:prstGeom prst="bentConnector3">
            <a:avLst>
              <a:gd name="adj1" fmla="val 50000"/>
            </a:avLst>
          </a:prstGeom>
          <a:ln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C6D6055-2501-4C49-B1DD-396D8BB15BDF}"/>
              </a:ext>
            </a:extLst>
          </p:cNvPr>
          <p:cNvSpPr txBox="1"/>
          <p:nvPr/>
        </p:nvSpPr>
        <p:spPr>
          <a:xfrm>
            <a:off x="9366063" y="3876713"/>
            <a:ext cx="1459482" cy="3693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ShortType</a:t>
            </a:r>
            <a:endParaRPr lang="en-DE" dirty="0"/>
          </a:p>
        </p:txBody>
      </p:sp>
      <p:cxnSp>
        <p:nvCxnSpPr>
          <p:cNvPr id="63" name="Straight Connector 51">
            <a:extLst>
              <a:ext uri="{FF2B5EF4-FFF2-40B4-BE49-F238E27FC236}">
                <a16:creationId xmlns:a16="http://schemas.microsoft.com/office/drawing/2014/main" id="{6E7AB2DD-9B15-4887-B0B1-5FEFE3529E32}"/>
              </a:ext>
            </a:extLst>
          </p:cNvPr>
          <p:cNvCxnSpPr>
            <a:cxnSpLocks/>
            <a:stCxn id="54" idx="3"/>
            <a:endCxn id="62" idx="1"/>
          </p:cNvCxnSpPr>
          <p:nvPr/>
        </p:nvCxnSpPr>
        <p:spPr>
          <a:xfrm flipV="1">
            <a:off x="9110866" y="4061381"/>
            <a:ext cx="255199" cy="7131"/>
          </a:xfrm>
          <a:prstGeom prst="bentConnector3">
            <a:avLst>
              <a:gd name="adj1" fmla="val 50000"/>
            </a:avLst>
          </a:prstGeom>
          <a:ln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51">
            <a:extLst>
              <a:ext uri="{FF2B5EF4-FFF2-40B4-BE49-F238E27FC236}">
                <a16:creationId xmlns:a16="http://schemas.microsoft.com/office/drawing/2014/main" id="{56D321EA-5DBD-420F-9D51-A33F1B907AED}"/>
              </a:ext>
            </a:extLst>
          </p:cNvPr>
          <p:cNvCxnSpPr>
            <a:cxnSpLocks/>
            <a:stCxn id="51" idx="3"/>
          </p:cNvCxnSpPr>
          <p:nvPr/>
        </p:nvCxnSpPr>
        <p:spPr>
          <a:xfrm rot="16200000" flipH="1">
            <a:off x="6392962" y="3746190"/>
            <a:ext cx="1166315" cy="3058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210284E-CF45-470B-8D1C-788D85781523}"/>
              </a:ext>
            </a:extLst>
          </p:cNvPr>
          <p:cNvSpPr txBox="1"/>
          <p:nvPr/>
        </p:nvSpPr>
        <p:spPr>
          <a:xfrm>
            <a:off x="7129039" y="425317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FE17DF-9840-4245-BF0F-1C72E95B9335}"/>
              </a:ext>
            </a:extLst>
          </p:cNvPr>
          <p:cNvSpPr txBox="1"/>
          <p:nvPr/>
        </p:nvSpPr>
        <p:spPr>
          <a:xfrm>
            <a:off x="4613541" y="2158562"/>
            <a:ext cx="166295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AliasType</a:t>
            </a:r>
            <a:endParaRPr lang="en-DE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AF100B14-18DF-4BCF-A571-0F02D24747B1}"/>
              </a:ext>
            </a:extLst>
          </p:cNvPr>
          <p:cNvSpPr/>
          <p:nvPr/>
        </p:nvSpPr>
        <p:spPr>
          <a:xfrm>
            <a:off x="5349783" y="1877371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17AC33F-0CCF-44D7-B3BA-AF077E73D3E7}"/>
              </a:ext>
            </a:extLst>
          </p:cNvPr>
          <p:cNvCxnSpPr>
            <a:stCxn id="39" idx="3"/>
          </p:cNvCxnSpPr>
          <p:nvPr/>
        </p:nvCxnSpPr>
        <p:spPr>
          <a:xfrm>
            <a:off x="5429517" y="1990276"/>
            <a:ext cx="1228" cy="16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0CC5B13-25C7-40A6-B8A2-F3293DA58456}"/>
              </a:ext>
            </a:extLst>
          </p:cNvPr>
          <p:cNvCxnSpPr>
            <a:cxnSpLocks/>
            <a:stCxn id="38" idx="3"/>
            <a:endCxn id="2" idx="3"/>
          </p:cNvCxnSpPr>
          <p:nvPr/>
        </p:nvCxnSpPr>
        <p:spPr>
          <a:xfrm flipH="1" flipV="1">
            <a:off x="5573394" y="1667306"/>
            <a:ext cx="703100" cy="675922"/>
          </a:xfrm>
          <a:prstGeom prst="bentConnector3">
            <a:avLst>
              <a:gd name="adj1" fmla="val -3251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4069FF5-EF37-4D4A-95FA-2395CCB36BAC}"/>
              </a:ext>
            </a:extLst>
          </p:cNvPr>
          <p:cNvSpPr txBox="1"/>
          <p:nvPr/>
        </p:nvSpPr>
        <p:spPr>
          <a:xfrm>
            <a:off x="8819292" y="2833712"/>
            <a:ext cx="2229398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GenericDateTimeType</a:t>
            </a:r>
            <a:endParaRPr lang="en-DE" i="1" dirty="0"/>
          </a:p>
        </p:txBody>
      </p:sp>
      <p:cxnSp>
        <p:nvCxnSpPr>
          <p:cNvPr id="50" name="Straight Connector 35">
            <a:extLst>
              <a:ext uri="{FF2B5EF4-FFF2-40B4-BE49-F238E27FC236}">
                <a16:creationId xmlns:a16="http://schemas.microsoft.com/office/drawing/2014/main" id="{171DC3D0-2396-4D3E-958C-BC2C9F56CD6C}"/>
              </a:ext>
            </a:extLst>
          </p:cNvPr>
          <p:cNvCxnSpPr>
            <a:cxnSpLocks/>
            <a:stCxn id="8" idx="0"/>
            <a:endCxn id="49" idx="0"/>
          </p:cNvCxnSpPr>
          <p:nvPr/>
        </p:nvCxnSpPr>
        <p:spPr>
          <a:xfrm rot="5400000" flipH="1" flipV="1">
            <a:off x="6604338" y="-495941"/>
            <a:ext cx="12700" cy="6659306"/>
          </a:xfrm>
          <a:prstGeom prst="bentConnector3">
            <a:avLst>
              <a:gd name="adj1" fmla="val 78750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835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E68E0-49C7-4DA5-AC8B-A50CAA508814}"/>
              </a:ext>
            </a:extLst>
          </p:cNvPr>
          <p:cNvSpPr txBox="1"/>
          <p:nvPr/>
        </p:nvSpPr>
        <p:spPr>
          <a:xfrm>
            <a:off x="4408577" y="1243421"/>
            <a:ext cx="179232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ServiceBase</a:t>
            </a:r>
            <a:endParaRPr lang="en-DE" i="1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7612F0-E38E-4FCA-AFBE-465731C0F7CC}"/>
              </a:ext>
            </a:extLst>
          </p:cNvPr>
          <p:cNvSpPr/>
          <p:nvPr/>
        </p:nvSpPr>
        <p:spPr>
          <a:xfrm>
            <a:off x="5293220" y="1638154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872EB3-2772-4103-80A7-274EF687E7E2}"/>
              </a:ext>
            </a:extLst>
          </p:cNvPr>
          <p:cNvCxnSpPr>
            <a:cxnSpLocks/>
            <a:stCxn id="3" idx="3"/>
            <a:endCxn id="7" idx="0"/>
          </p:cNvCxnSpPr>
          <p:nvPr/>
        </p:nvCxnSpPr>
        <p:spPr>
          <a:xfrm flipH="1">
            <a:off x="5370840" y="1751061"/>
            <a:ext cx="2114" cy="166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E38528-8EC7-415E-8AE0-68861334A8D1}"/>
              </a:ext>
            </a:extLst>
          </p:cNvPr>
          <p:cNvSpPr txBox="1"/>
          <p:nvPr/>
        </p:nvSpPr>
        <p:spPr>
          <a:xfrm>
            <a:off x="4724491" y="1917562"/>
            <a:ext cx="1292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Service</a:t>
            </a:r>
            <a:endParaRPr lang="en-DE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DB633-F0A3-4F29-98B1-958EC5B00AE9}"/>
              </a:ext>
            </a:extLst>
          </p:cNvPr>
          <p:cNvSpPr txBox="1"/>
          <p:nvPr/>
        </p:nvSpPr>
        <p:spPr>
          <a:xfrm>
            <a:off x="1509684" y="2709109"/>
            <a:ext cx="1292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JavaService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AD382-F685-4FC2-8904-08ECAB8CEC73}"/>
              </a:ext>
            </a:extLst>
          </p:cNvPr>
          <p:cNvSpPr txBox="1"/>
          <p:nvPr/>
        </p:nvSpPr>
        <p:spPr>
          <a:xfrm>
            <a:off x="4297031" y="2736440"/>
            <a:ext cx="140862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PythonService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D0113-F7CA-43EE-9B74-552AE2269194}"/>
              </a:ext>
            </a:extLst>
          </p:cNvPr>
          <p:cNvSpPr txBox="1"/>
          <p:nvPr/>
        </p:nvSpPr>
        <p:spPr>
          <a:xfrm>
            <a:off x="6384614" y="2709109"/>
            <a:ext cx="1723688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CompleteService</a:t>
            </a:r>
            <a:endParaRPr lang="en-DE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662B0-7E6B-449E-81A6-3625887C6E1F}"/>
              </a:ext>
            </a:extLst>
          </p:cNvPr>
          <p:cNvSpPr txBox="1"/>
          <p:nvPr/>
        </p:nvSpPr>
        <p:spPr>
          <a:xfrm>
            <a:off x="6473255" y="3368351"/>
            <a:ext cx="1509084" cy="35079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KodexService</a:t>
            </a:r>
            <a:r>
              <a:rPr lang="en-US" dirty="0"/>
              <a:t>*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6363-E5FD-47D0-BAD3-B3C3FB51123E}"/>
              </a:ext>
            </a:extLst>
          </p:cNvPr>
          <p:cNvSpPr txBox="1"/>
          <p:nvPr/>
        </p:nvSpPr>
        <p:spPr>
          <a:xfrm>
            <a:off x="975049" y="3354476"/>
            <a:ext cx="236041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TraceToAasJavaService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892CD-DF1A-4E11-A421-7AC574722718}"/>
              </a:ext>
            </a:extLst>
          </p:cNvPr>
          <p:cNvSpPr txBox="1"/>
          <p:nvPr/>
        </p:nvSpPr>
        <p:spPr>
          <a:xfrm>
            <a:off x="8043245" y="3367567"/>
            <a:ext cx="123579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RtsaService</a:t>
            </a:r>
            <a:r>
              <a:rPr lang="en-US" dirty="0"/>
              <a:t>*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E9D50-1906-40C6-B45C-9459FC945097}"/>
              </a:ext>
            </a:extLst>
          </p:cNvPr>
          <p:cNvSpPr txBox="1"/>
          <p:nvPr/>
        </p:nvSpPr>
        <p:spPr>
          <a:xfrm>
            <a:off x="3688329" y="3349811"/>
            <a:ext cx="258873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FlowerFederatedAiService</a:t>
            </a:r>
            <a:r>
              <a:rPr lang="en-US" dirty="0"/>
              <a:t>*</a:t>
            </a:r>
            <a:endParaRPr lang="en-DE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44B8F1C-9B40-4D2C-A7FB-B51E3EA04E90}"/>
              </a:ext>
            </a:extLst>
          </p:cNvPr>
          <p:cNvSpPr/>
          <p:nvPr/>
        </p:nvSpPr>
        <p:spPr>
          <a:xfrm>
            <a:off x="5304738" y="231192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5CF7D6A-40A9-4B5A-A979-5D625D79302F}"/>
              </a:ext>
            </a:extLst>
          </p:cNvPr>
          <p:cNvCxnSpPr>
            <a:stCxn id="15" idx="3"/>
            <a:endCxn id="8" idx="0"/>
          </p:cNvCxnSpPr>
          <p:nvPr/>
        </p:nvCxnSpPr>
        <p:spPr>
          <a:xfrm rot="5400000">
            <a:off x="3628115" y="952751"/>
            <a:ext cx="284281" cy="322843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631D91A-AB3E-42B6-9278-CDAEEDA778B4}"/>
              </a:ext>
            </a:extLst>
          </p:cNvPr>
          <p:cNvCxnSpPr>
            <a:cxnSpLocks/>
            <a:stCxn id="15" idx="3"/>
            <a:endCxn id="9" idx="0"/>
          </p:cNvCxnSpPr>
          <p:nvPr/>
        </p:nvCxnSpPr>
        <p:spPr>
          <a:xfrm rot="5400000">
            <a:off x="5037101" y="2389071"/>
            <a:ext cx="311612" cy="383131"/>
          </a:xfrm>
          <a:prstGeom prst="bentConnector3">
            <a:avLst>
              <a:gd name="adj1" fmla="val 485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0FE9E89-F1CD-4873-BCC4-AB3F3C760E32}"/>
              </a:ext>
            </a:extLst>
          </p:cNvPr>
          <p:cNvCxnSpPr>
            <a:cxnSpLocks/>
            <a:stCxn id="15" idx="3"/>
            <a:endCxn id="10" idx="0"/>
          </p:cNvCxnSpPr>
          <p:nvPr/>
        </p:nvCxnSpPr>
        <p:spPr>
          <a:xfrm rot="16200000" flipH="1">
            <a:off x="6173327" y="1635975"/>
            <a:ext cx="284281" cy="18619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8F5FDAB-5985-4051-8699-EF8C2FC10380}"/>
              </a:ext>
            </a:extLst>
          </p:cNvPr>
          <p:cNvSpPr/>
          <p:nvPr/>
        </p:nvSpPr>
        <p:spPr>
          <a:xfrm>
            <a:off x="2076299" y="307442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95B15-FC4C-4FD2-B126-93A8A74BCD5F}"/>
              </a:ext>
            </a:extLst>
          </p:cNvPr>
          <p:cNvCxnSpPr>
            <a:cxnSpLocks/>
            <a:stCxn id="32" idx="3"/>
            <a:endCxn id="12" idx="0"/>
          </p:cNvCxnSpPr>
          <p:nvPr/>
        </p:nvCxnSpPr>
        <p:spPr>
          <a:xfrm flipH="1">
            <a:off x="2155257" y="3187328"/>
            <a:ext cx="776" cy="167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87AE8361-D6F4-49EF-B83D-B3748B5826B3}"/>
              </a:ext>
            </a:extLst>
          </p:cNvPr>
          <p:cNvSpPr/>
          <p:nvPr/>
        </p:nvSpPr>
        <p:spPr>
          <a:xfrm>
            <a:off x="4892874" y="3115106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4E24612-89BD-4C93-BA5E-6DC2354C4A3B}"/>
              </a:ext>
            </a:extLst>
          </p:cNvPr>
          <p:cNvCxnSpPr>
            <a:cxnSpLocks/>
            <a:stCxn id="36" idx="3"/>
            <a:endCxn id="14" idx="0"/>
          </p:cNvCxnSpPr>
          <p:nvPr/>
        </p:nvCxnSpPr>
        <p:spPr>
          <a:xfrm>
            <a:off x="4972610" y="3228011"/>
            <a:ext cx="10085" cy="121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DCFD4EFF-DB68-479E-8F04-6284AC5BC250}"/>
              </a:ext>
            </a:extLst>
          </p:cNvPr>
          <p:cNvSpPr/>
          <p:nvPr/>
        </p:nvSpPr>
        <p:spPr>
          <a:xfrm>
            <a:off x="7166725" y="3070931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2D1CA9-0811-4C39-A12E-4AB47CDDFF0B}"/>
              </a:ext>
            </a:extLst>
          </p:cNvPr>
          <p:cNvCxnSpPr>
            <a:cxnSpLocks/>
            <a:stCxn id="41" idx="3"/>
            <a:endCxn id="11" idx="0"/>
          </p:cNvCxnSpPr>
          <p:nvPr/>
        </p:nvCxnSpPr>
        <p:spPr>
          <a:xfrm flipH="1">
            <a:off x="7227797" y="3183838"/>
            <a:ext cx="18662" cy="184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81B836-F3E1-4691-AEEC-37BD30CC6A67}"/>
              </a:ext>
            </a:extLst>
          </p:cNvPr>
          <p:cNvCxnSpPr>
            <a:cxnSpLocks/>
            <a:stCxn id="41" idx="3"/>
            <a:endCxn id="13" idx="0"/>
          </p:cNvCxnSpPr>
          <p:nvPr/>
        </p:nvCxnSpPr>
        <p:spPr>
          <a:xfrm rot="16200000" flipH="1">
            <a:off x="7861936" y="2568361"/>
            <a:ext cx="183729" cy="14146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025A6DE-F907-40B7-ADF7-4F705DD994BD}"/>
              </a:ext>
            </a:extLst>
          </p:cNvPr>
          <p:cNvSpPr txBox="1"/>
          <p:nvPr/>
        </p:nvSpPr>
        <p:spPr>
          <a:xfrm>
            <a:off x="8498997" y="2731515"/>
            <a:ext cx="172368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Connector</a:t>
            </a:r>
            <a:endParaRPr lang="en-DE" i="1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E5B42C3-59A7-4FB6-9AEB-13694848EEE1}"/>
              </a:ext>
            </a:extLst>
          </p:cNvPr>
          <p:cNvCxnSpPr>
            <a:cxnSpLocks/>
            <a:stCxn id="15" idx="3"/>
            <a:endCxn id="24" idx="0"/>
          </p:cNvCxnSpPr>
          <p:nvPr/>
        </p:nvCxnSpPr>
        <p:spPr>
          <a:xfrm rot="16200000" flipH="1">
            <a:off x="7219314" y="589987"/>
            <a:ext cx="306685" cy="39763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175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E68E0-49C7-4DA5-AC8B-A50CAA508814}"/>
              </a:ext>
            </a:extLst>
          </p:cNvPr>
          <p:cNvSpPr txBox="1"/>
          <p:nvPr/>
        </p:nvSpPr>
        <p:spPr>
          <a:xfrm>
            <a:off x="3494177" y="1243421"/>
            <a:ext cx="179232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ServiceBase</a:t>
            </a:r>
            <a:endParaRPr lang="en-DE" i="1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7612F0-E38E-4FCA-AFBE-465731C0F7CC}"/>
              </a:ext>
            </a:extLst>
          </p:cNvPr>
          <p:cNvSpPr/>
          <p:nvPr/>
        </p:nvSpPr>
        <p:spPr>
          <a:xfrm>
            <a:off x="4378820" y="1638154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872EB3-2772-4103-80A7-274EF687E7E2}"/>
              </a:ext>
            </a:extLst>
          </p:cNvPr>
          <p:cNvCxnSpPr>
            <a:cxnSpLocks/>
            <a:stCxn id="3" idx="3"/>
            <a:endCxn id="7" idx="0"/>
          </p:cNvCxnSpPr>
          <p:nvPr/>
        </p:nvCxnSpPr>
        <p:spPr>
          <a:xfrm flipH="1">
            <a:off x="4456440" y="1751061"/>
            <a:ext cx="2114" cy="166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E38528-8EC7-415E-8AE0-68861334A8D1}"/>
              </a:ext>
            </a:extLst>
          </p:cNvPr>
          <p:cNvSpPr txBox="1"/>
          <p:nvPr/>
        </p:nvSpPr>
        <p:spPr>
          <a:xfrm>
            <a:off x="3810091" y="1917562"/>
            <a:ext cx="1292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Service</a:t>
            </a:r>
            <a:endParaRPr lang="en-DE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DB633-F0A3-4F29-98B1-958EC5B00AE9}"/>
              </a:ext>
            </a:extLst>
          </p:cNvPr>
          <p:cNvSpPr txBox="1"/>
          <p:nvPr/>
        </p:nvSpPr>
        <p:spPr>
          <a:xfrm>
            <a:off x="3829113" y="2626449"/>
            <a:ext cx="129270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Connector</a:t>
            </a:r>
            <a:endParaRPr lang="en-DE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6363-E5FD-47D0-BAD3-B3C3FB51123E}"/>
              </a:ext>
            </a:extLst>
          </p:cNvPr>
          <p:cNvSpPr txBox="1"/>
          <p:nvPr/>
        </p:nvSpPr>
        <p:spPr>
          <a:xfrm>
            <a:off x="7136769" y="3505347"/>
            <a:ext cx="236041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 err="1"/>
              <a:t>ChannelConnector</a:t>
            </a:r>
            <a:endParaRPr lang="en-DE" i="1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44B8F1C-9B40-4D2C-A7FB-B51E3EA04E90}"/>
              </a:ext>
            </a:extLst>
          </p:cNvPr>
          <p:cNvSpPr/>
          <p:nvPr/>
        </p:nvSpPr>
        <p:spPr>
          <a:xfrm>
            <a:off x="4390338" y="231192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5CF7D6A-40A9-4B5A-A979-5D625D79302F}"/>
              </a:ext>
            </a:extLst>
          </p:cNvPr>
          <p:cNvCxnSpPr>
            <a:stCxn id="15" idx="3"/>
            <a:endCxn id="8" idx="0"/>
          </p:cNvCxnSpPr>
          <p:nvPr/>
        </p:nvCxnSpPr>
        <p:spPr>
          <a:xfrm rot="16200000" flipH="1">
            <a:off x="4371959" y="2522943"/>
            <a:ext cx="201621" cy="539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8F5FDAB-5985-4051-8699-EF8C2FC10380}"/>
              </a:ext>
            </a:extLst>
          </p:cNvPr>
          <p:cNvSpPr/>
          <p:nvPr/>
        </p:nvSpPr>
        <p:spPr>
          <a:xfrm>
            <a:off x="4395728" y="299176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95B15-FC4C-4FD2-B126-93A8A74BCD5F}"/>
              </a:ext>
            </a:extLst>
          </p:cNvPr>
          <p:cNvCxnSpPr>
            <a:cxnSpLocks/>
            <a:stCxn id="32" idx="3"/>
            <a:endCxn id="12" idx="0"/>
          </p:cNvCxnSpPr>
          <p:nvPr/>
        </p:nvCxnSpPr>
        <p:spPr>
          <a:xfrm rot="16200000" flipH="1">
            <a:off x="6195881" y="1384250"/>
            <a:ext cx="400677" cy="38415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706800-5444-4AE6-AC4D-CFB8924FEBC9}"/>
              </a:ext>
            </a:extLst>
          </p:cNvPr>
          <p:cNvSpPr txBox="1"/>
          <p:nvPr/>
        </p:nvSpPr>
        <p:spPr>
          <a:xfrm>
            <a:off x="180256" y="3505347"/>
            <a:ext cx="202552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OpcUaV1Connector</a:t>
            </a:r>
            <a:endParaRPr lang="en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110D16-F401-4AEB-9C5A-E700883CC990}"/>
              </a:ext>
            </a:extLst>
          </p:cNvPr>
          <p:cNvSpPr txBox="1"/>
          <p:nvPr/>
        </p:nvSpPr>
        <p:spPr>
          <a:xfrm>
            <a:off x="1525990" y="4090691"/>
            <a:ext cx="16162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AasConnector</a:t>
            </a:r>
            <a:endParaRPr lang="en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C16516-9932-4F59-98E6-31EBC01C7012}"/>
              </a:ext>
            </a:extLst>
          </p:cNvPr>
          <p:cNvSpPr txBox="1"/>
          <p:nvPr/>
        </p:nvSpPr>
        <p:spPr>
          <a:xfrm>
            <a:off x="5786943" y="4315825"/>
            <a:ext cx="203485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MqttV3Connector</a:t>
            </a: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99D21E-8134-4899-A055-3F5C36F82B7B}"/>
              </a:ext>
            </a:extLst>
          </p:cNvPr>
          <p:cNvSpPr txBox="1"/>
          <p:nvPr/>
        </p:nvSpPr>
        <p:spPr>
          <a:xfrm>
            <a:off x="7893840" y="4317429"/>
            <a:ext cx="184073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MqttV5Connector</a:t>
            </a:r>
            <a:endParaRPr lang="en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C9B76-2107-4A7F-A951-520165AB7441}"/>
              </a:ext>
            </a:extLst>
          </p:cNvPr>
          <p:cNvSpPr txBox="1"/>
          <p:nvPr/>
        </p:nvSpPr>
        <p:spPr>
          <a:xfrm>
            <a:off x="9247321" y="4866852"/>
            <a:ext cx="184073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MqttConnector</a:t>
            </a:r>
            <a:endParaRPr lang="en-DE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4CB3B5AC-8E65-4A2E-A7DD-3F3863ABA0AB}"/>
              </a:ext>
            </a:extLst>
          </p:cNvPr>
          <p:cNvSpPr/>
          <p:nvPr/>
        </p:nvSpPr>
        <p:spPr>
          <a:xfrm>
            <a:off x="8237243" y="3890044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4" name="Straight Connector 32">
            <a:extLst>
              <a:ext uri="{FF2B5EF4-FFF2-40B4-BE49-F238E27FC236}">
                <a16:creationId xmlns:a16="http://schemas.microsoft.com/office/drawing/2014/main" id="{7F20FCC0-2B4F-41B0-8EA0-A23506003D84}"/>
              </a:ext>
            </a:extLst>
          </p:cNvPr>
          <p:cNvCxnSpPr>
            <a:cxnSpLocks/>
            <a:stCxn id="32" idx="3"/>
            <a:endCxn id="27" idx="0"/>
          </p:cNvCxnSpPr>
          <p:nvPr/>
        </p:nvCxnSpPr>
        <p:spPr>
          <a:xfrm rot="5400000">
            <a:off x="2911790" y="2527018"/>
            <a:ext cx="986021" cy="2141325"/>
          </a:xfrm>
          <a:prstGeom prst="bentConnector3">
            <a:avLst>
              <a:gd name="adj1" fmla="val 202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831D919A-239E-4238-9E16-8E935BD0BEA2}"/>
              </a:ext>
            </a:extLst>
          </p:cNvPr>
          <p:cNvCxnSpPr>
            <a:cxnSpLocks/>
            <a:stCxn id="32" idx="3"/>
            <a:endCxn id="26" idx="0"/>
          </p:cNvCxnSpPr>
          <p:nvPr/>
        </p:nvCxnSpPr>
        <p:spPr>
          <a:xfrm rot="5400000">
            <a:off x="2633903" y="1663787"/>
            <a:ext cx="400677" cy="32824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74DE7EC-BB5C-4601-8F49-1E321504C6AB}"/>
              </a:ext>
            </a:extLst>
          </p:cNvPr>
          <p:cNvCxnSpPr>
            <a:cxnSpLocks/>
            <a:stCxn id="31" idx="3"/>
            <a:endCxn id="28" idx="0"/>
          </p:cNvCxnSpPr>
          <p:nvPr/>
        </p:nvCxnSpPr>
        <p:spPr>
          <a:xfrm rot="5400000">
            <a:off x="7404236" y="3403086"/>
            <a:ext cx="312876" cy="151260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id="{6D63CD36-2B9B-463B-AF2B-5F24AC2B27DB}"/>
              </a:ext>
            </a:extLst>
          </p:cNvPr>
          <p:cNvCxnSpPr>
            <a:cxnSpLocks/>
            <a:stCxn id="31" idx="3"/>
            <a:endCxn id="29" idx="0"/>
          </p:cNvCxnSpPr>
          <p:nvPr/>
        </p:nvCxnSpPr>
        <p:spPr>
          <a:xfrm rot="16200000" flipH="1">
            <a:off x="8408351" y="3911576"/>
            <a:ext cx="314480" cy="4972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32">
            <a:extLst>
              <a:ext uri="{FF2B5EF4-FFF2-40B4-BE49-F238E27FC236}">
                <a16:creationId xmlns:a16="http://schemas.microsoft.com/office/drawing/2014/main" id="{B7B1C84D-C017-442C-9CB2-395C9E307324}"/>
              </a:ext>
            </a:extLst>
          </p:cNvPr>
          <p:cNvCxnSpPr>
            <a:cxnSpLocks/>
            <a:stCxn id="31" idx="3"/>
            <a:endCxn id="30" idx="0"/>
          </p:cNvCxnSpPr>
          <p:nvPr/>
        </p:nvCxnSpPr>
        <p:spPr>
          <a:xfrm rot="16200000" flipH="1">
            <a:off x="8810383" y="3509545"/>
            <a:ext cx="863901" cy="1850712"/>
          </a:xfrm>
          <a:prstGeom prst="bentConnector3">
            <a:avLst>
              <a:gd name="adj1" fmla="val 181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F00C06F-5214-4E44-AC08-3E2EB6E98FFF}"/>
              </a:ext>
            </a:extLst>
          </p:cNvPr>
          <p:cNvSpPr txBox="1"/>
          <p:nvPr/>
        </p:nvSpPr>
        <p:spPr>
          <a:xfrm>
            <a:off x="5616581" y="4940144"/>
            <a:ext cx="227725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/>
              <a:t>MipMqttV3Connector</a:t>
            </a:r>
            <a:endParaRPr lang="en-DE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79D56FB-693C-4037-A511-914676A9C518}"/>
              </a:ext>
            </a:extLst>
          </p:cNvPr>
          <p:cNvSpPr/>
          <p:nvPr/>
        </p:nvSpPr>
        <p:spPr>
          <a:xfrm>
            <a:off x="6675474" y="4685159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9" name="Straight Connector 32">
            <a:extLst>
              <a:ext uri="{FF2B5EF4-FFF2-40B4-BE49-F238E27FC236}">
                <a16:creationId xmlns:a16="http://schemas.microsoft.com/office/drawing/2014/main" id="{B4FE6846-D62D-4685-8BE3-5AC54727F611}"/>
              </a:ext>
            </a:extLst>
          </p:cNvPr>
          <p:cNvCxnSpPr>
            <a:cxnSpLocks/>
            <a:stCxn id="47" idx="0"/>
            <a:endCxn id="48" idx="3"/>
          </p:cNvCxnSpPr>
          <p:nvPr/>
        </p:nvCxnSpPr>
        <p:spPr>
          <a:xfrm rot="16200000" flipV="1">
            <a:off x="6684169" y="4869105"/>
            <a:ext cx="142080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628AD8C-FA58-452F-B8E2-D2D966E88005}"/>
              </a:ext>
            </a:extLst>
          </p:cNvPr>
          <p:cNvSpPr txBox="1"/>
          <p:nvPr/>
        </p:nvSpPr>
        <p:spPr>
          <a:xfrm>
            <a:off x="2487107" y="3505347"/>
            <a:ext cx="16162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AdsConnector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013B5B-1843-4433-AB77-8473756824FC}"/>
              </a:ext>
            </a:extLst>
          </p:cNvPr>
          <p:cNvSpPr txBox="1"/>
          <p:nvPr/>
        </p:nvSpPr>
        <p:spPr>
          <a:xfrm>
            <a:off x="3407405" y="4059376"/>
            <a:ext cx="16162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InfluxConnector</a:t>
            </a:r>
            <a:endParaRPr lang="en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A26C6F-7894-46AC-AC70-9D5DF229C3C6}"/>
              </a:ext>
            </a:extLst>
          </p:cNvPr>
          <p:cNvSpPr txBox="1"/>
          <p:nvPr/>
        </p:nvSpPr>
        <p:spPr>
          <a:xfrm>
            <a:off x="4313666" y="3505347"/>
            <a:ext cx="214132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ModbusTcpConnector</a:t>
            </a:r>
            <a:endParaRPr lang="en-DE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C14868-278F-4F2A-A00D-C4F0C5B1E857}"/>
              </a:ext>
            </a:extLst>
          </p:cNvPr>
          <p:cNvSpPr txBox="1"/>
          <p:nvPr/>
        </p:nvSpPr>
        <p:spPr>
          <a:xfrm>
            <a:off x="10296242" y="4315825"/>
            <a:ext cx="184073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SerialConnector</a:t>
            </a:r>
            <a:endParaRPr lang="en-D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35C73D-4446-49BB-B38A-871FC3947F96}"/>
              </a:ext>
            </a:extLst>
          </p:cNvPr>
          <p:cNvSpPr txBox="1"/>
          <p:nvPr/>
        </p:nvSpPr>
        <p:spPr>
          <a:xfrm>
            <a:off x="-1089418" y="4053931"/>
            <a:ext cx="214132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RestConnector</a:t>
            </a:r>
            <a:endParaRPr lang="en-DE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73EA93-39FA-4ECF-B937-A22F05BE8957}"/>
              </a:ext>
            </a:extLst>
          </p:cNvPr>
          <p:cNvSpPr txBox="1"/>
          <p:nvPr/>
        </p:nvSpPr>
        <p:spPr>
          <a:xfrm>
            <a:off x="11435118" y="4859025"/>
            <a:ext cx="2141325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FileConnector</a:t>
            </a:r>
            <a:endParaRPr lang="en-DE" dirty="0"/>
          </a:p>
        </p:txBody>
      </p:sp>
      <p:cxnSp>
        <p:nvCxnSpPr>
          <p:cNvPr id="44" name="Straight Connector 32">
            <a:extLst>
              <a:ext uri="{FF2B5EF4-FFF2-40B4-BE49-F238E27FC236}">
                <a16:creationId xmlns:a16="http://schemas.microsoft.com/office/drawing/2014/main" id="{E854B890-B291-431A-9160-D98E4982C637}"/>
              </a:ext>
            </a:extLst>
          </p:cNvPr>
          <p:cNvCxnSpPr>
            <a:cxnSpLocks/>
            <a:stCxn id="31" idx="3"/>
            <a:endCxn id="42" idx="0"/>
          </p:cNvCxnSpPr>
          <p:nvPr/>
        </p:nvCxnSpPr>
        <p:spPr>
          <a:xfrm rot="16200000" flipH="1">
            <a:off x="9983342" y="2336586"/>
            <a:ext cx="856074" cy="4188804"/>
          </a:xfrm>
          <a:prstGeom prst="bentConnector3">
            <a:avLst>
              <a:gd name="adj1" fmla="val 179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2">
            <a:extLst>
              <a:ext uri="{FF2B5EF4-FFF2-40B4-BE49-F238E27FC236}">
                <a16:creationId xmlns:a16="http://schemas.microsoft.com/office/drawing/2014/main" id="{F6D5EE4D-DFC8-49A7-A747-B693E200753E}"/>
              </a:ext>
            </a:extLst>
          </p:cNvPr>
          <p:cNvCxnSpPr>
            <a:cxnSpLocks/>
            <a:stCxn id="32" idx="3"/>
            <a:endCxn id="41" idx="0"/>
          </p:cNvCxnSpPr>
          <p:nvPr/>
        </p:nvCxnSpPr>
        <p:spPr>
          <a:xfrm rot="5400000">
            <a:off x="1753724" y="1332192"/>
            <a:ext cx="949261" cy="4494217"/>
          </a:xfrm>
          <a:prstGeom prst="bentConnector3">
            <a:avLst>
              <a:gd name="adj1" fmla="val 219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32">
            <a:extLst>
              <a:ext uri="{FF2B5EF4-FFF2-40B4-BE49-F238E27FC236}">
                <a16:creationId xmlns:a16="http://schemas.microsoft.com/office/drawing/2014/main" id="{ABF9DA0D-3F0D-44A9-81AA-86DA16180266}"/>
              </a:ext>
            </a:extLst>
          </p:cNvPr>
          <p:cNvCxnSpPr>
            <a:cxnSpLocks/>
            <a:stCxn id="32" idx="3"/>
            <a:endCxn id="37" idx="0"/>
          </p:cNvCxnSpPr>
          <p:nvPr/>
        </p:nvCxnSpPr>
        <p:spPr>
          <a:xfrm rot="5400000">
            <a:off x="3868154" y="3452068"/>
            <a:ext cx="954706" cy="259910"/>
          </a:xfrm>
          <a:prstGeom prst="bentConnector3">
            <a:avLst>
              <a:gd name="adj1" fmla="val 211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32">
            <a:extLst>
              <a:ext uri="{FF2B5EF4-FFF2-40B4-BE49-F238E27FC236}">
                <a16:creationId xmlns:a16="http://schemas.microsoft.com/office/drawing/2014/main" id="{449ADE46-4A24-4356-B478-2644A8A4212A}"/>
              </a:ext>
            </a:extLst>
          </p:cNvPr>
          <p:cNvCxnSpPr>
            <a:cxnSpLocks/>
            <a:stCxn id="31" idx="3"/>
            <a:endCxn id="40" idx="0"/>
          </p:cNvCxnSpPr>
          <p:nvPr/>
        </p:nvCxnSpPr>
        <p:spPr>
          <a:xfrm rot="16200000" flipH="1">
            <a:off x="9610356" y="2709571"/>
            <a:ext cx="312874" cy="28996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32">
            <a:extLst>
              <a:ext uri="{FF2B5EF4-FFF2-40B4-BE49-F238E27FC236}">
                <a16:creationId xmlns:a16="http://schemas.microsoft.com/office/drawing/2014/main" id="{A9C486C7-B5CD-10DE-9FF0-61F16E658920}"/>
              </a:ext>
            </a:extLst>
          </p:cNvPr>
          <p:cNvCxnSpPr>
            <a:cxnSpLocks/>
            <a:stCxn id="32" idx="3"/>
            <a:endCxn id="36" idx="0"/>
          </p:cNvCxnSpPr>
          <p:nvPr/>
        </p:nvCxnSpPr>
        <p:spPr>
          <a:xfrm rot="5400000">
            <a:off x="3685020" y="2714904"/>
            <a:ext cx="400677" cy="11802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DBDA8524-5B63-556F-DD8C-5E95BB489E5B}"/>
              </a:ext>
            </a:extLst>
          </p:cNvPr>
          <p:cNvCxnSpPr>
            <a:cxnSpLocks/>
            <a:stCxn id="32" idx="3"/>
            <a:endCxn id="39" idx="0"/>
          </p:cNvCxnSpPr>
          <p:nvPr/>
        </p:nvCxnSpPr>
        <p:spPr>
          <a:xfrm rot="16200000" flipH="1">
            <a:off x="4729557" y="2850574"/>
            <a:ext cx="400677" cy="9088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45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E68E0-49C7-4DA5-AC8B-A50CAA508814}"/>
              </a:ext>
            </a:extLst>
          </p:cNvPr>
          <p:cNvSpPr txBox="1"/>
          <p:nvPr/>
        </p:nvSpPr>
        <p:spPr>
          <a:xfrm>
            <a:off x="4408577" y="1243421"/>
            <a:ext cx="1792327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i="1" dirty="0"/>
              <a:t>Dependency</a:t>
            </a:r>
            <a:endParaRPr lang="en-DE" i="1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7612F0-E38E-4FCA-AFBE-465731C0F7CC}"/>
              </a:ext>
            </a:extLst>
          </p:cNvPr>
          <p:cNvSpPr/>
          <p:nvPr/>
        </p:nvSpPr>
        <p:spPr>
          <a:xfrm>
            <a:off x="5293220" y="1638154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872EB3-2772-4103-80A7-274EF687E7E2}"/>
              </a:ext>
            </a:extLst>
          </p:cNvPr>
          <p:cNvCxnSpPr>
            <a:cxnSpLocks/>
            <a:stCxn id="3" idx="3"/>
            <a:endCxn id="7" idx="0"/>
          </p:cNvCxnSpPr>
          <p:nvPr/>
        </p:nvCxnSpPr>
        <p:spPr>
          <a:xfrm>
            <a:off x="5372954" y="1751061"/>
            <a:ext cx="0" cy="1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E38528-8EC7-415E-8AE0-68861334A8D1}"/>
              </a:ext>
            </a:extLst>
          </p:cNvPr>
          <p:cNvSpPr txBox="1"/>
          <p:nvPr/>
        </p:nvSpPr>
        <p:spPr>
          <a:xfrm>
            <a:off x="4334643" y="1902367"/>
            <a:ext cx="207662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SystemDependency</a:t>
            </a:r>
            <a:endParaRPr lang="en-DE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44B8F1C-9B40-4D2C-A7FB-B51E3EA04E90}"/>
              </a:ext>
            </a:extLst>
          </p:cNvPr>
          <p:cNvSpPr/>
          <p:nvPr/>
        </p:nvSpPr>
        <p:spPr>
          <a:xfrm>
            <a:off x="5304738" y="2311923"/>
            <a:ext cx="159468" cy="112907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5CF7D6A-40A9-4B5A-A979-5D625D79302F}"/>
              </a:ext>
            </a:extLst>
          </p:cNvPr>
          <p:cNvCxnSpPr>
            <a:cxnSpLocks/>
            <a:stCxn id="15" idx="3"/>
            <a:endCxn id="31" idx="0"/>
          </p:cNvCxnSpPr>
          <p:nvPr/>
        </p:nvCxnSpPr>
        <p:spPr>
          <a:xfrm rot="16200000" flipH="1">
            <a:off x="7036711" y="772590"/>
            <a:ext cx="149296" cy="345377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3255AAB-50D0-43D2-9170-A7D45F6359ED}"/>
              </a:ext>
            </a:extLst>
          </p:cNvPr>
          <p:cNvSpPr txBox="1"/>
          <p:nvPr/>
        </p:nvSpPr>
        <p:spPr>
          <a:xfrm>
            <a:off x="4077340" y="2574126"/>
            <a:ext cx="2614263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LinuxSystemDependency</a:t>
            </a:r>
            <a:endParaRPr lang="en-DE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F472CE8-FC1D-4507-A7A3-F2FDC2E5BEA5}"/>
              </a:ext>
            </a:extLst>
          </p:cNvPr>
          <p:cNvCxnSpPr>
            <a:cxnSpLocks/>
          </p:cNvCxnSpPr>
          <p:nvPr/>
        </p:nvCxnSpPr>
        <p:spPr>
          <a:xfrm>
            <a:off x="5387915" y="2424830"/>
            <a:ext cx="0" cy="1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0F9661F-E409-4F07-B563-3A3552E363CC}"/>
              </a:ext>
            </a:extLst>
          </p:cNvPr>
          <p:cNvSpPr txBox="1"/>
          <p:nvPr/>
        </p:nvSpPr>
        <p:spPr>
          <a:xfrm>
            <a:off x="6850062" y="2574126"/>
            <a:ext cx="397636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LinuxCommandBasedSystemDependency</a:t>
            </a:r>
            <a:endParaRPr lang="en-DE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8EFCF49-500A-4ED2-A035-B7D64D732E18}"/>
              </a:ext>
            </a:extLst>
          </p:cNvPr>
          <p:cNvCxnSpPr>
            <a:cxnSpLocks/>
            <a:stCxn id="7" idx="3"/>
            <a:endCxn id="2" idx="3"/>
          </p:cNvCxnSpPr>
          <p:nvPr/>
        </p:nvCxnSpPr>
        <p:spPr>
          <a:xfrm flipH="1" flipV="1">
            <a:off x="6200904" y="1428087"/>
            <a:ext cx="210361" cy="658946"/>
          </a:xfrm>
          <a:prstGeom prst="bentConnector3">
            <a:avLst>
              <a:gd name="adj1" fmla="val -10867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F610C2-B355-4DBA-90CE-5D96C097FDEA}"/>
              </a:ext>
            </a:extLst>
          </p:cNvPr>
          <p:cNvSpPr txBox="1"/>
          <p:nvPr/>
        </p:nvSpPr>
        <p:spPr>
          <a:xfrm>
            <a:off x="6200904" y="11510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*</a:t>
            </a:r>
            <a:endParaRPr lang="en-DE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A4D2F0-DCED-4465-B55A-C2A3B444C8D6}"/>
              </a:ext>
            </a:extLst>
          </p:cNvPr>
          <p:cNvSpPr txBox="1"/>
          <p:nvPr/>
        </p:nvSpPr>
        <p:spPr>
          <a:xfrm>
            <a:off x="1775831" y="1946615"/>
            <a:ext cx="207662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PythonDependency</a:t>
            </a:r>
            <a:endParaRPr lang="en-D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86F403-FC27-4B56-ADBE-9EDFA87534D9}"/>
              </a:ext>
            </a:extLst>
          </p:cNvPr>
          <p:cNvSpPr txBox="1"/>
          <p:nvPr/>
        </p:nvSpPr>
        <p:spPr>
          <a:xfrm>
            <a:off x="-471025" y="1947414"/>
            <a:ext cx="207662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dirty="0" err="1"/>
              <a:t>MavenDependency</a:t>
            </a:r>
            <a:endParaRPr lang="en-DE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F8AEC54-8681-4149-A2A5-E020C30B8FDA}"/>
              </a:ext>
            </a:extLst>
          </p:cNvPr>
          <p:cNvCxnSpPr>
            <a:cxnSpLocks/>
            <a:stCxn id="3" idx="3"/>
            <a:endCxn id="43" idx="0"/>
          </p:cNvCxnSpPr>
          <p:nvPr/>
        </p:nvCxnSpPr>
        <p:spPr>
          <a:xfrm rot="5400000">
            <a:off x="2871944" y="-553597"/>
            <a:ext cx="196353" cy="48056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BF18102-1D34-490A-A0EC-800C0174E312}"/>
              </a:ext>
            </a:extLst>
          </p:cNvPr>
          <p:cNvCxnSpPr>
            <a:cxnSpLocks/>
            <a:stCxn id="3" idx="3"/>
            <a:endCxn id="40" idx="0"/>
          </p:cNvCxnSpPr>
          <p:nvPr/>
        </p:nvCxnSpPr>
        <p:spPr>
          <a:xfrm rot="5400000">
            <a:off x="3995771" y="569432"/>
            <a:ext cx="195554" cy="25588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454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3B56F-DD32-4663-979F-3F5CA0A1281D}"/>
              </a:ext>
            </a:extLst>
          </p:cNvPr>
          <p:cNvSpPr txBox="1"/>
          <p:nvPr/>
        </p:nvSpPr>
        <p:spPr>
          <a:xfrm>
            <a:off x="639260" y="238359"/>
            <a:ext cx="662271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1) Obtain and setup template project </a:t>
            </a:r>
            <a:r>
              <a:rPr lang="en-US" dirty="0" err="1">
                <a:latin typeface="Consolas" panose="020B0609020204030204" pitchFamily="49" charset="0"/>
              </a:rPr>
              <a:t>impl.model</a:t>
            </a:r>
            <a:r>
              <a:rPr lang="en-US" dirty="0"/>
              <a:t> from </a:t>
            </a:r>
            <a:r>
              <a:rPr lang="en-US" dirty="0" err="1"/>
              <a:t>github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BDB08-6EC9-4C50-9A31-D4872D9975BF}"/>
              </a:ext>
            </a:extLst>
          </p:cNvPr>
          <p:cNvSpPr txBox="1"/>
          <p:nvPr/>
        </p:nvSpPr>
        <p:spPr>
          <a:xfrm>
            <a:off x="639261" y="956593"/>
            <a:ext cx="6622711" cy="1552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2) Setup the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ivml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files in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/test/easy </a:t>
            </a:r>
            <a:r>
              <a:rPr lang="en-US" dirty="0"/>
              <a:t>from one of the</a:t>
            </a:r>
          </a:p>
          <a:p>
            <a:r>
              <a:rPr lang="en-US" dirty="0"/>
              <a:t> example projects and adjust services and application. Execute</a:t>
            </a:r>
          </a:p>
          <a:p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-U generate-sources</a:t>
            </a:r>
            <a:r>
              <a:rPr lang="en-US" dirty="0"/>
              <a:t> on </a:t>
            </a:r>
            <a:r>
              <a:rPr lang="en-US" dirty="0" err="1">
                <a:latin typeface="Consolas" panose="020B0609020204030204" pitchFamily="49" charset="0"/>
              </a:rPr>
              <a:t>impl.model</a:t>
            </a:r>
            <a:r>
              <a:rPr lang="en-US" dirty="0"/>
              <a:t>. This also creates an </a:t>
            </a:r>
          </a:p>
          <a:p>
            <a:r>
              <a:rPr lang="en-US" dirty="0"/>
              <a:t>interfaces (</a:t>
            </a:r>
            <a:r>
              <a:rPr lang="en-US" i="1" dirty="0" err="1"/>
              <a:t>i</a:t>
            </a:r>
            <a:r>
              <a:rPr lang="en-US" dirty="0"/>
              <a:t>), and application implementation (</a:t>
            </a:r>
            <a:r>
              <a:rPr lang="en-US" i="1" dirty="0"/>
              <a:t>a</a:t>
            </a:r>
            <a:r>
              <a:rPr lang="en-US" dirty="0"/>
              <a:t>) and an </a:t>
            </a:r>
          </a:p>
          <a:p>
            <a:r>
              <a:rPr lang="en-US" dirty="0"/>
              <a:t>implementation template (</a:t>
            </a:r>
            <a:r>
              <a:rPr lang="en-US" dirty="0" err="1">
                <a:latin typeface="Consolas" panose="020B0609020204030204" pitchFamily="49" charset="0"/>
              </a:rPr>
              <a:t>impl.impl</a:t>
            </a:r>
            <a:r>
              <a:rPr lang="en-US" dirty="0"/>
              <a:t>) in </a:t>
            </a:r>
            <a:r>
              <a:rPr lang="en-US" dirty="0" err="1">
                <a:latin typeface="Consolas" panose="020B0609020204030204" pitchFamily="49" charset="0"/>
              </a:rPr>
              <a:t>impl.model</a:t>
            </a:r>
            <a:r>
              <a:rPr lang="en-US" dirty="0">
                <a:latin typeface="Consolas" panose="020B0609020204030204" pitchFamily="49" charset="0"/>
              </a:rPr>
              <a:t>/gen/test</a:t>
            </a:r>
            <a:r>
              <a:rPr lang="en-US" dirty="0"/>
              <a:t>.</a:t>
            </a:r>
            <a:endParaRPr lang="en-DE" dirty="0"/>
          </a:p>
          <a:p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3B4D2-0513-4D80-87E7-470DCE8DBB98}"/>
              </a:ext>
            </a:extLst>
          </p:cNvPr>
          <p:cNvSpPr txBox="1"/>
          <p:nvPr/>
        </p:nvSpPr>
        <p:spPr>
          <a:xfrm>
            <a:off x="643267" y="2581543"/>
            <a:ext cx="6614697" cy="69214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3) Import the generated template (a) into your Eclipse, implement the </a:t>
            </a:r>
          </a:p>
          <a:p>
            <a:r>
              <a:rPr lang="en-US" dirty="0"/>
              <a:t>services and tests, validate your services and run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install</a:t>
            </a:r>
            <a:r>
              <a:rPr lang="en-US" dirty="0"/>
              <a:t>.</a:t>
            </a:r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954B5-2AED-4A84-8186-0EFCC0A08777}"/>
              </a:ext>
            </a:extLst>
          </p:cNvPr>
          <p:cNvSpPr txBox="1"/>
          <p:nvPr/>
        </p:nvSpPr>
        <p:spPr>
          <a:xfrm>
            <a:off x="651280" y="3348380"/>
            <a:ext cx="6606682" cy="8795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4) Run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install </a:t>
            </a:r>
            <a:r>
              <a:rPr lang="en-US" dirty="0"/>
              <a:t>on </a:t>
            </a:r>
            <a:r>
              <a:rPr lang="en-US" dirty="0" err="1">
                <a:latin typeface="Consolas" panose="020B0609020204030204" pitchFamily="49" charset="0"/>
              </a:rPr>
              <a:t>impl.model</a:t>
            </a:r>
            <a:r>
              <a:rPr lang="en-US" dirty="0"/>
              <a:t> for </a:t>
            </a:r>
          </a:p>
          <a:p>
            <a:r>
              <a:rPr lang="en-US" dirty="0"/>
              <a:t>a full instantiation of the application. Execute the generated service </a:t>
            </a:r>
            <a:br>
              <a:rPr lang="en-US" dirty="0"/>
            </a:br>
            <a:r>
              <a:rPr lang="en-US" dirty="0"/>
              <a:t>test cases and the local application.</a:t>
            </a:r>
            <a:endParaRPr lang="en-DE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AA160-F9DA-4D84-AB64-1E8936A01030}"/>
              </a:ext>
            </a:extLst>
          </p:cNvPr>
          <p:cNvSpPr txBox="1"/>
          <p:nvPr/>
        </p:nvSpPr>
        <p:spPr>
          <a:xfrm>
            <a:off x="651282" y="4302663"/>
            <a:ext cx="6614697" cy="6714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US" dirty="0"/>
              <a:t>5) Take the FAT artifact of </a:t>
            </a:r>
            <a:r>
              <a:rPr lang="en-US" dirty="0" err="1">
                <a:latin typeface="Consolas" panose="020B0609020204030204" pitchFamily="49" charset="0"/>
              </a:rPr>
              <a:t>impl.model</a:t>
            </a:r>
            <a:r>
              <a:rPr lang="en-US" dirty="0">
                <a:latin typeface="Consolas" panose="020B0609020204030204" pitchFamily="49" charset="0"/>
              </a:rPr>
              <a:t>/gen/test/</a:t>
            </a:r>
            <a:r>
              <a:rPr lang="en-US" i="1" dirty="0"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>/target</a:t>
            </a:r>
            <a:r>
              <a:rPr lang="en-US" dirty="0"/>
              <a:t> </a:t>
            </a:r>
          </a:p>
          <a:p>
            <a:r>
              <a:rPr lang="en-US" dirty="0"/>
              <a:t>and run the configured application. </a:t>
            </a:r>
            <a:endParaRPr lang="en-DE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E1DAED-FDD7-4DCD-95F5-E7CCBC0A049D}"/>
              </a:ext>
            </a:extLst>
          </p:cNvPr>
          <p:cNvSpPr txBox="1"/>
          <p:nvPr/>
        </p:nvSpPr>
        <p:spPr>
          <a:xfrm>
            <a:off x="8814211" y="1996758"/>
            <a:ext cx="2375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endParaRPr lang="en-DE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411475-8B0C-410B-A0BC-ACE0E51CC090}"/>
              </a:ext>
            </a:extLst>
          </p:cNvPr>
          <p:cNvSpPr txBox="1"/>
          <p:nvPr/>
        </p:nvSpPr>
        <p:spPr>
          <a:xfrm>
            <a:off x="9651619" y="1996758"/>
            <a:ext cx="3032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  <a:endParaRPr lang="en-DE" i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3A7851-DEA8-4AF0-B4C0-A4A055E0965E}"/>
              </a:ext>
            </a:extLst>
          </p:cNvPr>
          <p:cNvCxnSpPr>
            <a:cxnSpLocks/>
            <a:stCxn id="25" idx="1"/>
            <a:endCxn id="13" idx="3"/>
          </p:cNvCxnSpPr>
          <p:nvPr/>
        </p:nvCxnSpPr>
        <p:spPr>
          <a:xfrm flipH="1">
            <a:off x="9051777" y="2181424"/>
            <a:ext cx="599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B098933-AA69-482E-BED0-C07F6548B372}"/>
              </a:ext>
            </a:extLst>
          </p:cNvPr>
          <p:cNvSpPr txBox="1"/>
          <p:nvPr/>
        </p:nvSpPr>
        <p:spPr>
          <a:xfrm>
            <a:off x="7419172" y="475146"/>
            <a:ext cx="1233030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impl.model</a:t>
            </a:r>
            <a:endParaRPr lang="en-DE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1A65E9-5398-455D-9318-47293CFC6B8D}"/>
              </a:ext>
            </a:extLst>
          </p:cNvPr>
          <p:cNvSpPr txBox="1"/>
          <p:nvPr/>
        </p:nvSpPr>
        <p:spPr>
          <a:xfrm>
            <a:off x="7419172" y="1199046"/>
            <a:ext cx="1233030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impl.model</a:t>
            </a:r>
            <a:endParaRPr lang="en-DE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1D27B-327F-443F-A268-F7D37A2EB900}"/>
              </a:ext>
            </a:extLst>
          </p:cNvPr>
          <p:cNvSpPr txBox="1"/>
          <p:nvPr/>
        </p:nvSpPr>
        <p:spPr>
          <a:xfrm>
            <a:off x="7419172" y="1984130"/>
            <a:ext cx="1233030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impl.model</a:t>
            </a:r>
            <a:endParaRPr lang="en-DE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D0C010-60AE-4C39-ADA9-A7A83A0ADE97}"/>
              </a:ext>
            </a:extLst>
          </p:cNvPr>
          <p:cNvSpPr txBox="1"/>
          <p:nvPr/>
        </p:nvSpPr>
        <p:spPr>
          <a:xfrm>
            <a:off x="10416373" y="1996758"/>
            <a:ext cx="1056700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dirty="0" err="1"/>
              <a:t>impl.impl</a:t>
            </a:r>
            <a:endParaRPr lang="en-D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8F802B-D313-4CE5-AC45-04E2618A33D2}"/>
              </a:ext>
            </a:extLst>
          </p:cNvPr>
          <p:cNvSpPr txBox="1"/>
          <p:nvPr/>
        </p:nvSpPr>
        <p:spPr>
          <a:xfrm>
            <a:off x="10483217" y="2729145"/>
            <a:ext cx="1056700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dirty="0" err="1"/>
              <a:t>impl.impl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A4E023-7E7F-476A-937E-B1B85D95B7FC}"/>
              </a:ext>
            </a:extLst>
          </p:cNvPr>
          <p:cNvSpPr txBox="1"/>
          <p:nvPr/>
        </p:nvSpPr>
        <p:spPr>
          <a:xfrm>
            <a:off x="8814211" y="2741773"/>
            <a:ext cx="2375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endParaRPr lang="en-DE" i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3A2010-C0E3-4302-B3D3-7A52A5B46668}"/>
              </a:ext>
            </a:extLst>
          </p:cNvPr>
          <p:cNvSpPr txBox="1"/>
          <p:nvPr/>
        </p:nvSpPr>
        <p:spPr>
          <a:xfrm>
            <a:off x="9651619" y="2741773"/>
            <a:ext cx="3032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  <a:endParaRPr lang="en-DE" i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877AB84-9CF3-4C5E-B1DA-1138655B3751}"/>
              </a:ext>
            </a:extLst>
          </p:cNvPr>
          <p:cNvCxnSpPr>
            <a:cxnSpLocks/>
            <a:stCxn id="47" idx="1"/>
            <a:endCxn id="46" idx="3"/>
          </p:cNvCxnSpPr>
          <p:nvPr/>
        </p:nvCxnSpPr>
        <p:spPr>
          <a:xfrm flipH="1">
            <a:off x="9051777" y="2926439"/>
            <a:ext cx="599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AA67F6D-2598-4052-AA12-99520E4B8745}"/>
              </a:ext>
            </a:extLst>
          </p:cNvPr>
          <p:cNvSpPr txBox="1"/>
          <p:nvPr/>
        </p:nvSpPr>
        <p:spPr>
          <a:xfrm>
            <a:off x="7419172" y="2729145"/>
            <a:ext cx="123303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impl.model</a:t>
            </a:r>
            <a:endParaRPr lang="en-DE" i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A39B221-07ED-444B-9FAB-BC4CABD719C4}"/>
              </a:ext>
            </a:extLst>
          </p:cNvPr>
          <p:cNvCxnSpPr>
            <a:cxnSpLocks/>
            <a:stCxn id="41" idx="2"/>
            <a:endCxn id="46" idx="2"/>
          </p:cNvCxnSpPr>
          <p:nvPr/>
        </p:nvCxnSpPr>
        <p:spPr>
          <a:xfrm rot="5400000">
            <a:off x="9965967" y="2065506"/>
            <a:ext cx="12628" cy="2078573"/>
          </a:xfrm>
          <a:prstGeom prst="bentConnector3">
            <a:avLst>
              <a:gd name="adj1" fmla="val 19102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E2E2D6A-EBCF-4E98-B83B-AD4FCAF3A9AB}"/>
              </a:ext>
            </a:extLst>
          </p:cNvPr>
          <p:cNvSpPr txBox="1"/>
          <p:nvPr/>
        </p:nvSpPr>
        <p:spPr>
          <a:xfrm>
            <a:off x="10483217" y="3698516"/>
            <a:ext cx="1056700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/>
            </a:lvl1pPr>
          </a:lstStyle>
          <a:p>
            <a:r>
              <a:rPr lang="en-US" dirty="0" err="1"/>
              <a:t>impl.impl</a:t>
            </a:r>
            <a:endParaRPr lang="en-DE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01FF63-E4AC-42AC-AE8A-0B8FAF3201F7}"/>
              </a:ext>
            </a:extLst>
          </p:cNvPr>
          <p:cNvSpPr txBox="1"/>
          <p:nvPr/>
        </p:nvSpPr>
        <p:spPr>
          <a:xfrm>
            <a:off x="8814211" y="3711144"/>
            <a:ext cx="23756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endParaRPr lang="en-DE" i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57B594-E306-4AE9-9D35-31F6DD21AA6D}"/>
              </a:ext>
            </a:extLst>
          </p:cNvPr>
          <p:cNvSpPr txBox="1"/>
          <p:nvPr/>
        </p:nvSpPr>
        <p:spPr>
          <a:xfrm>
            <a:off x="9651619" y="3711144"/>
            <a:ext cx="3032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  <a:endParaRPr lang="en-DE" i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5F2400-A99C-42EE-A4F4-CC3EB8DCAD0D}"/>
              </a:ext>
            </a:extLst>
          </p:cNvPr>
          <p:cNvCxnSpPr>
            <a:cxnSpLocks/>
            <a:stCxn id="53" idx="1"/>
            <a:endCxn id="52" idx="3"/>
          </p:cNvCxnSpPr>
          <p:nvPr/>
        </p:nvCxnSpPr>
        <p:spPr>
          <a:xfrm flipH="1">
            <a:off x="9051777" y="3895810"/>
            <a:ext cx="599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E6D54BB-5F60-476B-86F8-9B6340CCA9E3}"/>
              </a:ext>
            </a:extLst>
          </p:cNvPr>
          <p:cNvSpPr txBox="1"/>
          <p:nvPr/>
        </p:nvSpPr>
        <p:spPr>
          <a:xfrm>
            <a:off x="7419172" y="3698516"/>
            <a:ext cx="1233030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impl.model</a:t>
            </a:r>
            <a:endParaRPr lang="en-DE" i="1" dirty="0"/>
          </a:p>
        </p:txBody>
      </p:sp>
      <p:cxnSp>
        <p:nvCxnSpPr>
          <p:cNvPr id="56" name="Straight Arrow Connector 49">
            <a:extLst>
              <a:ext uri="{FF2B5EF4-FFF2-40B4-BE49-F238E27FC236}">
                <a16:creationId xmlns:a16="http://schemas.microsoft.com/office/drawing/2014/main" id="{6B54C651-584A-439F-81C6-639FE71390D1}"/>
              </a:ext>
            </a:extLst>
          </p:cNvPr>
          <p:cNvCxnSpPr>
            <a:cxnSpLocks/>
            <a:stCxn id="51" idx="2"/>
            <a:endCxn id="52" idx="2"/>
          </p:cNvCxnSpPr>
          <p:nvPr/>
        </p:nvCxnSpPr>
        <p:spPr>
          <a:xfrm rot="5400000">
            <a:off x="9965967" y="3034877"/>
            <a:ext cx="12628" cy="2078573"/>
          </a:xfrm>
          <a:prstGeom prst="bentConnector3">
            <a:avLst>
              <a:gd name="adj1" fmla="val 19102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00053AD-DE21-4C57-8C8A-BEA869FD31C5}"/>
              </a:ext>
            </a:extLst>
          </p:cNvPr>
          <p:cNvCxnSpPr>
            <a:cxnSpLocks/>
            <a:stCxn id="53" idx="3"/>
            <a:endCxn id="51" idx="1"/>
          </p:cNvCxnSpPr>
          <p:nvPr/>
        </p:nvCxnSpPr>
        <p:spPr>
          <a:xfrm flipV="1">
            <a:off x="9954907" y="3883182"/>
            <a:ext cx="528310" cy="12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49">
            <a:extLst>
              <a:ext uri="{FF2B5EF4-FFF2-40B4-BE49-F238E27FC236}">
                <a16:creationId xmlns:a16="http://schemas.microsoft.com/office/drawing/2014/main" id="{D5FE84B9-70B6-4F4A-A319-CAFB65D52584}"/>
              </a:ext>
            </a:extLst>
          </p:cNvPr>
          <p:cNvCxnSpPr>
            <a:cxnSpLocks/>
            <a:stCxn id="40" idx="2"/>
            <a:endCxn id="13" idx="2"/>
          </p:cNvCxnSpPr>
          <p:nvPr/>
        </p:nvCxnSpPr>
        <p:spPr>
          <a:xfrm rot="5400000">
            <a:off x="9938859" y="1360227"/>
            <a:ext cx="12700" cy="20117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23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61FC46-6AF2-4BD4-9AD1-A012EB7F61A6}"/>
              </a:ext>
            </a:extLst>
          </p:cNvPr>
          <p:cNvSpPr txBox="1"/>
          <p:nvPr/>
        </p:nvSpPr>
        <p:spPr>
          <a:xfrm>
            <a:off x="639261" y="-4667250"/>
            <a:ext cx="1645900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IIPEcosphere.vil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E20BF-DF47-4209-924E-0E66FA5CECE8}"/>
              </a:ext>
            </a:extLst>
          </p:cNvPr>
          <p:cNvSpPr txBox="1"/>
          <p:nvPr/>
        </p:nvSpPr>
        <p:spPr>
          <a:xfrm>
            <a:off x="2315254" y="5386323"/>
            <a:ext cx="1827103" cy="369332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generatePlatform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CEB62-70CA-4714-B6F0-0CF4165D1CDF}"/>
              </a:ext>
            </a:extLst>
          </p:cNvPr>
          <p:cNvSpPr txBox="1"/>
          <p:nvPr/>
        </p:nvSpPr>
        <p:spPr>
          <a:xfrm>
            <a:off x="4505803" y="5378949"/>
            <a:ext cx="1283813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ecsRuntime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7F73D-7A21-463A-BB89-095268267FA1}"/>
              </a:ext>
            </a:extLst>
          </p:cNvPr>
          <p:cNvSpPr txBox="1"/>
          <p:nvPr/>
        </p:nvSpPr>
        <p:spPr>
          <a:xfrm>
            <a:off x="4476300" y="5914807"/>
            <a:ext cx="122873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serviceMgr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6D604-213D-4BA6-B0DE-8F27998CD707}"/>
              </a:ext>
            </a:extLst>
          </p:cNvPr>
          <p:cNvSpPr txBox="1"/>
          <p:nvPr/>
        </p:nvSpPr>
        <p:spPr>
          <a:xfrm>
            <a:off x="4476301" y="6450665"/>
            <a:ext cx="154773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ecsServiceMgr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2EDE2-3D0C-4F09-9FC9-F7951816B5FD}"/>
              </a:ext>
            </a:extLst>
          </p:cNvPr>
          <p:cNvSpPr txBox="1"/>
          <p:nvPr/>
        </p:nvSpPr>
        <p:spPr>
          <a:xfrm>
            <a:off x="4476299" y="7345753"/>
            <a:ext cx="996811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platform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C6FD7-F499-45E0-98B9-5AFF751B150F}"/>
              </a:ext>
            </a:extLst>
          </p:cNvPr>
          <p:cNvSpPr txBox="1"/>
          <p:nvPr/>
        </p:nvSpPr>
        <p:spPr>
          <a:xfrm>
            <a:off x="6572106" y="5371575"/>
            <a:ext cx="641522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yaml</a:t>
            </a:r>
            <a:endParaRPr lang="en-DE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93435-00BD-43AB-861D-F2EA8D1F7D8D}"/>
              </a:ext>
            </a:extLst>
          </p:cNvPr>
          <p:cNvSpPr txBox="1"/>
          <p:nvPr/>
        </p:nvSpPr>
        <p:spPr>
          <a:xfrm>
            <a:off x="7461925" y="5378949"/>
            <a:ext cx="1004506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yamlTest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6A482-04D7-4AF6-96B3-2EEB3E97039F}"/>
              </a:ext>
            </a:extLst>
          </p:cNvPr>
          <p:cNvSpPr txBox="1"/>
          <p:nvPr/>
        </p:nvSpPr>
        <p:spPr>
          <a:xfrm>
            <a:off x="6572106" y="5921044"/>
            <a:ext cx="1697068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JavaLogbackXml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3BBA79-95A9-4CB3-87DE-2881721137E9}"/>
              </a:ext>
            </a:extLst>
          </p:cNvPr>
          <p:cNvSpPr txBox="1"/>
          <p:nvPr/>
        </p:nvSpPr>
        <p:spPr>
          <a:xfrm>
            <a:off x="6566903" y="6383417"/>
            <a:ext cx="1340110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JavaServices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3564E4-81BF-4522-9B63-62B58954C5DA}"/>
              </a:ext>
            </a:extLst>
          </p:cNvPr>
          <p:cNvSpPr txBox="1"/>
          <p:nvPr/>
        </p:nvSpPr>
        <p:spPr>
          <a:xfrm>
            <a:off x="6566904" y="6851845"/>
            <a:ext cx="603050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Mvn</a:t>
            </a:r>
            <a:endParaRPr lang="en-DE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1788A-8425-4761-8CEB-8D7CB9148065}"/>
              </a:ext>
            </a:extLst>
          </p:cNvPr>
          <p:cNvSpPr txBox="1"/>
          <p:nvPr/>
        </p:nvSpPr>
        <p:spPr>
          <a:xfrm>
            <a:off x="7348615" y="6851845"/>
            <a:ext cx="6190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Mvn</a:t>
            </a:r>
            <a:endParaRPr lang="en-DE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AA2B1-6F77-4DA1-85C1-E65DC06EFC68}"/>
              </a:ext>
            </a:extLst>
          </p:cNvPr>
          <p:cNvSpPr txBox="1"/>
          <p:nvPr/>
        </p:nvSpPr>
        <p:spPr>
          <a:xfrm>
            <a:off x="6566903" y="7306845"/>
            <a:ext cx="2229072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OsScripts</a:t>
            </a:r>
            <a:r>
              <a:rPr lang="en-US" dirty="0"/>
              <a:t> (Win, Linux)</a:t>
            </a:r>
            <a:endParaRPr lang="en-DE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28406F5-7886-412C-B4E4-34594539F55B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5789616" y="5556241"/>
            <a:ext cx="782491" cy="7374"/>
          </a:xfrm>
          <a:prstGeom prst="bentConnector3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201885D-7563-4387-A78D-1364CB9A8C7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213629" y="5556241"/>
            <a:ext cx="248297" cy="7374"/>
          </a:xfrm>
          <a:prstGeom prst="bentConnector3">
            <a:avLst/>
          </a:prstGeom>
          <a:ln>
            <a:solidFill>
              <a:srgbClr val="D76A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067B719-561A-4301-A790-F1433A1C6F21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789616" y="5563616"/>
            <a:ext cx="782491" cy="54209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8E8406B-0D2A-4298-ADA4-0C2270986563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5789615" y="5563615"/>
            <a:ext cx="777288" cy="100446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3FA9AD-74AB-4FD1-8B5D-16BEA1F8944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5789616" y="5563615"/>
            <a:ext cx="777289" cy="147289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474B853-66F6-4F17-9968-9222A0C74D1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245294" y="7060909"/>
            <a:ext cx="103321" cy="12700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22168D0-C48F-4332-BC5D-66A3467FA9D0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5789616" y="5563615"/>
            <a:ext cx="777287" cy="192789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91FD476-4DF4-4770-A5EA-5ED0C91256AD}"/>
              </a:ext>
            </a:extLst>
          </p:cNvPr>
          <p:cNvSpPr txBox="1"/>
          <p:nvPr/>
        </p:nvSpPr>
        <p:spPr>
          <a:xfrm>
            <a:off x="5665598" y="585606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D58CA8-24C4-477F-A17E-EF48B5604BDC}"/>
              </a:ext>
            </a:extLst>
          </p:cNvPr>
          <p:cNvSpPr txBox="1"/>
          <p:nvPr/>
        </p:nvSpPr>
        <p:spPr>
          <a:xfrm>
            <a:off x="5960037" y="638262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9F6E47-5FFC-49C8-8B0A-83F6614D625B}"/>
              </a:ext>
            </a:extLst>
          </p:cNvPr>
          <p:cNvSpPr txBox="1"/>
          <p:nvPr/>
        </p:nvSpPr>
        <p:spPr>
          <a:xfrm>
            <a:off x="5433675" y="73068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DE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94DA8C6-7CB5-4568-BC69-14B4CDE2E76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4142356" y="5563615"/>
            <a:ext cx="363446" cy="737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73E639-B384-4A26-884E-14209C97B078}"/>
              </a:ext>
            </a:extLst>
          </p:cNvPr>
          <p:cNvSpPr txBox="1"/>
          <p:nvPr/>
        </p:nvSpPr>
        <p:spPr>
          <a:xfrm>
            <a:off x="2480352" y="-4657729"/>
            <a:ext cx="1483483" cy="369332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generateApps</a:t>
            </a:r>
            <a:endParaRPr lang="en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5595FE-3DC6-49FB-BB00-DDD3C2AD01A5}"/>
              </a:ext>
            </a:extLst>
          </p:cNvPr>
          <p:cNvSpPr txBox="1"/>
          <p:nvPr/>
        </p:nvSpPr>
        <p:spPr>
          <a:xfrm>
            <a:off x="6232736" y="-3787918"/>
            <a:ext cx="2844625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PythonType</a:t>
            </a:r>
            <a:r>
              <a:rPr lang="en-US" dirty="0"/>
              <a:t> (interface, </a:t>
            </a:r>
            <a:r>
              <a:rPr lang="en-US" dirty="0" err="1"/>
              <a:t>impl</a:t>
            </a:r>
            <a:r>
              <a:rPr lang="en-US" dirty="0"/>
              <a:t>)</a:t>
            </a:r>
            <a:endParaRPr lang="en-DE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7F439E-9FCB-4DF7-AB40-37610B818F26}"/>
              </a:ext>
            </a:extLst>
          </p:cNvPr>
          <p:cNvSpPr txBox="1"/>
          <p:nvPr/>
        </p:nvSpPr>
        <p:spPr>
          <a:xfrm>
            <a:off x="6237570" y="-3345280"/>
            <a:ext cx="2111988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PythonJsonSerializer</a:t>
            </a:r>
            <a:endParaRPr lang="en-D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58FE19-058A-4FFD-AFC8-232B3513EEA6}"/>
              </a:ext>
            </a:extLst>
          </p:cNvPr>
          <p:cNvSpPr txBox="1"/>
          <p:nvPr/>
        </p:nvSpPr>
        <p:spPr>
          <a:xfrm>
            <a:off x="4247109" y="-232870"/>
            <a:ext cx="643574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Apps</a:t>
            </a:r>
            <a:endParaRPr lang="en-DE" i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CDAD1A-0E88-445A-91EA-22CA8E7B1187}"/>
              </a:ext>
            </a:extLst>
          </p:cNvPr>
          <p:cNvSpPr txBox="1"/>
          <p:nvPr/>
        </p:nvSpPr>
        <p:spPr>
          <a:xfrm>
            <a:off x="5124054" y="-232922"/>
            <a:ext cx="415329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Mesh elements and record types (old style)</a:t>
            </a:r>
            <a:endParaRPr lang="en-DE" i="1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9B14CA0B-6DD4-441E-ADE9-A650B95DF780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4890683" y="-48256"/>
            <a:ext cx="233370" cy="5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A10AD344-0D53-4C8A-9DF9-3315A4F884F5}"/>
              </a:ext>
            </a:extLst>
          </p:cNvPr>
          <p:cNvCxnSpPr>
            <a:cxnSpLocks/>
            <a:stCxn id="74" idx="3"/>
            <a:endCxn id="46" idx="1"/>
          </p:cNvCxnSpPr>
          <p:nvPr/>
        </p:nvCxnSpPr>
        <p:spPr>
          <a:xfrm>
            <a:off x="5904855" y="-4478257"/>
            <a:ext cx="327881" cy="87500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07DE555-6D0C-4288-AFB2-2C267D1E2035}"/>
              </a:ext>
            </a:extLst>
          </p:cNvPr>
          <p:cNvCxnSpPr>
            <a:cxnSpLocks/>
            <a:stCxn id="74" idx="3"/>
            <a:endCxn id="49" idx="1"/>
          </p:cNvCxnSpPr>
          <p:nvPr/>
        </p:nvCxnSpPr>
        <p:spPr>
          <a:xfrm>
            <a:off x="5904855" y="-4478257"/>
            <a:ext cx="332715" cy="131764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9F0646D-4B71-4624-9273-E08EF66135FA}"/>
              </a:ext>
            </a:extLst>
          </p:cNvPr>
          <p:cNvCxnSpPr>
            <a:cxnSpLocks/>
            <a:stCxn id="45" idx="3"/>
            <a:endCxn id="54" idx="1"/>
          </p:cNvCxnSpPr>
          <p:nvPr/>
        </p:nvCxnSpPr>
        <p:spPr>
          <a:xfrm>
            <a:off x="3963835" y="-4473063"/>
            <a:ext cx="283274" cy="4424859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85A8C59-2357-48BB-860B-D6FE7300770C}"/>
              </a:ext>
            </a:extLst>
          </p:cNvPr>
          <p:cNvSpPr txBox="1"/>
          <p:nvPr/>
        </p:nvSpPr>
        <p:spPr>
          <a:xfrm>
            <a:off x="4037385" y="-3288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3C26B0-F686-4704-A3C9-07794C744D85}"/>
              </a:ext>
            </a:extLst>
          </p:cNvPr>
          <p:cNvSpPr txBox="1"/>
          <p:nvPr/>
        </p:nvSpPr>
        <p:spPr>
          <a:xfrm>
            <a:off x="4890682" y="-3503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D608E3-D280-4E86-B0AB-3B20A3A39CDE}"/>
              </a:ext>
            </a:extLst>
          </p:cNvPr>
          <p:cNvSpPr txBox="1"/>
          <p:nvPr/>
        </p:nvSpPr>
        <p:spPr>
          <a:xfrm>
            <a:off x="5138557" y="211024"/>
            <a:ext cx="1089722" cy="646331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Elements </a:t>
            </a:r>
          </a:p>
          <a:p>
            <a:r>
              <a:rPr lang="en-US" i="1" dirty="0"/>
              <a:t>of mesh</a:t>
            </a:r>
            <a:endParaRPr lang="en-DE" i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4234E1-6566-4F91-B6C9-B8C5C96BD79E}"/>
              </a:ext>
            </a:extLst>
          </p:cNvPr>
          <p:cNvSpPr txBox="1"/>
          <p:nvPr/>
        </p:nvSpPr>
        <p:spPr>
          <a:xfrm>
            <a:off x="6232736" y="-2908629"/>
            <a:ext cx="2087623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JavaServiceInterface</a:t>
            </a:r>
            <a:endParaRPr lang="en-DE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B0384A-C606-4D04-81D5-69DA14AB8878}"/>
              </a:ext>
            </a:extLst>
          </p:cNvPr>
          <p:cNvSpPr txBox="1"/>
          <p:nvPr/>
        </p:nvSpPr>
        <p:spPr>
          <a:xfrm>
            <a:off x="6797618" y="639930"/>
            <a:ext cx="1429366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JavaStubStub</a:t>
            </a:r>
            <a:endParaRPr lang="en-DE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9DB8D0-7AAC-44EC-A607-2AE904A642CF}"/>
              </a:ext>
            </a:extLst>
          </p:cNvPr>
          <p:cNvSpPr txBox="1"/>
          <p:nvPr/>
        </p:nvSpPr>
        <p:spPr>
          <a:xfrm>
            <a:off x="6797618" y="220160"/>
            <a:ext cx="3681264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JavaSpringCloudStreamMeshElement</a:t>
            </a:r>
            <a:endParaRPr lang="en-DE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7355412-7250-4240-BC8E-553AD0B76E22}"/>
              </a:ext>
            </a:extLst>
          </p:cNvPr>
          <p:cNvCxnSpPr>
            <a:cxnSpLocks/>
            <a:stCxn id="180" idx="3"/>
            <a:endCxn id="79" idx="1"/>
          </p:cNvCxnSpPr>
          <p:nvPr/>
        </p:nvCxnSpPr>
        <p:spPr>
          <a:xfrm flipV="1">
            <a:off x="5953659" y="-2723963"/>
            <a:ext cx="279077" cy="10170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C33435FB-770E-47D4-854B-2661B92275FE}"/>
              </a:ext>
            </a:extLst>
          </p:cNvPr>
          <p:cNvCxnSpPr>
            <a:cxnSpLocks/>
            <a:stCxn id="78" idx="3"/>
            <a:endCxn id="80" idx="1"/>
          </p:cNvCxnSpPr>
          <p:nvPr/>
        </p:nvCxnSpPr>
        <p:spPr>
          <a:xfrm>
            <a:off x="6228280" y="534190"/>
            <a:ext cx="569339" cy="290407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0EC01461-F4A8-49A6-BE37-5815F76DBAFA}"/>
              </a:ext>
            </a:extLst>
          </p:cNvPr>
          <p:cNvCxnSpPr>
            <a:cxnSpLocks/>
            <a:stCxn id="78" idx="3"/>
            <a:endCxn id="81" idx="1"/>
          </p:cNvCxnSpPr>
          <p:nvPr/>
        </p:nvCxnSpPr>
        <p:spPr>
          <a:xfrm flipV="1">
            <a:off x="6228280" y="404827"/>
            <a:ext cx="569339" cy="12936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E6414F2-1471-4AE1-9842-45188108A32D}"/>
              </a:ext>
            </a:extLst>
          </p:cNvPr>
          <p:cNvSpPr txBox="1"/>
          <p:nvPr/>
        </p:nvSpPr>
        <p:spPr>
          <a:xfrm>
            <a:off x="5325801" y="2773729"/>
            <a:ext cx="3020827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JavaSpringCloudStreamStarter</a:t>
            </a:r>
            <a:endParaRPr lang="en-DE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58EC66-4BD3-44E0-B148-B1ECDB30337A}"/>
              </a:ext>
            </a:extLst>
          </p:cNvPr>
          <p:cNvSpPr txBox="1"/>
          <p:nvPr/>
        </p:nvSpPr>
        <p:spPr>
          <a:xfrm>
            <a:off x="5332448" y="4467260"/>
            <a:ext cx="984565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AppMvn</a:t>
            </a:r>
            <a:endParaRPr lang="en-DE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631E513-8B0A-4209-9150-9209B6D53E1E}"/>
              </a:ext>
            </a:extLst>
          </p:cNvPr>
          <p:cNvSpPr txBox="1"/>
          <p:nvPr/>
        </p:nvSpPr>
        <p:spPr>
          <a:xfrm>
            <a:off x="5325003" y="4893097"/>
            <a:ext cx="891078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AppAnt</a:t>
            </a:r>
            <a:endParaRPr lang="en-DE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3EBE77C-C31F-4F5B-B7D5-42FAEDE0F682}"/>
              </a:ext>
            </a:extLst>
          </p:cNvPr>
          <p:cNvSpPr txBox="1"/>
          <p:nvPr/>
        </p:nvSpPr>
        <p:spPr>
          <a:xfrm>
            <a:off x="6693939" y="4479718"/>
            <a:ext cx="6190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Mvn</a:t>
            </a:r>
            <a:endParaRPr lang="en-DE" b="1" dirty="0"/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00F9A698-B2A7-4E8A-A1D1-6843E786BB3D}"/>
              </a:ext>
            </a:extLst>
          </p:cNvPr>
          <p:cNvCxnSpPr>
            <a:cxnSpLocks/>
            <a:stCxn id="93" idx="3"/>
            <a:endCxn id="95" idx="1"/>
          </p:cNvCxnSpPr>
          <p:nvPr/>
        </p:nvCxnSpPr>
        <p:spPr>
          <a:xfrm>
            <a:off x="6317013" y="4651926"/>
            <a:ext cx="376927" cy="1245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EE4DE5E-E984-4021-B374-6D282656E026}"/>
              </a:ext>
            </a:extLst>
          </p:cNvPr>
          <p:cNvCxnSpPr>
            <a:cxnSpLocks/>
            <a:stCxn id="54" idx="2"/>
            <a:endCxn id="91" idx="1"/>
          </p:cNvCxnSpPr>
          <p:nvPr/>
        </p:nvCxnSpPr>
        <p:spPr>
          <a:xfrm rot="16200000" flipH="1">
            <a:off x="3536383" y="1168976"/>
            <a:ext cx="2821933" cy="756904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32C78063-82B4-4292-A22C-53D518144D0F}"/>
              </a:ext>
            </a:extLst>
          </p:cNvPr>
          <p:cNvCxnSpPr>
            <a:cxnSpLocks/>
            <a:stCxn id="54" idx="2"/>
            <a:endCxn id="131" idx="1"/>
          </p:cNvCxnSpPr>
          <p:nvPr/>
        </p:nvCxnSpPr>
        <p:spPr>
          <a:xfrm rot="16200000" flipH="1">
            <a:off x="3325399" y="1379959"/>
            <a:ext cx="3248604" cy="761611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9B47ED42-DE22-474A-B0FA-49B877A23B3F}"/>
              </a:ext>
            </a:extLst>
          </p:cNvPr>
          <p:cNvCxnSpPr>
            <a:cxnSpLocks/>
            <a:stCxn id="54" idx="2"/>
            <a:endCxn id="93" idx="1"/>
          </p:cNvCxnSpPr>
          <p:nvPr/>
        </p:nvCxnSpPr>
        <p:spPr>
          <a:xfrm rot="16200000" flipH="1">
            <a:off x="2692939" y="2012419"/>
            <a:ext cx="4515464" cy="763551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2DD6FF8C-97B4-498B-8B53-30876B1E7424}"/>
              </a:ext>
            </a:extLst>
          </p:cNvPr>
          <p:cNvCxnSpPr>
            <a:cxnSpLocks/>
            <a:stCxn id="54" idx="2"/>
            <a:endCxn id="94" idx="1"/>
          </p:cNvCxnSpPr>
          <p:nvPr/>
        </p:nvCxnSpPr>
        <p:spPr>
          <a:xfrm rot="16200000" flipH="1">
            <a:off x="2476300" y="2229059"/>
            <a:ext cx="4941301" cy="756107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peech Bubble: Rectangle 111">
            <a:extLst>
              <a:ext uri="{FF2B5EF4-FFF2-40B4-BE49-F238E27FC236}">
                <a16:creationId xmlns:a16="http://schemas.microsoft.com/office/drawing/2014/main" id="{4CA0B040-A9AA-470D-B8E5-290414496AEA}"/>
              </a:ext>
            </a:extLst>
          </p:cNvPr>
          <p:cNvSpPr/>
          <p:nvPr/>
        </p:nvSpPr>
        <p:spPr>
          <a:xfrm>
            <a:off x="6552389" y="4948349"/>
            <a:ext cx="914400" cy="341644"/>
          </a:xfrm>
          <a:prstGeom prst="wedgeRectCallout">
            <a:avLst>
              <a:gd name="adj1" fmla="val -78973"/>
              <a:gd name="adj2" fmla="val 6481"/>
            </a:avLst>
          </a:prstGeom>
          <a:solidFill>
            <a:srgbClr val="D76A6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CI</a:t>
            </a:r>
            <a:endParaRPr lang="en-DE" dirty="0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661C6F3E-A0C3-46B7-A1D1-16E7E2BBAEDB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rot="16200000" flipH="1">
            <a:off x="-3045721" y="210013"/>
            <a:ext cx="9868907" cy="853043"/>
          </a:xfrm>
          <a:prstGeom prst="bentConnector2">
            <a:avLst/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D9BC07FB-1692-468F-A4BE-86226AB73A1F}"/>
              </a:ext>
            </a:extLst>
          </p:cNvPr>
          <p:cNvCxnSpPr>
            <a:cxnSpLocks/>
            <a:stCxn id="2" idx="3"/>
            <a:endCxn id="45" idx="1"/>
          </p:cNvCxnSpPr>
          <p:nvPr/>
        </p:nvCxnSpPr>
        <p:spPr>
          <a:xfrm>
            <a:off x="2285161" y="-4482584"/>
            <a:ext cx="195191" cy="9521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Speech Bubble: Rectangle 121">
            <a:extLst>
              <a:ext uri="{FF2B5EF4-FFF2-40B4-BE49-F238E27FC236}">
                <a16:creationId xmlns:a16="http://schemas.microsoft.com/office/drawing/2014/main" id="{D388A64F-B1C9-45A2-B665-437732A3FDCF}"/>
              </a:ext>
            </a:extLst>
          </p:cNvPr>
          <p:cNvSpPr/>
          <p:nvPr/>
        </p:nvSpPr>
        <p:spPr>
          <a:xfrm>
            <a:off x="2093172" y="4504722"/>
            <a:ext cx="1985494" cy="605914"/>
          </a:xfrm>
          <a:prstGeom prst="wedgeRectCallout">
            <a:avLst>
              <a:gd name="adj1" fmla="val 331"/>
              <a:gd name="adj2" fmla="val 96716"/>
            </a:avLst>
          </a:prstGeom>
          <a:solidFill>
            <a:srgbClr val="D76A6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Entry point for install, tests</a:t>
            </a:r>
            <a:endParaRPr lang="en-DE" dirty="0"/>
          </a:p>
        </p:txBody>
      </p:sp>
      <p:sp>
        <p:nvSpPr>
          <p:cNvPr id="123" name="Speech Bubble: Rectangle 122">
            <a:extLst>
              <a:ext uri="{FF2B5EF4-FFF2-40B4-BE49-F238E27FC236}">
                <a16:creationId xmlns:a16="http://schemas.microsoft.com/office/drawing/2014/main" id="{DBA38B6B-FEF9-463B-9EB9-9B72B9848F22}"/>
              </a:ext>
            </a:extLst>
          </p:cNvPr>
          <p:cNvSpPr/>
          <p:nvPr/>
        </p:nvSpPr>
        <p:spPr>
          <a:xfrm>
            <a:off x="1777304" y="-3911338"/>
            <a:ext cx="1985494" cy="1073136"/>
          </a:xfrm>
          <a:prstGeom prst="wedgeRectCallout">
            <a:avLst>
              <a:gd name="adj1" fmla="val 12648"/>
              <a:gd name="adj2" fmla="val -83192"/>
            </a:avLst>
          </a:prstGeom>
          <a:solidFill>
            <a:srgbClr val="D76A63"/>
          </a:solidFill>
          <a:ln>
            <a:solidFill>
              <a:srgbClr val="D76A63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Entry points for app with/without dependencies only.</a:t>
            </a:r>
            <a:endParaRPr lang="en-DE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4CA9D97-237E-4105-BB35-97147B8499F3}"/>
              </a:ext>
            </a:extLst>
          </p:cNvPr>
          <p:cNvSpPr txBox="1"/>
          <p:nvPr/>
        </p:nvSpPr>
        <p:spPr>
          <a:xfrm>
            <a:off x="9356251" y="4961735"/>
            <a:ext cx="1889941" cy="224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Legend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VIL entry rule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VIL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VIL built-in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VTL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VTL built-in</a:t>
            </a:r>
          </a:p>
          <a:p>
            <a:pPr>
              <a:lnSpc>
                <a:spcPct val="114000"/>
              </a:lnSpc>
            </a:pPr>
            <a:r>
              <a:rPr lang="en-US" dirty="0"/>
              <a:t>       VTL command</a:t>
            </a:r>
            <a:endParaRPr lang="en-DE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104AC12-1B4E-47E6-80E2-A779D16AF7AD}"/>
              </a:ext>
            </a:extLst>
          </p:cNvPr>
          <p:cNvSpPr txBox="1"/>
          <p:nvPr/>
        </p:nvSpPr>
        <p:spPr>
          <a:xfrm>
            <a:off x="9454113" y="6577061"/>
            <a:ext cx="256802" cy="27699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i="1" dirty="0"/>
              <a:t>y</a:t>
            </a:r>
            <a:endParaRPr lang="en-DE" sz="1200" i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6D8CE14-275E-418A-BC16-C306F3764ACD}"/>
              </a:ext>
            </a:extLst>
          </p:cNvPr>
          <p:cNvSpPr txBox="1"/>
          <p:nvPr/>
        </p:nvSpPr>
        <p:spPr>
          <a:xfrm>
            <a:off x="9459507" y="6237373"/>
            <a:ext cx="253596" cy="27699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y</a:t>
            </a:r>
            <a:endParaRPr lang="en-DE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CAA7206-F3D6-4CBF-B8F5-7900669645C1}"/>
              </a:ext>
            </a:extLst>
          </p:cNvPr>
          <p:cNvSpPr txBox="1"/>
          <p:nvPr/>
        </p:nvSpPr>
        <p:spPr>
          <a:xfrm>
            <a:off x="9459334" y="5919174"/>
            <a:ext cx="256802" cy="276999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i="1" dirty="0"/>
              <a:t>y</a:t>
            </a:r>
            <a:endParaRPr lang="en-DE" sz="1200" b="1" i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48B58A-63EA-4F0B-BC4B-2FFAB54DC284}"/>
              </a:ext>
            </a:extLst>
          </p:cNvPr>
          <p:cNvSpPr txBox="1"/>
          <p:nvPr/>
        </p:nvSpPr>
        <p:spPr>
          <a:xfrm>
            <a:off x="9457490" y="5610830"/>
            <a:ext cx="256802" cy="276999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y</a:t>
            </a:r>
            <a:endParaRPr lang="en-DE" sz="12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BC726F8-9F2F-46FA-B474-B21C73AA8B51}"/>
              </a:ext>
            </a:extLst>
          </p:cNvPr>
          <p:cNvSpPr txBox="1"/>
          <p:nvPr/>
        </p:nvSpPr>
        <p:spPr>
          <a:xfrm>
            <a:off x="9456838" y="5302486"/>
            <a:ext cx="256802" cy="276999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y</a:t>
            </a:r>
            <a:endParaRPr lang="en-DE" sz="1200" b="1" dirty="0"/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5A09FF21-4C90-4708-8139-DF80470354A6}"/>
              </a:ext>
            </a:extLst>
          </p:cNvPr>
          <p:cNvCxnSpPr>
            <a:cxnSpLocks/>
            <a:stCxn id="54" idx="3"/>
            <a:endCxn id="78" idx="1"/>
          </p:cNvCxnSpPr>
          <p:nvPr/>
        </p:nvCxnSpPr>
        <p:spPr>
          <a:xfrm>
            <a:off x="4890683" y="-48204"/>
            <a:ext cx="247874" cy="58239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1CEB39C-D946-4D97-A51F-E10D52D8A76C}"/>
              </a:ext>
            </a:extLst>
          </p:cNvPr>
          <p:cNvSpPr txBox="1"/>
          <p:nvPr/>
        </p:nvSpPr>
        <p:spPr>
          <a:xfrm>
            <a:off x="4527106" y="-4662923"/>
            <a:ext cx="1377749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Record types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D24ED9C-8767-42AC-8516-20C4CBFD403C}"/>
              </a:ext>
            </a:extLst>
          </p:cNvPr>
          <p:cNvCxnSpPr>
            <a:cxnSpLocks/>
            <a:stCxn id="45" idx="3"/>
            <a:endCxn id="74" idx="1"/>
          </p:cNvCxnSpPr>
          <p:nvPr/>
        </p:nvCxnSpPr>
        <p:spPr>
          <a:xfrm flipV="1">
            <a:off x="3963835" y="-4478257"/>
            <a:ext cx="563271" cy="519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9F57994-6431-43A0-983A-69E51A4D5F26}"/>
              </a:ext>
            </a:extLst>
          </p:cNvPr>
          <p:cNvSpPr txBox="1"/>
          <p:nvPr/>
        </p:nvSpPr>
        <p:spPr>
          <a:xfrm>
            <a:off x="4226652" y="-47307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25531E-2686-4F24-BBE4-BEA42FB876CB}"/>
              </a:ext>
            </a:extLst>
          </p:cNvPr>
          <p:cNvSpPr txBox="1"/>
          <p:nvPr/>
        </p:nvSpPr>
        <p:spPr>
          <a:xfrm>
            <a:off x="6233763" y="-4662241"/>
            <a:ext cx="25687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JavaType</a:t>
            </a:r>
            <a:r>
              <a:rPr lang="en-US" dirty="0"/>
              <a:t> (interface, </a:t>
            </a:r>
            <a:r>
              <a:rPr lang="en-US" dirty="0" err="1"/>
              <a:t>impl</a:t>
            </a:r>
            <a:r>
              <a:rPr lang="en-US" dirty="0"/>
              <a:t>)</a:t>
            </a:r>
            <a:endParaRPr lang="en-DE" dirty="0"/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48EAC375-BB83-4E2E-BF26-54099DA294D6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>
            <a:off x="5904855" y="-4478257"/>
            <a:ext cx="328908" cy="682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01C7680-FDB1-4B94-850E-EA6D55A339C1}"/>
              </a:ext>
            </a:extLst>
          </p:cNvPr>
          <p:cNvSpPr txBox="1"/>
          <p:nvPr/>
        </p:nvSpPr>
        <p:spPr>
          <a:xfrm>
            <a:off x="6233763" y="-4231376"/>
            <a:ext cx="3385157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JavaJsonSerializer</a:t>
            </a:r>
            <a:r>
              <a:rPr lang="en-US" dirty="0"/>
              <a:t> (interface, </a:t>
            </a:r>
            <a:r>
              <a:rPr lang="en-US" dirty="0" err="1"/>
              <a:t>impl</a:t>
            </a:r>
            <a:r>
              <a:rPr lang="en-US" dirty="0"/>
              <a:t>)</a:t>
            </a:r>
            <a:endParaRPr lang="en-DE" dirty="0"/>
          </a:p>
        </p:txBody>
      </p:sp>
      <p:sp>
        <p:nvSpPr>
          <p:cNvPr id="97" name="Speech Bubble: Rectangle 96">
            <a:extLst>
              <a:ext uri="{FF2B5EF4-FFF2-40B4-BE49-F238E27FC236}">
                <a16:creationId xmlns:a16="http://schemas.microsoft.com/office/drawing/2014/main" id="{B16B777B-AE7D-4C2B-B104-11626D58947E}"/>
              </a:ext>
            </a:extLst>
          </p:cNvPr>
          <p:cNvSpPr/>
          <p:nvPr/>
        </p:nvSpPr>
        <p:spPr>
          <a:xfrm>
            <a:off x="10148452" y="-4449078"/>
            <a:ext cx="1985494" cy="629310"/>
          </a:xfrm>
          <a:prstGeom prst="wedgeRectCallout">
            <a:avLst>
              <a:gd name="adj1" fmla="val -69286"/>
              <a:gd name="adj2" fmla="val 10898"/>
            </a:avLst>
          </a:prstGeom>
          <a:solidFill>
            <a:srgbClr val="D76A63"/>
          </a:solidFill>
          <a:ln>
            <a:solidFill>
              <a:srgbClr val="D76A63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Transport JSON only for now</a:t>
            </a:r>
            <a:endParaRPr lang="en-DE" dirty="0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671F0AD-DE0C-4D18-BA00-E0AC7E6671D3}"/>
              </a:ext>
            </a:extLst>
          </p:cNvPr>
          <p:cNvCxnSpPr>
            <a:cxnSpLocks/>
            <a:stCxn id="74" idx="3"/>
            <a:endCxn id="90" idx="1"/>
          </p:cNvCxnSpPr>
          <p:nvPr/>
        </p:nvCxnSpPr>
        <p:spPr>
          <a:xfrm>
            <a:off x="5904855" y="-4478257"/>
            <a:ext cx="328908" cy="431547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peech Bubble: Rectangle 99">
            <a:extLst>
              <a:ext uri="{FF2B5EF4-FFF2-40B4-BE49-F238E27FC236}">
                <a16:creationId xmlns:a16="http://schemas.microsoft.com/office/drawing/2014/main" id="{9EA4D7BC-DFD5-477C-A900-BDDAC68AD048}"/>
              </a:ext>
            </a:extLst>
          </p:cNvPr>
          <p:cNvSpPr/>
          <p:nvPr/>
        </p:nvSpPr>
        <p:spPr>
          <a:xfrm>
            <a:off x="8682273" y="-3324917"/>
            <a:ext cx="1985494" cy="369332"/>
          </a:xfrm>
          <a:prstGeom prst="wedgeRectCallout">
            <a:avLst>
              <a:gd name="adj1" fmla="val -69286"/>
              <a:gd name="adj2" fmla="val 10898"/>
            </a:avLst>
          </a:prstGeom>
          <a:solidFill>
            <a:srgbClr val="D76A63"/>
          </a:solidFill>
          <a:ln>
            <a:solidFill>
              <a:srgbClr val="D76A63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 JSON</a:t>
            </a:r>
            <a:endParaRPr lang="en-DE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A9E203-1720-456E-AC2D-EF7101B5C809}"/>
              </a:ext>
            </a:extLst>
          </p:cNvPr>
          <p:cNvSpPr txBox="1"/>
          <p:nvPr/>
        </p:nvSpPr>
        <p:spPr>
          <a:xfrm>
            <a:off x="6249752" y="-2468756"/>
            <a:ext cx="2107949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JavaServiceBaseImpl</a:t>
            </a:r>
            <a:endParaRPr lang="en-DE" dirty="0"/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00C781CD-33B9-4B01-9723-F2E370460407}"/>
              </a:ext>
            </a:extLst>
          </p:cNvPr>
          <p:cNvCxnSpPr>
            <a:cxnSpLocks/>
            <a:stCxn id="180" idx="3"/>
            <a:endCxn id="101" idx="1"/>
          </p:cNvCxnSpPr>
          <p:nvPr/>
        </p:nvCxnSpPr>
        <p:spPr>
          <a:xfrm>
            <a:off x="5953659" y="-2713793"/>
            <a:ext cx="296093" cy="42970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BF962E2-B4A8-4B27-ACAD-49AB1548BA89}"/>
              </a:ext>
            </a:extLst>
          </p:cNvPr>
          <p:cNvSpPr txBox="1"/>
          <p:nvPr/>
        </p:nvSpPr>
        <p:spPr>
          <a:xfrm>
            <a:off x="6232736" y="-2025230"/>
            <a:ext cx="2363468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PythonServiceInterface</a:t>
            </a:r>
            <a:endParaRPr lang="en-DE" dirty="0"/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60C1579C-7362-44CE-99CA-2B60AA8EF1D3}"/>
              </a:ext>
            </a:extLst>
          </p:cNvPr>
          <p:cNvCxnSpPr>
            <a:cxnSpLocks/>
            <a:stCxn id="45" idx="3"/>
            <a:endCxn id="136" idx="1"/>
          </p:cNvCxnSpPr>
          <p:nvPr/>
        </p:nvCxnSpPr>
        <p:spPr>
          <a:xfrm>
            <a:off x="3963835" y="-4473063"/>
            <a:ext cx="1820566" cy="3077814"/>
          </a:xfrm>
          <a:prstGeom prst="bentConnector3">
            <a:avLst>
              <a:gd name="adj1" fmla="val 7775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3EA5026-572E-44D8-919F-DA377FFFAF52}"/>
              </a:ext>
            </a:extLst>
          </p:cNvPr>
          <p:cNvSpPr txBox="1"/>
          <p:nvPr/>
        </p:nvSpPr>
        <p:spPr>
          <a:xfrm>
            <a:off x="4912128" y="2481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706D50B-BD69-4F4D-A4A2-120039922D91}"/>
              </a:ext>
            </a:extLst>
          </p:cNvPr>
          <p:cNvSpPr txBox="1"/>
          <p:nvPr/>
        </p:nvSpPr>
        <p:spPr>
          <a:xfrm>
            <a:off x="5330508" y="3200400"/>
            <a:ext cx="2825069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JavaSpringCloudStreamYaml</a:t>
            </a:r>
            <a:endParaRPr lang="en-DE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CD20F1-43F4-41DB-8EF0-0C1DFB3696C2}"/>
              </a:ext>
            </a:extLst>
          </p:cNvPr>
          <p:cNvSpPr txBox="1"/>
          <p:nvPr/>
        </p:nvSpPr>
        <p:spPr>
          <a:xfrm>
            <a:off x="5332266" y="3633347"/>
            <a:ext cx="384009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JavaSpringCloudDeploymentDescriptor</a:t>
            </a:r>
            <a:endParaRPr lang="en-DE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2A758C6-5C64-47CA-B597-6F9974CA5426}"/>
              </a:ext>
            </a:extLst>
          </p:cNvPr>
          <p:cNvSpPr txBox="1"/>
          <p:nvPr/>
        </p:nvSpPr>
        <p:spPr>
          <a:xfrm>
            <a:off x="5332500" y="4049737"/>
            <a:ext cx="1700274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JavaLogBackXml</a:t>
            </a:r>
            <a:endParaRPr lang="en-DE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779C77-5FC6-4D80-942F-CF099D6DA356}"/>
              </a:ext>
            </a:extLst>
          </p:cNvPr>
          <p:cNvSpPr txBox="1"/>
          <p:nvPr/>
        </p:nvSpPr>
        <p:spPr>
          <a:xfrm>
            <a:off x="9734339" y="-234489"/>
            <a:ext cx="2990819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PythonMeshElementInterface</a:t>
            </a:r>
            <a:endParaRPr lang="en-DE" dirty="0"/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345A250D-1698-4328-A3A9-1F6E24E311AD}"/>
              </a:ext>
            </a:extLst>
          </p:cNvPr>
          <p:cNvCxnSpPr>
            <a:cxnSpLocks/>
            <a:stCxn id="55" idx="3"/>
            <a:endCxn id="134" idx="1"/>
          </p:cNvCxnSpPr>
          <p:nvPr/>
        </p:nvCxnSpPr>
        <p:spPr>
          <a:xfrm flipV="1">
            <a:off x="9277350" y="-49823"/>
            <a:ext cx="456988" cy="1567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CA45925-1BD1-40CA-B570-6E4EC1AB4C42}"/>
              </a:ext>
            </a:extLst>
          </p:cNvPr>
          <p:cNvSpPr txBox="1"/>
          <p:nvPr/>
        </p:nvSpPr>
        <p:spPr>
          <a:xfrm>
            <a:off x="5784401" y="-1579915"/>
            <a:ext cx="1743682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PythonAssembly</a:t>
            </a:r>
            <a:endParaRPr lang="en-DE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6DBA104-2FDE-4867-8619-A352283964C5}"/>
              </a:ext>
            </a:extLst>
          </p:cNvPr>
          <p:cNvSpPr txBox="1"/>
          <p:nvPr/>
        </p:nvSpPr>
        <p:spPr>
          <a:xfrm>
            <a:off x="5784401" y="-1150308"/>
            <a:ext cx="984565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AppMvn</a:t>
            </a:r>
            <a:endParaRPr lang="en-DE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6D7C616-6984-435D-BEC9-0D83B6DD33D8}"/>
              </a:ext>
            </a:extLst>
          </p:cNvPr>
          <p:cNvSpPr txBox="1"/>
          <p:nvPr/>
        </p:nvSpPr>
        <p:spPr>
          <a:xfrm>
            <a:off x="7145893" y="-1150550"/>
            <a:ext cx="6190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Mvn</a:t>
            </a:r>
            <a:endParaRPr lang="en-DE" b="1" dirty="0"/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9138385F-4BDE-446D-83CB-A3C8C74A6C52}"/>
              </a:ext>
            </a:extLst>
          </p:cNvPr>
          <p:cNvCxnSpPr>
            <a:cxnSpLocks/>
            <a:stCxn id="45" idx="3"/>
            <a:endCxn id="137" idx="1"/>
          </p:cNvCxnSpPr>
          <p:nvPr/>
        </p:nvCxnSpPr>
        <p:spPr>
          <a:xfrm>
            <a:off x="3963835" y="-4473063"/>
            <a:ext cx="1820566" cy="3507421"/>
          </a:xfrm>
          <a:prstGeom prst="bentConnector3">
            <a:avLst>
              <a:gd name="adj1" fmla="val 7775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2609E488-155A-48C9-B30F-F6CC258DF605}"/>
              </a:ext>
            </a:extLst>
          </p:cNvPr>
          <p:cNvCxnSpPr>
            <a:cxnSpLocks/>
            <a:stCxn id="137" idx="3"/>
            <a:endCxn id="138" idx="1"/>
          </p:cNvCxnSpPr>
          <p:nvPr/>
        </p:nvCxnSpPr>
        <p:spPr>
          <a:xfrm flipV="1">
            <a:off x="6768966" y="-965884"/>
            <a:ext cx="376927" cy="242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EACD3E3-509D-4AF4-8C24-7B314293FE31}"/>
              </a:ext>
            </a:extLst>
          </p:cNvPr>
          <p:cNvSpPr txBox="1"/>
          <p:nvPr/>
        </p:nvSpPr>
        <p:spPr>
          <a:xfrm>
            <a:off x="5804213" y="-727425"/>
            <a:ext cx="891078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AppAnt</a:t>
            </a:r>
            <a:endParaRPr lang="en-DE" dirty="0"/>
          </a:p>
        </p:txBody>
      </p:sp>
      <p:sp>
        <p:nvSpPr>
          <p:cNvPr id="145" name="Speech Bubble: Rectangle 144">
            <a:extLst>
              <a:ext uri="{FF2B5EF4-FFF2-40B4-BE49-F238E27FC236}">
                <a16:creationId xmlns:a16="http://schemas.microsoft.com/office/drawing/2014/main" id="{69EBE391-BC87-41B4-BF2B-66EDDA118DC9}"/>
              </a:ext>
            </a:extLst>
          </p:cNvPr>
          <p:cNvSpPr/>
          <p:nvPr/>
        </p:nvSpPr>
        <p:spPr>
          <a:xfrm>
            <a:off x="7031600" y="-672173"/>
            <a:ext cx="914400" cy="341644"/>
          </a:xfrm>
          <a:prstGeom prst="wedgeRectCallout">
            <a:avLst>
              <a:gd name="adj1" fmla="val -78973"/>
              <a:gd name="adj2" fmla="val 6481"/>
            </a:avLst>
          </a:prstGeom>
          <a:solidFill>
            <a:srgbClr val="D76A63"/>
          </a:solidFill>
          <a:ln>
            <a:solidFill>
              <a:srgbClr val="D76A63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CI</a:t>
            </a:r>
            <a:endParaRPr lang="en-DE" dirty="0"/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0E89F6BB-3676-49A9-A032-F39D1096EEC7}"/>
              </a:ext>
            </a:extLst>
          </p:cNvPr>
          <p:cNvCxnSpPr>
            <a:cxnSpLocks/>
            <a:stCxn id="45" idx="3"/>
            <a:endCxn id="144" idx="1"/>
          </p:cNvCxnSpPr>
          <p:nvPr/>
        </p:nvCxnSpPr>
        <p:spPr>
          <a:xfrm>
            <a:off x="3963835" y="-4473063"/>
            <a:ext cx="1840378" cy="3930304"/>
          </a:xfrm>
          <a:prstGeom prst="bentConnector3">
            <a:avLst>
              <a:gd name="adj1" fmla="val 7789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999D5362-422A-410A-93C6-F43FF76905C9}"/>
              </a:ext>
            </a:extLst>
          </p:cNvPr>
          <p:cNvSpPr txBox="1"/>
          <p:nvPr/>
        </p:nvSpPr>
        <p:spPr>
          <a:xfrm>
            <a:off x="6797057" y="1061268"/>
            <a:ext cx="1449820" cy="369332"/>
          </a:xfrm>
          <a:prstGeom prst="rect">
            <a:avLst/>
          </a:prstGeom>
          <a:solidFill>
            <a:srgbClr val="9CC5D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KodexActions</a:t>
            </a:r>
            <a:endParaRPr lang="en-DE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46B3E3D-2E81-44AA-BFA0-9B660A100C5E}"/>
              </a:ext>
            </a:extLst>
          </p:cNvPr>
          <p:cNvSpPr txBox="1"/>
          <p:nvPr/>
        </p:nvSpPr>
        <p:spPr>
          <a:xfrm>
            <a:off x="6793782" y="1479324"/>
            <a:ext cx="1063496" cy="369332"/>
          </a:xfrm>
          <a:prstGeom prst="rect">
            <a:avLst/>
          </a:prstGeom>
          <a:solidFill>
            <a:srgbClr val="9CC5D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KodexApi</a:t>
            </a:r>
            <a:endParaRPr lang="en-DE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07771AD-2AF0-4340-B3D3-2AEC28B4E47C}"/>
              </a:ext>
            </a:extLst>
          </p:cNvPr>
          <p:cNvSpPr txBox="1"/>
          <p:nvPr/>
        </p:nvSpPr>
        <p:spPr>
          <a:xfrm>
            <a:off x="6793612" y="1895714"/>
            <a:ext cx="1191608" cy="369332"/>
          </a:xfrm>
          <a:prstGeom prst="rect">
            <a:avLst/>
          </a:prstGeom>
          <a:solidFill>
            <a:srgbClr val="9CC5D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KodexData</a:t>
            </a:r>
            <a:endParaRPr lang="en-DE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3427489-7820-4D88-BF91-50F2A3C8424B}"/>
              </a:ext>
            </a:extLst>
          </p:cNvPr>
          <p:cNvSpPr txBox="1"/>
          <p:nvPr/>
        </p:nvSpPr>
        <p:spPr>
          <a:xfrm>
            <a:off x="6792443" y="2309789"/>
            <a:ext cx="2431178" cy="369332"/>
          </a:xfrm>
          <a:prstGeom prst="rect">
            <a:avLst/>
          </a:prstGeom>
          <a:solidFill>
            <a:srgbClr val="9CC5D1"/>
          </a:solidFill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KodexArtifactsAssembly</a:t>
            </a:r>
            <a:endParaRPr lang="en-DE" dirty="0"/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8141FA24-B644-46CB-9EFF-F56DD54D8520}"/>
              </a:ext>
            </a:extLst>
          </p:cNvPr>
          <p:cNvCxnSpPr>
            <a:cxnSpLocks/>
            <a:stCxn id="54" idx="2"/>
            <a:endCxn id="132" idx="1"/>
          </p:cNvCxnSpPr>
          <p:nvPr/>
        </p:nvCxnSpPr>
        <p:spPr>
          <a:xfrm rot="16200000" flipH="1">
            <a:off x="3109807" y="1595552"/>
            <a:ext cx="3681551" cy="763370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3EFB2D7B-347A-4A16-A04F-4605910AB8C7}"/>
              </a:ext>
            </a:extLst>
          </p:cNvPr>
          <p:cNvCxnSpPr>
            <a:cxnSpLocks/>
            <a:stCxn id="54" idx="2"/>
            <a:endCxn id="133" idx="1"/>
          </p:cNvCxnSpPr>
          <p:nvPr/>
        </p:nvCxnSpPr>
        <p:spPr>
          <a:xfrm rot="16200000" flipH="1">
            <a:off x="2901729" y="1803630"/>
            <a:ext cx="4097941" cy="763604"/>
          </a:xfrm>
          <a:prstGeom prst="bentConnector2">
            <a:avLst/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09279E00-1F99-40B8-A1E2-B43E1E071798}"/>
              </a:ext>
            </a:extLst>
          </p:cNvPr>
          <p:cNvCxnSpPr>
            <a:cxnSpLocks/>
            <a:stCxn id="78" idx="3"/>
            <a:endCxn id="156" idx="1"/>
          </p:cNvCxnSpPr>
          <p:nvPr/>
        </p:nvCxnSpPr>
        <p:spPr>
          <a:xfrm>
            <a:off x="6228279" y="534190"/>
            <a:ext cx="568778" cy="71174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E22B7454-8458-4FC3-BA26-A75CD60BBE96}"/>
              </a:ext>
            </a:extLst>
          </p:cNvPr>
          <p:cNvCxnSpPr>
            <a:cxnSpLocks/>
            <a:stCxn id="78" idx="3"/>
            <a:endCxn id="157" idx="1"/>
          </p:cNvCxnSpPr>
          <p:nvPr/>
        </p:nvCxnSpPr>
        <p:spPr>
          <a:xfrm>
            <a:off x="6228280" y="534190"/>
            <a:ext cx="565503" cy="112980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4F0C9674-C025-482C-9F31-0174A93142AA}"/>
              </a:ext>
            </a:extLst>
          </p:cNvPr>
          <p:cNvCxnSpPr>
            <a:cxnSpLocks/>
            <a:stCxn id="78" idx="3"/>
            <a:endCxn id="158" idx="1"/>
          </p:cNvCxnSpPr>
          <p:nvPr/>
        </p:nvCxnSpPr>
        <p:spPr>
          <a:xfrm>
            <a:off x="6228280" y="534190"/>
            <a:ext cx="565333" cy="154619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BBE04D11-5C68-447D-9584-5E879D40A78B}"/>
              </a:ext>
            </a:extLst>
          </p:cNvPr>
          <p:cNvCxnSpPr>
            <a:cxnSpLocks/>
            <a:stCxn id="78" idx="3"/>
            <a:endCxn id="159" idx="1"/>
          </p:cNvCxnSpPr>
          <p:nvPr/>
        </p:nvCxnSpPr>
        <p:spPr>
          <a:xfrm>
            <a:off x="6228279" y="534189"/>
            <a:ext cx="564164" cy="196026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2720013-91CC-437A-AB3A-DE826E345FC3}"/>
              </a:ext>
            </a:extLst>
          </p:cNvPr>
          <p:cNvSpPr txBox="1"/>
          <p:nvPr/>
        </p:nvSpPr>
        <p:spPr>
          <a:xfrm>
            <a:off x="4561290" y="-2898459"/>
            <a:ext cx="1392369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Service types</a:t>
            </a:r>
          </a:p>
        </p:txBody>
      </p: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43BD83A5-1A5C-4EFD-A6BC-3ABA1D8B6BF5}"/>
              </a:ext>
            </a:extLst>
          </p:cNvPr>
          <p:cNvCxnSpPr>
            <a:cxnSpLocks/>
            <a:stCxn id="45" idx="3"/>
            <a:endCxn id="180" idx="1"/>
          </p:cNvCxnSpPr>
          <p:nvPr/>
        </p:nvCxnSpPr>
        <p:spPr>
          <a:xfrm>
            <a:off x="3963835" y="-4473063"/>
            <a:ext cx="597455" cy="1759270"/>
          </a:xfrm>
          <a:prstGeom prst="bentConnector3">
            <a:avLst>
              <a:gd name="adj1" fmla="val 25621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BC365095-DDC2-43D1-A3BA-A3F4D8D808FC}"/>
              </a:ext>
            </a:extLst>
          </p:cNvPr>
          <p:cNvCxnSpPr>
            <a:cxnSpLocks/>
            <a:stCxn id="180" idx="3"/>
            <a:endCxn id="106" idx="1"/>
          </p:cNvCxnSpPr>
          <p:nvPr/>
        </p:nvCxnSpPr>
        <p:spPr>
          <a:xfrm>
            <a:off x="5953659" y="-2713793"/>
            <a:ext cx="279077" cy="873229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F2ADE546-8D34-4FE6-B8E3-490ECF84F602}"/>
              </a:ext>
            </a:extLst>
          </p:cNvPr>
          <p:cNvSpPr txBox="1"/>
          <p:nvPr/>
        </p:nvSpPr>
        <p:spPr>
          <a:xfrm>
            <a:off x="4279361" y="-29998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67C425A-0C93-4EC6-8E1B-6322B18D135E}"/>
              </a:ext>
            </a:extLst>
          </p:cNvPr>
          <p:cNvSpPr txBox="1"/>
          <p:nvPr/>
        </p:nvSpPr>
        <p:spPr>
          <a:xfrm>
            <a:off x="9734337" y="-1068078"/>
            <a:ext cx="2714974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JavaMeshElementInterface</a:t>
            </a:r>
            <a:endParaRPr lang="en-DE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F7FB70-FBC6-4F4F-BF07-01FB374EE48C}"/>
              </a:ext>
            </a:extLst>
          </p:cNvPr>
          <p:cNvSpPr txBox="1"/>
          <p:nvPr/>
        </p:nvSpPr>
        <p:spPr>
          <a:xfrm>
            <a:off x="9734337" y="-656088"/>
            <a:ext cx="2304092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JavaMeshElementStub</a:t>
            </a:r>
            <a:endParaRPr lang="en-DE" dirty="0"/>
          </a:p>
        </p:txBody>
      </p:sp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E21FD782-E07A-45FF-B7A9-9DC193E5DB2F}"/>
              </a:ext>
            </a:extLst>
          </p:cNvPr>
          <p:cNvCxnSpPr>
            <a:cxnSpLocks/>
            <a:stCxn id="55" idx="3"/>
            <a:endCxn id="198" idx="1"/>
          </p:cNvCxnSpPr>
          <p:nvPr/>
        </p:nvCxnSpPr>
        <p:spPr>
          <a:xfrm flipV="1">
            <a:off x="9277351" y="-471422"/>
            <a:ext cx="456986" cy="42316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3D370A5B-6471-443C-BCA3-604AB15C53AA}"/>
              </a:ext>
            </a:extLst>
          </p:cNvPr>
          <p:cNvCxnSpPr>
            <a:cxnSpLocks/>
            <a:stCxn id="55" idx="3"/>
            <a:endCxn id="197" idx="1"/>
          </p:cNvCxnSpPr>
          <p:nvPr/>
        </p:nvCxnSpPr>
        <p:spPr>
          <a:xfrm flipV="1">
            <a:off x="9277351" y="-883412"/>
            <a:ext cx="456986" cy="835156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F11B148-9812-4A4E-B785-1041F5B055F7}"/>
              </a:ext>
            </a:extLst>
          </p:cNvPr>
          <p:cNvSpPr txBox="1"/>
          <p:nvPr/>
        </p:nvSpPr>
        <p:spPr>
          <a:xfrm>
            <a:off x="9174429" y="811644"/>
            <a:ext cx="1555362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JavaConnector</a:t>
            </a:r>
            <a:endParaRPr lang="en-DE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FAF8CBA-C0C4-487B-8925-0901D67F9CFB}"/>
              </a:ext>
            </a:extLst>
          </p:cNvPr>
          <p:cNvSpPr txBox="1"/>
          <p:nvPr/>
        </p:nvSpPr>
        <p:spPr>
          <a:xfrm>
            <a:off x="9192755" y="1256597"/>
            <a:ext cx="2407775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JavaConnectorSerializer</a:t>
            </a:r>
            <a:endParaRPr lang="en-DE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C60773B-9B7B-4454-9547-25E9E0589FDE}"/>
              </a:ext>
            </a:extLst>
          </p:cNvPr>
          <p:cNvSpPr txBox="1"/>
          <p:nvPr/>
        </p:nvSpPr>
        <p:spPr>
          <a:xfrm>
            <a:off x="9489171" y="1732001"/>
            <a:ext cx="2133341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DataOperationBasics</a:t>
            </a:r>
            <a:endParaRPr lang="en-DE" dirty="0"/>
          </a:p>
        </p:txBody>
      </p: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47B465A3-9F61-4BC4-A9C2-403CFEABD016}"/>
              </a:ext>
            </a:extLst>
          </p:cNvPr>
          <p:cNvCxnSpPr>
            <a:cxnSpLocks/>
            <a:stCxn id="81" idx="3"/>
            <a:endCxn id="111" idx="1"/>
          </p:cNvCxnSpPr>
          <p:nvPr/>
        </p:nvCxnSpPr>
        <p:spPr>
          <a:xfrm flipH="1">
            <a:off x="9174430" y="404826"/>
            <a:ext cx="1304453" cy="591484"/>
          </a:xfrm>
          <a:prstGeom prst="bentConnector5">
            <a:avLst>
              <a:gd name="adj1" fmla="val -17525"/>
              <a:gd name="adj2" fmla="val 50000"/>
              <a:gd name="adj3" fmla="val 117525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DD9A7B3B-6ED3-49F1-8EFA-911C6F1992FE}"/>
              </a:ext>
            </a:extLst>
          </p:cNvPr>
          <p:cNvCxnSpPr>
            <a:cxnSpLocks/>
            <a:stCxn id="81" idx="3"/>
            <a:endCxn id="114" idx="1"/>
          </p:cNvCxnSpPr>
          <p:nvPr/>
        </p:nvCxnSpPr>
        <p:spPr>
          <a:xfrm flipH="1">
            <a:off x="9192754" y="404827"/>
            <a:ext cx="1286128" cy="1036437"/>
          </a:xfrm>
          <a:prstGeom prst="bentConnector5">
            <a:avLst>
              <a:gd name="adj1" fmla="val -17774"/>
              <a:gd name="adj2" fmla="val 28556"/>
              <a:gd name="adj3" fmla="val 120243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37D2BD01-517D-439A-B515-5D3BD84A73DA}"/>
              </a:ext>
            </a:extLst>
          </p:cNvPr>
          <p:cNvCxnSpPr>
            <a:cxnSpLocks/>
            <a:stCxn id="114" idx="3"/>
            <a:endCxn id="115" idx="3"/>
          </p:cNvCxnSpPr>
          <p:nvPr/>
        </p:nvCxnSpPr>
        <p:spPr>
          <a:xfrm>
            <a:off x="11600529" y="1441263"/>
            <a:ext cx="21982" cy="475404"/>
          </a:xfrm>
          <a:prstGeom prst="bentConnector3">
            <a:avLst>
              <a:gd name="adj1" fmla="val 1139942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B56C03C6-62C2-4107-83E0-2D9780106F2C}"/>
              </a:ext>
            </a:extLst>
          </p:cNvPr>
          <p:cNvCxnSpPr>
            <a:cxnSpLocks/>
            <a:stCxn id="111" idx="3"/>
            <a:endCxn id="115" idx="3"/>
          </p:cNvCxnSpPr>
          <p:nvPr/>
        </p:nvCxnSpPr>
        <p:spPr>
          <a:xfrm>
            <a:off x="10729791" y="996311"/>
            <a:ext cx="892720" cy="920357"/>
          </a:xfrm>
          <a:prstGeom prst="bentConnector3">
            <a:avLst>
              <a:gd name="adj1" fmla="val 125607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CAD379B-26E5-405F-8CDA-D5A3DC148D0A}"/>
              </a:ext>
            </a:extLst>
          </p:cNvPr>
          <p:cNvSpPr txBox="1"/>
          <p:nvPr/>
        </p:nvSpPr>
        <p:spPr>
          <a:xfrm>
            <a:off x="4450145" y="7858789"/>
            <a:ext cx="2283126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Broker (AMPQ, MQTT)</a:t>
            </a:r>
            <a:endParaRPr lang="en-DE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B940B78-349A-4ED4-B5A5-BF8C2331A059}"/>
              </a:ext>
            </a:extLst>
          </p:cNvPr>
          <p:cNvSpPr txBox="1"/>
          <p:nvPr/>
        </p:nvSpPr>
        <p:spPr>
          <a:xfrm>
            <a:off x="4464854" y="9212857"/>
            <a:ext cx="818429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docker</a:t>
            </a:r>
            <a:endParaRPr lang="en-DE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AE216D6-5FDF-4AED-B69B-1DEBCEE4B360}"/>
              </a:ext>
            </a:extLst>
          </p:cNvPr>
          <p:cNvSpPr txBox="1"/>
          <p:nvPr/>
        </p:nvSpPr>
        <p:spPr>
          <a:xfrm>
            <a:off x="4450548" y="9980400"/>
            <a:ext cx="1697068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Management Ui</a:t>
            </a:r>
            <a:endParaRPr lang="en-DE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13BAEB6-B6F1-4651-A888-A7A8E817A4A0}"/>
              </a:ext>
            </a:extLst>
          </p:cNvPr>
          <p:cNvSpPr txBox="1"/>
          <p:nvPr/>
        </p:nvSpPr>
        <p:spPr>
          <a:xfrm>
            <a:off x="6967287" y="8733320"/>
            <a:ext cx="60305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Mvn</a:t>
            </a:r>
            <a:endParaRPr lang="en-DE" i="1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7B00DEE-48E0-4502-A01D-0B6A574BBAFD}"/>
              </a:ext>
            </a:extLst>
          </p:cNvPr>
          <p:cNvSpPr txBox="1"/>
          <p:nvPr/>
        </p:nvSpPr>
        <p:spPr>
          <a:xfrm>
            <a:off x="6967287" y="8316930"/>
            <a:ext cx="2229072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OsScripts</a:t>
            </a:r>
            <a:r>
              <a:rPr lang="en-US" dirty="0"/>
              <a:t> (Win, Linux)</a:t>
            </a:r>
            <a:endParaRPr lang="en-DE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CEAD219-C0F3-484E-8BD6-F4719B654911}"/>
              </a:ext>
            </a:extLst>
          </p:cNvPr>
          <p:cNvSpPr txBox="1"/>
          <p:nvPr/>
        </p:nvSpPr>
        <p:spPr>
          <a:xfrm>
            <a:off x="6960719" y="7893646"/>
            <a:ext cx="612668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Conf</a:t>
            </a:r>
            <a:endParaRPr lang="en-DE" i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166D7B4-CDA3-4D83-8B56-D8AB091A53B0}"/>
              </a:ext>
            </a:extLst>
          </p:cNvPr>
          <p:cNvSpPr txBox="1"/>
          <p:nvPr/>
        </p:nvSpPr>
        <p:spPr>
          <a:xfrm>
            <a:off x="7739759" y="8732235"/>
            <a:ext cx="6190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Mvn</a:t>
            </a:r>
            <a:endParaRPr lang="en-DE" b="1" dirty="0"/>
          </a:p>
        </p:txBody>
      </p: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1F80F5E8-8C9D-4B23-9FA6-CC27F4A828F3}"/>
              </a:ext>
            </a:extLst>
          </p:cNvPr>
          <p:cNvCxnSpPr>
            <a:cxnSpLocks/>
            <a:stCxn id="149" idx="3"/>
            <a:endCxn id="152" idx="1"/>
          </p:cNvCxnSpPr>
          <p:nvPr/>
        </p:nvCxnSpPr>
        <p:spPr>
          <a:xfrm flipV="1">
            <a:off x="7570337" y="8916901"/>
            <a:ext cx="169422" cy="1085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6510F4F0-2AD5-4062-BE67-E1A78757D954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6733271" y="8049228"/>
            <a:ext cx="227448" cy="29084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C0D80BF1-F654-4F9E-8913-04E8ABDA96BB}"/>
              </a:ext>
            </a:extLst>
          </p:cNvPr>
          <p:cNvCxnSpPr>
            <a:cxnSpLocks/>
            <a:stCxn id="121" idx="3"/>
            <a:endCxn id="150" idx="1"/>
          </p:cNvCxnSpPr>
          <p:nvPr/>
        </p:nvCxnSpPr>
        <p:spPr>
          <a:xfrm>
            <a:off x="6733271" y="8043455"/>
            <a:ext cx="234016" cy="45814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CCF94F7D-F943-4804-951D-B2DA4B7B8C6B}"/>
              </a:ext>
            </a:extLst>
          </p:cNvPr>
          <p:cNvCxnSpPr>
            <a:cxnSpLocks/>
            <a:endCxn id="149" idx="1"/>
          </p:cNvCxnSpPr>
          <p:nvPr/>
        </p:nvCxnSpPr>
        <p:spPr>
          <a:xfrm>
            <a:off x="6733271" y="8049228"/>
            <a:ext cx="234016" cy="86875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55BEDCFF-23B4-4D2F-94A1-4B3A61A8069F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142356" y="5570989"/>
            <a:ext cx="333944" cy="52848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C54BFE02-1D75-40C5-9706-686D39F6700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142356" y="5570989"/>
            <a:ext cx="333944" cy="1064342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038FF203-637C-414F-BB2B-5E7DE55CBA55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4142357" y="5570989"/>
            <a:ext cx="333942" cy="1959430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979CCBE5-F86E-4E22-A73B-83E4EA0D4E67}"/>
              </a:ext>
            </a:extLst>
          </p:cNvPr>
          <p:cNvCxnSpPr>
            <a:cxnSpLocks/>
            <a:stCxn id="3" idx="3"/>
            <a:endCxn id="121" idx="1"/>
          </p:cNvCxnSpPr>
          <p:nvPr/>
        </p:nvCxnSpPr>
        <p:spPr>
          <a:xfrm>
            <a:off x="4142357" y="5570989"/>
            <a:ext cx="307788" cy="24724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D23BA5E4-4CD2-4E6D-9C36-0022ADD1293A}"/>
              </a:ext>
            </a:extLst>
          </p:cNvPr>
          <p:cNvCxnSpPr>
            <a:cxnSpLocks/>
            <a:stCxn id="3" idx="3"/>
            <a:endCxn id="143" idx="1"/>
          </p:cNvCxnSpPr>
          <p:nvPr/>
        </p:nvCxnSpPr>
        <p:spPr>
          <a:xfrm>
            <a:off x="4142357" y="5570989"/>
            <a:ext cx="322497" cy="3826534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49ECD3A8-EE87-4E7B-B62C-0E48E25ADE5E}"/>
              </a:ext>
            </a:extLst>
          </p:cNvPr>
          <p:cNvCxnSpPr>
            <a:cxnSpLocks/>
            <a:stCxn id="3" idx="3"/>
            <a:endCxn id="147" idx="1"/>
          </p:cNvCxnSpPr>
          <p:nvPr/>
        </p:nvCxnSpPr>
        <p:spPr>
          <a:xfrm>
            <a:off x="4142357" y="5570989"/>
            <a:ext cx="308191" cy="4594077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4A4CD5D2-B937-44E5-BFC8-F64E9151CB2F}"/>
              </a:ext>
            </a:extLst>
          </p:cNvPr>
          <p:cNvSpPr txBox="1"/>
          <p:nvPr/>
        </p:nvSpPr>
        <p:spPr>
          <a:xfrm>
            <a:off x="2275160" y="7853816"/>
            <a:ext cx="1633781" cy="369332"/>
          </a:xfrm>
          <a:prstGeom prst="rect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generateBroker</a:t>
            </a:r>
            <a:endParaRPr lang="en-DE" dirty="0"/>
          </a:p>
        </p:txBody>
      </p: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3AA87ADC-22D6-4F72-A58B-63E6B18F57BB}"/>
              </a:ext>
            </a:extLst>
          </p:cNvPr>
          <p:cNvCxnSpPr>
            <a:cxnSpLocks/>
            <a:stCxn id="171" idx="3"/>
            <a:endCxn id="121" idx="1"/>
          </p:cNvCxnSpPr>
          <p:nvPr/>
        </p:nvCxnSpPr>
        <p:spPr>
          <a:xfrm>
            <a:off x="3908941" y="8038482"/>
            <a:ext cx="541204" cy="4973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1E57B7B1-6F1D-403F-9C37-8621483CBBB4}"/>
              </a:ext>
            </a:extLst>
          </p:cNvPr>
          <p:cNvCxnSpPr>
            <a:cxnSpLocks/>
            <a:stCxn id="2" idx="2"/>
            <a:endCxn id="171" idx="1"/>
          </p:cNvCxnSpPr>
          <p:nvPr/>
        </p:nvCxnSpPr>
        <p:spPr>
          <a:xfrm rot="16200000" flipH="1">
            <a:off x="-4299515" y="1463807"/>
            <a:ext cx="12336400" cy="812949"/>
          </a:xfrm>
          <a:prstGeom prst="bentConnector2">
            <a:avLst/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47200D91-C480-454C-BEC4-D7B3F3A010A0}"/>
              </a:ext>
            </a:extLst>
          </p:cNvPr>
          <p:cNvSpPr txBox="1"/>
          <p:nvPr/>
        </p:nvSpPr>
        <p:spPr>
          <a:xfrm>
            <a:off x="6945976" y="9213218"/>
            <a:ext cx="1131015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Dockerfile</a:t>
            </a:r>
            <a:endParaRPr lang="en-DE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8D06FC1-3862-4B43-BBDD-1683CFB778CB}"/>
              </a:ext>
            </a:extLst>
          </p:cNvPr>
          <p:cNvSpPr txBox="1"/>
          <p:nvPr/>
        </p:nvSpPr>
        <p:spPr>
          <a:xfrm>
            <a:off x="6928853" y="9535900"/>
            <a:ext cx="1542730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WrapperScript</a:t>
            </a:r>
            <a:endParaRPr lang="en-DE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25F17BA-0AD1-41FD-A9F2-5F6CD50FED3E}"/>
              </a:ext>
            </a:extLst>
          </p:cNvPr>
          <p:cNvSpPr txBox="1"/>
          <p:nvPr/>
        </p:nvSpPr>
        <p:spPr>
          <a:xfrm>
            <a:off x="6928853" y="9975207"/>
            <a:ext cx="1590756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UiAgularConfig</a:t>
            </a:r>
            <a:endParaRPr lang="en-DE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968BEC8-E46C-44DB-877D-20269135C57F}"/>
              </a:ext>
            </a:extLst>
          </p:cNvPr>
          <p:cNvSpPr txBox="1"/>
          <p:nvPr/>
        </p:nvSpPr>
        <p:spPr>
          <a:xfrm>
            <a:off x="6909803" y="10419707"/>
            <a:ext cx="1412759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UiAgularPom</a:t>
            </a:r>
            <a:endParaRPr lang="en-DE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A5C1613-1479-4215-83A2-37430975D4B1}"/>
              </a:ext>
            </a:extLst>
          </p:cNvPr>
          <p:cNvSpPr txBox="1"/>
          <p:nvPr/>
        </p:nvSpPr>
        <p:spPr>
          <a:xfrm>
            <a:off x="8553275" y="10414514"/>
            <a:ext cx="619080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Mvn</a:t>
            </a:r>
            <a:endParaRPr lang="en-DE" b="1" dirty="0"/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35A6532F-8134-449B-BBED-9737EDB0E0E7}"/>
              </a:ext>
            </a:extLst>
          </p:cNvPr>
          <p:cNvCxnSpPr>
            <a:cxnSpLocks/>
            <a:stCxn id="179" idx="3"/>
            <a:endCxn id="181" idx="1"/>
          </p:cNvCxnSpPr>
          <p:nvPr/>
        </p:nvCxnSpPr>
        <p:spPr>
          <a:xfrm flipV="1">
            <a:off x="8322562" y="10599180"/>
            <a:ext cx="230713" cy="519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9DC455CE-9665-43FE-8B13-8CA4CAC169D0}"/>
              </a:ext>
            </a:extLst>
          </p:cNvPr>
          <p:cNvCxnSpPr>
            <a:cxnSpLocks/>
            <a:stCxn id="143" idx="3"/>
            <a:endCxn id="175" idx="1"/>
          </p:cNvCxnSpPr>
          <p:nvPr/>
        </p:nvCxnSpPr>
        <p:spPr>
          <a:xfrm>
            <a:off x="5283283" y="9397523"/>
            <a:ext cx="1662693" cy="361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3ED9A9C0-F00E-4B33-8E9B-07ADAA862BE5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5283283" y="9397523"/>
            <a:ext cx="1645570" cy="439668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1A06C89D-39C9-48D6-AC6F-31B6DA920D19}"/>
              </a:ext>
            </a:extLst>
          </p:cNvPr>
          <p:cNvCxnSpPr>
            <a:cxnSpLocks/>
            <a:stCxn id="147" idx="3"/>
            <a:endCxn id="178" idx="1"/>
          </p:cNvCxnSpPr>
          <p:nvPr/>
        </p:nvCxnSpPr>
        <p:spPr>
          <a:xfrm flipV="1">
            <a:off x="6147616" y="10159873"/>
            <a:ext cx="781237" cy="5193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0ADE7563-3CA5-4EA9-B995-D9BA9537D2E1}"/>
              </a:ext>
            </a:extLst>
          </p:cNvPr>
          <p:cNvCxnSpPr>
            <a:cxnSpLocks/>
            <a:stCxn id="147" idx="3"/>
            <a:endCxn id="179" idx="1"/>
          </p:cNvCxnSpPr>
          <p:nvPr/>
        </p:nvCxnSpPr>
        <p:spPr>
          <a:xfrm>
            <a:off x="6147616" y="10165066"/>
            <a:ext cx="762187" cy="439307"/>
          </a:xfrm>
          <a:prstGeom prst="bentConnector3">
            <a:avLst>
              <a:gd name="adj1" fmla="val 50000"/>
            </a:avLst>
          </a:prstGeom>
          <a:ln>
            <a:solidFill>
              <a:srgbClr val="D76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9387F4F9-B361-42DD-AEBE-1C0E8E9AAB30}"/>
              </a:ext>
            </a:extLst>
          </p:cNvPr>
          <p:cNvSpPr txBox="1"/>
          <p:nvPr/>
        </p:nvSpPr>
        <p:spPr>
          <a:xfrm>
            <a:off x="4481261" y="6909489"/>
            <a:ext cx="1225977" cy="369332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monitoring</a:t>
            </a:r>
            <a:endParaRPr lang="en-DE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F3D9729-CCDC-49E0-A4E5-8C97CE9B8E41}"/>
              </a:ext>
            </a:extLst>
          </p:cNvPr>
          <p:cNvSpPr txBox="1"/>
          <p:nvPr/>
        </p:nvSpPr>
        <p:spPr>
          <a:xfrm>
            <a:off x="5693171" y="6858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DE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26CAF88-E455-FD98-0D1C-64A7C51A693C}"/>
              </a:ext>
            </a:extLst>
          </p:cNvPr>
          <p:cNvCxnSpPr>
            <a:cxnSpLocks/>
            <a:stCxn id="3" idx="3"/>
            <a:endCxn id="148" idx="1"/>
          </p:cNvCxnSpPr>
          <p:nvPr/>
        </p:nvCxnSpPr>
        <p:spPr>
          <a:xfrm>
            <a:off x="4142357" y="5570989"/>
            <a:ext cx="338904" cy="1523166"/>
          </a:xfrm>
          <a:prstGeom prst="bentConnector3">
            <a:avLst>
              <a:gd name="adj1" fmla="val 50000"/>
            </a:avLst>
          </a:prstGeom>
          <a:ln>
            <a:solidFill>
              <a:srgbClr val="0861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CE63CAB-D438-A891-2F61-B69A347AEF8C}"/>
              </a:ext>
            </a:extLst>
          </p:cNvPr>
          <p:cNvSpPr txBox="1"/>
          <p:nvPr/>
        </p:nvSpPr>
        <p:spPr>
          <a:xfrm>
            <a:off x="9453512" y="6886468"/>
            <a:ext cx="256802" cy="27699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y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19882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2B10F-BC97-4A4C-A061-64D4EBBCD498}"/>
              </a:ext>
            </a:extLst>
          </p:cNvPr>
          <p:cNvSpPr txBox="1"/>
          <p:nvPr/>
        </p:nvSpPr>
        <p:spPr>
          <a:xfrm>
            <a:off x="529391" y="372979"/>
            <a:ext cx="6112043" cy="923330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r>
              <a:rPr lang="en-US" i="1" dirty="0">
                <a:latin typeface="Consolas" panose="020B0609020204030204" pitchFamily="49" charset="0"/>
              </a:rPr>
              <a:t>Alternative1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i="1" dirty="0">
                <a:latin typeface="Consolas" panose="020B0609020204030204" pitchFamily="49" charset="0"/>
              </a:rPr>
              <a:t>Alternative2</a:t>
            </a:r>
            <a:r>
              <a:rPr lang="en-US" dirty="0">
                <a:latin typeface="Consolas" panose="020B0609020204030204" pitchFamily="49" charset="0"/>
              </a:rPr>
              <a:t>, …};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decision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i="1" dirty="0">
                <a:latin typeface="Consolas" panose="020B0609020204030204" pitchFamily="49" charset="0"/>
              </a:rPr>
              <a:t>Alternative1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DE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32FCB-A9CF-4C05-9197-C5AEBDFEF1D6}"/>
              </a:ext>
            </a:extLst>
          </p:cNvPr>
          <p:cNvSpPr txBox="1"/>
          <p:nvPr/>
        </p:nvSpPr>
        <p:spPr>
          <a:xfrm>
            <a:off x="529389" y="-90650"/>
            <a:ext cx="6112043" cy="369332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decision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i="1" dirty="0">
                <a:latin typeface="Consolas" panose="020B0609020204030204" pitchFamily="49" charset="0"/>
              </a:rPr>
              <a:t>Alternative2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DE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197A4-A355-4321-907C-3A573172F7E6}"/>
              </a:ext>
            </a:extLst>
          </p:cNvPr>
          <p:cNvSpPr txBox="1"/>
          <p:nvPr/>
        </p:nvSpPr>
        <p:spPr>
          <a:xfrm>
            <a:off x="529390" y="2682861"/>
            <a:ext cx="6112043" cy="3970318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abstract compound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i="1" dirty="0"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p = </a:t>
            </a:r>
            <a:r>
              <a:rPr lang="en-US" i="1" dirty="0">
                <a:latin typeface="Consolas" panose="020B0609020204030204" pitchFamily="49" charset="0"/>
              </a:rPr>
              <a:t>default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compound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Alternative1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refines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//optional further properties, constraints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further alternatives, constraints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</a:rPr>
              <a:t> decision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Alternative1 {</a:t>
            </a: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i="1" dirty="0">
                <a:latin typeface="Consolas" panose="020B0609020204030204" pitchFamily="49" charset="0"/>
              </a:rPr>
              <a:t>p</a:t>
            </a:r>
            <a:r>
              <a:rPr lang="en-US" b="1" i="1" dirty="0"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= default1</a:t>
            </a:r>
          </a:p>
          <a:p>
            <a:r>
              <a:rPr lang="en-US" i="1" dirty="0">
                <a:latin typeface="Consolas" panose="020B0609020204030204" pitchFamily="49" charset="0"/>
              </a:rPr>
              <a:t>  // assign further properties</a:t>
            </a: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39CA5-D207-40E7-8D59-24C53CF6A13B}"/>
              </a:ext>
            </a:extLst>
          </p:cNvPr>
          <p:cNvSpPr txBox="1"/>
          <p:nvPr/>
        </p:nvSpPr>
        <p:spPr>
          <a:xfrm>
            <a:off x="529389" y="1653202"/>
            <a:ext cx="6112043" cy="923330"/>
          </a:xfrm>
          <a:prstGeom prst="rect">
            <a:avLst/>
          </a:prstGeom>
          <a:noFill/>
          <a:ln>
            <a:solidFill>
              <a:srgbClr val="D76A6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decision =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Alternative2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// assign properties as needed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92409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12935-22D4-4E6E-BCC7-BC0EF56264F3}"/>
              </a:ext>
            </a:extLst>
          </p:cNvPr>
          <p:cNvSpPr txBox="1"/>
          <p:nvPr/>
        </p:nvSpPr>
        <p:spPr>
          <a:xfrm>
            <a:off x="529388" y="-9666"/>
            <a:ext cx="11908144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DataType</a:t>
            </a:r>
            <a:r>
              <a:rPr lang="en-GB" i="1" dirty="0">
                <a:latin typeface="Consolas" panose="020B0609020204030204" pitchFamily="49" charset="0"/>
              </a:rPr>
              <a:t> defined, </a:t>
            </a:r>
            <a:r>
              <a:rPr lang="en-GB" i="1" dirty="0" err="1">
                <a:latin typeface="Consolas" panose="020B0609020204030204" pitchFamily="49" charset="0"/>
              </a:rPr>
              <a:t>PrimitiveType</a:t>
            </a:r>
            <a:r>
              <a:rPr lang="en-GB" i="1" dirty="0">
                <a:latin typeface="Consolas" panose="020B0609020204030204" pitchFamily="49" charset="0"/>
              </a:rPr>
              <a:t> refines </a:t>
            </a:r>
            <a:r>
              <a:rPr lang="en-GB" i="1" dirty="0" err="1">
                <a:latin typeface="Consolas" panose="020B0609020204030204" pitchFamily="49" charset="0"/>
              </a:rPr>
              <a:t>DataType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compound</a:t>
            </a:r>
            <a:r>
              <a:rPr lang="en-GB" dirty="0"/>
              <a:t> </a:t>
            </a:r>
            <a:r>
              <a:rPr lang="en-GB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refines</a:t>
            </a:r>
            <a:r>
              <a:rPr lang="en-GB" dirty="0"/>
              <a:t> </a:t>
            </a:r>
            <a:r>
              <a:rPr lang="en-GB" dirty="0" err="1"/>
              <a:t>PrimitiveType</a:t>
            </a:r>
            <a:r>
              <a:rPr lang="en-GB" dirty="0"/>
              <a:t> {</a:t>
            </a:r>
          </a:p>
          <a:p>
            <a:r>
              <a:rPr lang="en-DE" dirty="0"/>
              <a:t>}</a:t>
            </a:r>
          </a:p>
          <a:p>
            <a:r>
              <a:rPr lang="en-GB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GB" dirty="0"/>
              <a:t> </a:t>
            </a:r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IEC61131_3DateTimeType</a:t>
            </a:r>
            <a:r>
              <a:rPr lang="en-GB" dirty="0"/>
              <a:t> = {</a:t>
            </a:r>
          </a:p>
          <a:p>
            <a:r>
              <a:rPr lang="en-GB" dirty="0"/>
              <a:t>    name = "IEC 61131-3 </a:t>
            </a:r>
            <a:r>
              <a:rPr lang="en-GB" dirty="0" err="1"/>
              <a:t>DateTime</a:t>
            </a:r>
            <a:r>
              <a:rPr lang="en-GB" dirty="0"/>
              <a:t>“ </a:t>
            </a:r>
            <a:r>
              <a:rPr lang="en-GB" i="1" dirty="0"/>
              <a:t>// </a:t>
            </a:r>
            <a:r>
              <a:rPr lang="en-GB" i="1"/>
              <a:t>display name, e.g., </a:t>
            </a:r>
            <a:r>
              <a:rPr lang="en-GB" i="1" dirty="0"/>
              <a:t>for UI</a:t>
            </a:r>
          </a:p>
          <a:p>
            <a:r>
              <a:rPr lang="en-DE" dirty="0"/>
              <a:t>};</a:t>
            </a:r>
            <a:endParaRPr lang="en-GB" dirty="0"/>
          </a:p>
          <a:p>
            <a:endParaRPr lang="en-GB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i="1" dirty="0">
                <a:latin typeface="Consolas" panose="020B0609020204030204" pitchFamily="49" charset="0"/>
              </a:rPr>
              <a:t>//…</a:t>
            </a:r>
          </a:p>
          <a:p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freeze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</a:rPr>
              <a:t>{</a:t>
            </a:r>
          </a:p>
          <a:p>
            <a:r>
              <a:rPr lang="en-GB" i="1" dirty="0">
                <a:latin typeface="Consolas" panose="020B0609020204030204" pitchFamily="49" charset="0"/>
              </a:rPr>
              <a:t>  //…</a:t>
            </a:r>
          </a:p>
          <a:p>
            <a:r>
              <a:rPr lang="en-GB" dirty="0"/>
              <a:t>    </a:t>
            </a:r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IEC61131_3DateTimeType</a:t>
            </a:r>
            <a:r>
              <a:rPr lang="en-GB" dirty="0"/>
              <a:t>;</a:t>
            </a:r>
            <a:endParaRPr lang="en-GB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2E28D-0118-4D46-96E1-82F10DB67D62}"/>
              </a:ext>
            </a:extLst>
          </p:cNvPr>
          <p:cNvSpPr txBox="1"/>
          <p:nvPr/>
        </p:nvSpPr>
        <p:spPr>
          <a:xfrm>
            <a:off x="529388" y="3800335"/>
            <a:ext cx="1190814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JavaBasics.vtl</a:t>
            </a:r>
            <a:r>
              <a:rPr lang="en-GB" i="1" dirty="0">
                <a:latin typeface="Consolas" panose="020B0609020204030204" pitchFamily="49" charset="0"/>
              </a:rPr>
              <a:t>: </a:t>
            </a:r>
            <a:r>
              <a:rPr lang="en-GB" i="1" dirty="0" err="1">
                <a:latin typeface="Consolas" panose="020B0609020204030204" pitchFamily="49" charset="0"/>
              </a:rPr>
              <a:t>toTypeName</a:t>
            </a:r>
            <a:r>
              <a:rPr lang="en-GB" i="1" dirty="0">
                <a:latin typeface="Consolas" panose="020B0609020204030204" pitchFamily="49" charset="0"/>
              </a:rPr>
              <a:t>(</a:t>
            </a:r>
            <a:r>
              <a:rPr lang="en-GB" i="1" dirty="0" err="1">
                <a:latin typeface="Consolas" panose="020B0609020204030204" pitchFamily="49" charset="0"/>
              </a:rPr>
              <a:t>DataType</a:t>
            </a:r>
            <a:r>
              <a:rPr lang="en-GB" i="1" dirty="0">
                <a:latin typeface="Consolas" panose="020B0609020204030204" pitchFamily="49" charset="0"/>
              </a:rPr>
              <a:t>) is defined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DispatchCase</a:t>
            </a:r>
            <a:endParaRPr 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String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toTypeName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US" dirty="0">
                <a:latin typeface="Consolas" panose="020B0609020204030204" pitchFamily="49" charset="0"/>
              </a:rPr>
              <a:t> type) {</a:t>
            </a:r>
          </a:p>
          <a:p>
            <a:r>
              <a:rPr lang="en-US" b="1" i="1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java.util.Date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A58EF-41F8-442B-9FD8-3E42B163BE9D}"/>
              </a:ext>
            </a:extLst>
          </p:cNvPr>
          <p:cNvSpPr txBox="1"/>
          <p:nvPr/>
        </p:nvSpPr>
        <p:spPr>
          <a:xfrm>
            <a:off x="529388" y="5394345"/>
            <a:ext cx="11908144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DataOperationBasics.vtl</a:t>
            </a:r>
            <a:r>
              <a:rPr lang="en-GB" i="1" dirty="0">
                <a:latin typeface="Consolas" panose="020B0609020204030204" pitchFamily="49" charset="0"/>
              </a:rPr>
              <a:t>: </a:t>
            </a:r>
            <a:r>
              <a:rPr lang="en-GB" i="1" dirty="0" err="1">
                <a:latin typeface="Consolas" panose="020B0609020204030204" pitchFamily="49" charset="0"/>
              </a:rPr>
              <a:t>convName</a:t>
            </a:r>
            <a:r>
              <a:rPr lang="en-GB" i="1" dirty="0">
                <a:latin typeface="Consolas" panose="020B0609020204030204" pitchFamily="49" charset="0"/>
              </a:rPr>
              <a:t>(</a:t>
            </a:r>
            <a:r>
              <a:rPr lang="en-GB" i="1" dirty="0" err="1">
                <a:latin typeface="Consolas" panose="020B0609020204030204" pitchFamily="49" charset="0"/>
              </a:rPr>
              <a:t>DataType</a:t>
            </a:r>
            <a:r>
              <a:rPr lang="en-GB" i="1" dirty="0">
                <a:latin typeface="Consolas" panose="020B0609020204030204" pitchFamily="49" charset="0"/>
              </a:rPr>
              <a:t>) is defined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DispatchCase</a:t>
            </a:r>
            <a:endParaRPr 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n-GB" i="1" dirty="0">
                <a:latin typeface="Consolas" panose="020B0609020204030204" pitchFamily="49" charset="0"/>
              </a:rPr>
              <a:t> </a:t>
            </a:r>
            <a:r>
              <a:rPr lang="en-GB" b="1" dirty="0">
                <a:latin typeface="Consolas" panose="020B0609020204030204" pitchFamily="49" charset="0"/>
              </a:rPr>
              <a:t>String</a:t>
            </a:r>
            <a:r>
              <a:rPr lang="en-GB" i="1" dirty="0">
                <a:latin typeface="Consolas" panose="020B0609020204030204" pitchFamily="49" charset="0"/>
              </a:rPr>
              <a:t> </a:t>
            </a:r>
            <a:r>
              <a:rPr lang="en-GB" i="1" dirty="0" err="1">
                <a:latin typeface="Consolas" panose="020B0609020204030204" pitchFamily="49" charset="0"/>
              </a:rPr>
              <a:t>convName</a:t>
            </a:r>
            <a:r>
              <a:rPr lang="en-GB" i="1" dirty="0"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GB" i="1" dirty="0">
                <a:latin typeface="Consolas" panose="020B0609020204030204" pitchFamily="49" charset="0"/>
              </a:rPr>
              <a:t> type) </a:t>
            </a:r>
            <a:r>
              <a:rPr lang="en-GB" dirty="0">
                <a:latin typeface="Consolas" panose="020B0609020204030204" pitchFamily="49" charset="0"/>
              </a:rPr>
              <a:t>{</a:t>
            </a:r>
          </a:p>
          <a:p>
            <a:r>
              <a:rPr lang="en-GB" i="1" dirty="0">
                <a:latin typeface="Consolas" panose="020B0609020204030204" pitchFamily="49" charset="0"/>
              </a:rPr>
              <a:t>    "Date“ // operation name infix for </a:t>
            </a:r>
            <a:r>
              <a:rPr lang="en-GB" i="1" dirty="0" err="1">
                <a:latin typeface="Consolas" panose="020B0609020204030204" pitchFamily="49" charset="0"/>
              </a:rPr>
              <a:t>toDate</a:t>
            </a:r>
            <a:r>
              <a:rPr lang="en-GB" i="1" dirty="0">
                <a:latin typeface="Consolas" panose="020B0609020204030204" pitchFamily="49" charset="0"/>
              </a:rPr>
              <a:t> and </a:t>
            </a:r>
            <a:r>
              <a:rPr lang="en-GB" i="1" dirty="0" err="1">
                <a:latin typeface="Consolas" panose="020B0609020204030204" pitchFamily="49" charset="0"/>
              </a:rPr>
              <a:t>fromDate</a:t>
            </a:r>
            <a:endParaRPr lang="en-GB" i="1" dirty="0">
              <a:latin typeface="Consolas" panose="020B0609020204030204" pitchFamily="49" charset="0"/>
            </a:endParaRPr>
          </a:p>
          <a:p>
            <a:r>
              <a:rPr lang="en-GB" i="1" dirty="0">
                <a:latin typeface="Consolas" panose="020B0609020204030204" pitchFamily="49" charset="0"/>
              </a:rPr>
              <a:t>}</a:t>
            </a:r>
          </a:p>
          <a:p>
            <a:endParaRPr lang="en-GB" i="1" dirty="0">
              <a:latin typeface="Consolas" panose="020B0609020204030204" pitchFamily="49" charset="0"/>
            </a:endParaRPr>
          </a:p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DataOperationBasics.vtl</a:t>
            </a:r>
            <a:r>
              <a:rPr lang="en-GB" i="1" dirty="0">
                <a:latin typeface="Consolas" panose="020B0609020204030204" pitchFamily="49" charset="0"/>
              </a:rPr>
              <a:t>: </a:t>
            </a:r>
            <a:r>
              <a:rPr lang="en-GB" i="1" dirty="0" err="1">
                <a:latin typeface="Consolas" panose="020B0609020204030204" pitchFamily="49" charset="0"/>
              </a:rPr>
              <a:t>convParam</a:t>
            </a:r>
            <a:r>
              <a:rPr lang="en-GB" i="1" dirty="0">
                <a:latin typeface="Consolas" panose="020B0609020204030204" pitchFamily="49" charset="0"/>
              </a:rPr>
              <a:t>(</a:t>
            </a:r>
            <a:r>
              <a:rPr lang="en-GB" i="1" dirty="0" err="1">
                <a:latin typeface="Consolas" panose="020B0609020204030204" pitchFamily="49" charset="0"/>
              </a:rPr>
              <a:t>DataType</a:t>
            </a:r>
            <a:r>
              <a:rPr lang="en-GB" i="1" dirty="0">
                <a:latin typeface="Consolas" panose="020B0609020204030204" pitchFamily="49" charset="0"/>
              </a:rPr>
              <a:t>) is defined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DispatchCase</a:t>
            </a:r>
            <a:endParaRPr 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String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convParam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US" dirty="0">
                <a:latin typeface="Consolas" panose="020B0609020204030204" pitchFamily="49" charset="0"/>
              </a:rPr>
              <a:t> type) {</a:t>
            </a:r>
          </a:p>
          <a:p>
            <a:r>
              <a:rPr lang="en-US" b="1" i="1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"'DT#'</a:t>
            </a:r>
            <a:r>
              <a:rPr lang="en-US" dirty="0" err="1">
                <a:latin typeface="Consolas" panose="020B0609020204030204" pitchFamily="49" charset="0"/>
              </a:rPr>
              <a:t>YYYY-MM-dd-HH:mm:ss.SS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658C8-FF11-45C0-91C4-46BF7C5F1A61}"/>
              </a:ext>
            </a:extLst>
          </p:cNvPr>
          <p:cNvSpPr txBox="1"/>
          <p:nvPr/>
        </p:nvSpPr>
        <p:spPr>
          <a:xfrm>
            <a:off x="-64" y="-9666"/>
            <a:ext cx="438005" cy="1191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13</a:t>
            </a:r>
          </a:p>
          <a:p>
            <a:pPr algn="r"/>
            <a:endParaRPr lang="en-GB" dirty="0">
              <a:latin typeface="Consolas" panose="020B0609020204030204" pitchFamily="49" charset="0"/>
            </a:endParaRPr>
          </a:p>
          <a:p>
            <a:pPr algn="r"/>
            <a:r>
              <a:rPr lang="en-GB" dirty="0"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18</a:t>
            </a:r>
          </a:p>
          <a:p>
            <a:pPr algn="r"/>
            <a:endParaRPr lang="en-GB" sz="1200" dirty="0">
              <a:latin typeface="Consolas" panose="020B0609020204030204" pitchFamily="49" charset="0"/>
            </a:endParaRPr>
          </a:p>
          <a:p>
            <a:pPr algn="r"/>
            <a:r>
              <a:rPr lang="en-GB" dirty="0"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25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26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27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28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29</a:t>
            </a:r>
          </a:p>
          <a:p>
            <a:pPr algn="r"/>
            <a:endParaRPr lang="de-DE" dirty="0">
              <a:latin typeface="Consolas" panose="020B0609020204030204" pitchFamily="49" charset="0"/>
            </a:endParaRPr>
          </a:p>
          <a:p>
            <a:pPr algn="r"/>
            <a:r>
              <a:rPr lang="de-DE" dirty="0">
                <a:latin typeface="Consolas" panose="020B0609020204030204" pitchFamily="49" charset="0"/>
              </a:rPr>
              <a:t>30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31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32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33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34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35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36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37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38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39</a:t>
            </a:r>
          </a:p>
          <a:p>
            <a:pPr algn="r"/>
            <a:r>
              <a:rPr lang="de-DE" dirty="0">
                <a:latin typeface="Consolas" panose="020B0609020204030204" pitchFamily="49" charset="0"/>
              </a:rPr>
              <a:t>40</a:t>
            </a:r>
            <a:endParaRPr lang="en-DE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83C27-F373-4659-8E84-943F6AD0A01E}"/>
              </a:ext>
            </a:extLst>
          </p:cNvPr>
          <p:cNvSpPr txBox="1"/>
          <p:nvPr/>
        </p:nvSpPr>
        <p:spPr>
          <a:xfrm>
            <a:off x="529387" y="8650345"/>
            <a:ext cx="11908145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JavaType.vtl</a:t>
            </a:r>
            <a:r>
              <a:rPr lang="en-GB" i="1" dirty="0">
                <a:latin typeface="Consolas" panose="020B0609020204030204" pitchFamily="49" charset="0"/>
              </a:rPr>
              <a:t>: </a:t>
            </a:r>
            <a:r>
              <a:rPr lang="en-GB" i="1" dirty="0" err="1">
                <a:latin typeface="Consolas" panose="020B0609020204030204" pitchFamily="49" charset="0"/>
              </a:rPr>
              <a:t>genHashCode</a:t>
            </a:r>
            <a:r>
              <a:rPr lang="en-GB" i="1" dirty="0">
                <a:latin typeface="Consolas" panose="020B0609020204030204" pitchFamily="49" charset="0"/>
              </a:rPr>
              <a:t>(...) and </a:t>
            </a:r>
            <a:r>
              <a:rPr lang="en-GB" i="1" dirty="0" err="1">
                <a:latin typeface="Consolas" panose="020B0609020204030204" pitchFamily="49" charset="0"/>
              </a:rPr>
              <a:t>genHashCodeObject</a:t>
            </a:r>
            <a:r>
              <a:rPr lang="en-GB" i="1" dirty="0">
                <a:latin typeface="Consolas" panose="020B0609020204030204" pitchFamily="49" charset="0"/>
              </a:rPr>
              <a:t>(...) are defined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DispatchCase</a:t>
            </a:r>
            <a:endParaRPr 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def </a:t>
            </a:r>
            <a:r>
              <a:rPr lang="en-GB" b="1" dirty="0"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 err="1">
                <a:latin typeface="Consolas" panose="020B0609020204030204" pitchFamily="49" charset="0"/>
              </a:rPr>
              <a:t>genHashCode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b="1" dirty="0"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access,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type,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latin typeface="Consolas" panose="020B0609020204030204" pitchFamily="49" charset="0"/>
              </a:rPr>
              <a:t>Boolean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optional</a:t>
            </a:r>
            <a:r>
              <a:rPr lang="en-GB" dirty="0">
                <a:latin typeface="Consolas" panose="020B0609020204030204" pitchFamily="49" charset="0"/>
              </a:rPr>
              <a:t>) {</a:t>
            </a:r>
          </a:p>
          <a:p>
            <a:r>
              <a:rPr lang="en-GB" i="1" dirty="0">
                <a:latin typeface="Consolas" panose="020B0609020204030204" pitchFamily="49" charset="0"/>
              </a:rPr>
              <a:t>    </a:t>
            </a:r>
            <a:r>
              <a:rPr lang="en-GB" i="1" dirty="0" err="1">
                <a:latin typeface="Consolas" panose="020B0609020204030204" pitchFamily="49" charset="0"/>
              </a:rPr>
              <a:t>genHashCodeObject</a:t>
            </a:r>
            <a:r>
              <a:rPr lang="en-GB" i="1" dirty="0">
                <a:latin typeface="Consolas" panose="020B0609020204030204" pitchFamily="49" charset="0"/>
              </a:rPr>
              <a:t>(access, optional);</a:t>
            </a: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</a:p>
          <a:p>
            <a:endParaRPr lang="en-GB" i="1" dirty="0">
              <a:latin typeface="Consolas" panose="020B0609020204030204" pitchFamily="49" charset="0"/>
            </a:endParaRPr>
          </a:p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JavaType.vtl</a:t>
            </a:r>
            <a:r>
              <a:rPr lang="en-GB" i="1" dirty="0">
                <a:latin typeface="Consolas" panose="020B0609020204030204" pitchFamily="49" charset="0"/>
              </a:rPr>
              <a:t>: </a:t>
            </a:r>
            <a:r>
              <a:rPr lang="en-GB" i="1" dirty="0" err="1">
                <a:latin typeface="Consolas" panose="020B0609020204030204" pitchFamily="49" charset="0"/>
              </a:rPr>
              <a:t>genEquals</a:t>
            </a:r>
            <a:r>
              <a:rPr lang="en-GB" i="1" dirty="0">
                <a:latin typeface="Consolas" panose="020B0609020204030204" pitchFamily="49" charset="0"/>
              </a:rPr>
              <a:t>(...) and </a:t>
            </a:r>
            <a:r>
              <a:rPr lang="en-GB" i="1" dirty="0" err="1">
                <a:latin typeface="Consolas" panose="020B0609020204030204" pitchFamily="49" charset="0"/>
              </a:rPr>
              <a:t>genEqualsObject</a:t>
            </a:r>
            <a:r>
              <a:rPr lang="en-GB" i="1" dirty="0">
                <a:latin typeface="Consolas" panose="020B0609020204030204" pitchFamily="49" charset="0"/>
              </a:rPr>
              <a:t>(...) are defined</a:t>
            </a:r>
          </a:p>
          <a:p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DispatchCase</a:t>
            </a:r>
            <a:endParaRPr 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def </a:t>
            </a:r>
            <a:r>
              <a:rPr lang="en-GB" b="1" dirty="0"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 err="1">
                <a:latin typeface="Consolas" panose="020B0609020204030204" pitchFamily="49" charset="0"/>
              </a:rPr>
              <a:t>genEquals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b="1" dirty="0">
                <a:latin typeface="Consolas" panose="020B0609020204030204" pitchFamily="49" charset="0"/>
              </a:rPr>
              <a:t>String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access,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IEC61131_3DateTimeTypeType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type,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latin typeface="Consolas" panose="020B0609020204030204" pitchFamily="49" charset="0"/>
              </a:rPr>
              <a:t>Boolean</a:t>
            </a:r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GB" i="1" dirty="0">
                <a:latin typeface="Consolas" panose="020B0609020204030204" pitchFamily="49" charset="0"/>
              </a:rPr>
              <a:t>optional</a:t>
            </a:r>
            <a:r>
              <a:rPr lang="en-GB" dirty="0">
                <a:latin typeface="Consolas" panose="020B0609020204030204" pitchFamily="49" charset="0"/>
              </a:rPr>
              <a:t>) {</a:t>
            </a:r>
          </a:p>
          <a:p>
            <a:r>
              <a:rPr lang="en-US" b="1" i="1" dirty="0">
                <a:latin typeface="Consolas" panose="020B0609020204030204" pitchFamily="49" charset="0"/>
              </a:rPr>
              <a:t>    </a:t>
            </a:r>
            <a:r>
              <a:rPr lang="en-GB" i="1" dirty="0" err="1">
                <a:latin typeface="Consolas" panose="020B0609020204030204" pitchFamily="49" charset="0"/>
              </a:rPr>
              <a:t>genEqualsObject</a:t>
            </a:r>
            <a:r>
              <a:rPr lang="en-GB" i="1" dirty="0">
                <a:latin typeface="Consolas" panose="020B0609020204030204" pitchFamily="49" charset="0"/>
              </a:rPr>
              <a:t>(access, optional);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7603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72524-B17C-4940-97FD-F675646B75B4}"/>
              </a:ext>
            </a:extLst>
          </p:cNvPr>
          <p:cNvSpPr txBox="1"/>
          <p:nvPr/>
        </p:nvSpPr>
        <p:spPr>
          <a:xfrm>
            <a:off x="529388" y="-9666"/>
            <a:ext cx="1166261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i="1" dirty="0">
                <a:latin typeface="Consolas" panose="020B0609020204030204" pitchFamily="49" charset="0"/>
              </a:rPr>
              <a:t>//</a:t>
            </a:r>
            <a:r>
              <a:rPr lang="en-GB" i="1" dirty="0" err="1">
                <a:latin typeface="Consolas" panose="020B0609020204030204" pitchFamily="49" charset="0"/>
              </a:rPr>
              <a:t>AllTypes.ivml</a:t>
            </a:r>
            <a:r>
              <a:rPr lang="en-GB" i="1" dirty="0">
                <a:latin typeface="Consolas" panose="020B0609020204030204" pitchFamily="49" charset="0"/>
              </a:rPr>
              <a:t> of application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n-US" b="1" i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b="1" i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GenericDateTimeTypeType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GB" b="1" i="1" dirty="0" err="1">
                <a:solidFill>
                  <a:schemeClr val="accent2">
                    <a:lumMod val="75000"/>
                  </a:schemeClr>
                </a:solidFill>
              </a:rPr>
              <a:t>MyDateTimeType</a:t>
            </a:r>
            <a:r>
              <a:rPr lang="en-US" dirty="0">
                <a:latin typeface="Consolas" panose="020B0609020204030204" pitchFamily="49" charset="0"/>
              </a:rPr>
              <a:t> = {</a:t>
            </a:r>
          </a:p>
          <a:p>
            <a:r>
              <a:rPr lang="en-US" dirty="0">
                <a:latin typeface="Consolas" panose="020B0609020204030204" pitchFamily="49" charset="0"/>
              </a:rPr>
              <a:t>    name = “</a:t>
            </a:r>
            <a:r>
              <a:rPr lang="en-US" dirty="0" err="1">
                <a:latin typeface="Consolas" panose="020B0609020204030204" pitchFamily="49" charset="0"/>
              </a:rPr>
              <a:t>MyDateTimeType</a:t>
            </a:r>
            <a:r>
              <a:rPr lang="en-US" dirty="0">
                <a:latin typeface="Consolas" panose="020B0609020204030204" pitchFamily="49" charset="0"/>
              </a:rPr>
              <a:t>",    // unique type name</a:t>
            </a:r>
          </a:p>
          <a:p>
            <a:r>
              <a:rPr lang="en-US" dirty="0">
                <a:latin typeface="Consolas" panose="020B0609020204030204" pitchFamily="49" charset="0"/>
              </a:rPr>
              <a:t>    format = "dd/MM/</a:t>
            </a:r>
            <a:r>
              <a:rPr lang="en-US" dirty="0" err="1">
                <a:latin typeface="Consolas" panose="020B0609020204030204" pitchFamily="49" charset="0"/>
              </a:rPr>
              <a:t>yyyy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HH:mm</a:t>
            </a:r>
            <a:r>
              <a:rPr lang="en-US" dirty="0">
                <a:latin typeface="Consolas" panose="020B0609020204030204" pitchFamily="49" charset="0"/>
              </a:rPr>
              <a:t>“ // format specification according to Java </a:t>
            </a:r>
            <a:r>
              <a:rPr lang="en-US" dirty="0" err="1">
                <a:latin typeface="Consolas" panose="020B0609020204030204" pitchFamily="49" charset="0"/>
              </a:rPr>
              <a:t>SimpleDataFormat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61BF2-751E-452A-911D-829AF53DAF0C}"/>
              </a:ext>
            </a:extLst>
          </p:cNvPr>
          <p:cNvSpPr txBox="1"/>
          <p:nvPr/>
        </p:nvSpPr>
        <p:spPr>
          <a:xfrm>
            <a:off x="126636" y="-9665"/>
            <a:ext cx="3113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GB" dirty="0">
                <a:latin typeface="Consolas" panose="020B06090202040302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57691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12935-22D4-4E6E-BCC7-BC0EF56264F3}"/>
              </a:ext>
            </a:extLst>
          </p:cNvPr>
          <p:cNvSpPr txBox="1"/>
          <p:nvPr/>
        </p:nvSpPr>
        <p:spPr>
          <a:xfrm>
            <a:off x="529388" y="-9666"/>
            <a:ext cx="762706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</a:rPr>
              <a:t>transportProtocol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TransportProtocol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AMQP</a:t>
            </a:r>
            <a:r>
              <a:rPr lang="en-GB" dirty="0">
                <a:latin typeface="Consolas" panose="020B0609020204030204" pitchFamily="49" charset="0"/>
              </a:rPr>
              <a:t> {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globalHost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serverHost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port = 8883,</a:t>
            </a:r>
          </a:p>
          <a:p>
            <a:r>
              <a:rPr lang="en-GB" dirty="0">
                <a:latin typeface="Consolas" panose="020B0609020204030204" pitchFamily="49" charset="0"/>
              </a:rPr>
              <a:t>    security = {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 err="1">
                <a:latin typeface="Consolas" panose="020B0609020204030204" pitchFamily="49" charset="0"/>
              </a:rPr>
              <a:t>authenticationKey</a:t>
            </a:r>
            <a:r>
              <a:rPr lang="en-GB" dirty="0">
                <a:latin typeface="Consolas" panose="020B0609020204030204" pitchFamily="49" charset="0"/>
              </a:rPr>
              <a:t> = "</a:t>
            </a:r>
            <a:r>
              <a:rPr lang="en-GB" dirty="0" err="1">
                <a:latin typeface="Consolas" panose="020B0609020204030204" pitchFamily="49" charset="0"/>
              </a:rPr>
              <a:t>amqp</a:t>
            </a:r>
            <a:r>
              <a:rPr lang="en-GB" dirty="0">
                <a:latin typeface="Consolas" panose="020B0609020204030204" pitchFamily="49" charset="0"/>
              </a:rPr>
              <a:t>"</a:t>
            </a:r>
          </a:p>
          <a:p>
            <a:r>
              <a:rPr lang="en-GB" dirty="0">
                <a:latin typeface="Consolas" panose="020B0609020204030204" pitchFamily="49" charset="0"/>
              </a:rPr>
              <a:t>    }</a:t>
            </a:r>
          </a:p>
          <a:p>
            <a:r>
              <a:rPr lang="en-DE" dirty="0">
                <a:latin typeface="Consolas" panose="020B0609020204030204" pitchFamily="49" charset="0"/>
              </a:rPr>
              <a:t>};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DEBD0-8674-4153-8082-E265A0D72886}"/>
              </a:ext>
            </a:extLst>
          </p:cNvPr>
          <p:cNvSpPr txBox="1"/>
          <p:nvPr/>
        </p:nvSpPr>
        <p:spPr>
          <a:xfrm>
            <a:off x="529388" y="2117936"/>
            <a:ext cx="762706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</a:rPr>
              <a:t>transportProtocol</a:t>
            </a:r>
            <a:r>
              <a:rPr lang="en-GB" dirty="0">
                <a:latin typeface="Consolas" panose="020B0609020204030204" pitchFamily="49" charset="0"/>
              </a:rPr>
              <a:t> = TransportProtocol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MQTTv5</a:t>
            </a:r>
            <a:r>
              <a:rPr lang="en-GB" dirty="0">
                <a:latin typeface="Consolas" panose="020B0609020204030204" pitchFamily="49" charset="0"/>
              </a:rPr>
              <a:t> {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globalHost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serverHost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r>
              <a:rPr lang="en-GB" dirty="0">
                <a:latin typeface="Consolas" panose="020B0609020204030204" pitchFamily="49" charset="0"/>
              </a:rPr>
              <a:t>    port = 8883</a:t>
            </a:r>
          </a:p>
          <a:p>
            <a:r>
              <a:rPr lang="en-GB" dirty="0">
                <a:latin typeface="Consolas" panose="020B0609020204030204" pitchFamily="49" charset="0"/>
              </a:rPr>
              <a:t>    // no security by default, depends </a:t>
            </a:r>
            <a:r>
              <a:rPr lang="en-GB">
                <a:latin typeface="Consolas" panose="020B0609020204030204" pitchFamily="49" charset="0"/>
              </a:rPr>
              <a:t>on setup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DE" dirty="0">
                <a:latin typeface="Consolas" panose="020B0609020204030204" pitchFamily="49" charset="0"/>
              </a:rPr>
              <a:t>};</a:t>
            </a:r>
          </a:p>
          <a:p>
            <a:r>
              <a:rPr lang="en-DE" dirty="0">
                <a:latin typeface="Consolas" panose="020B0609020204030204" pitchFamily="49" charset="0"/>
              </a:rPr>
              <a:t>    </a:t>
            </a:r>
          </a:p>
          <a:p>
            <a:r>
              <a:rPr lang="en-GB" b="1" dirty="0" err="1">
                <a:latin typeface="Consolas" panose="020B0609020204030204" pitchFamily="49" charset="0"/>
              </a:rPr>
              <a:t>serviceProtocol</a:t>
            </a:r>
            <a:r>
              <a:rPr lang="en-GB" b="1" dirty="0">
                <a:latin typeface="Consolas" panose="020B0609020204030204" pitchFamily="49" charset="0"/>
              </a:rPr>
              <a:t> = ServiceProtocol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MQTTv5</a:t>
            </a:r>
            <a:r>
              <a:rPr lang="en-GB" b="1" dirty="0">
                <a:latin typeface="Consolas" panose="020B0609020204030204" pitchFamily="49" charset="0"/>
              </a:rPr>
              <a:t> {};</a:t>
            </a:r>
          </a:p>
        </p:txBody>
      </p:sp>
    </p:spTree>
    <p:extLst>
      <p:ext uri="{BB962C8B-B14F-4D97-AF65-F5344CB8AC3E}">
        <p14:creationId xmlns:p14="http://schemas.microsoft.com/office/powerpoint/2010/main" val="8537497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12935-22D4-4E6E-BCC7-BC0EF56264F3}"/>
              </a:ext>
            </a:extLst>
          </p:cNvPr>
          <p:cNvSpPr txBox="1"/>
          <p:nvPr/>
        </p:nvSpPr>
        <p:spPr>
          <a:xfrm>
            <a:off x="529388" y="-9665"/>
            <a:ext cx="762706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enum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</a:rPr>
              <a:t>TraceKind</a:t>
            </a:r>
            <a:r>
              <a:rPr lang="en-GB" dirty="0">
                <a:latin typeface="Consolas" panose="020B0609020204030204" pitchFamily="49" charset="0"/>
              </a:rPr>
              <a:t> {NONE, TRACE, LOG, SYSOUT};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7030A0"/>
                </a:solidFill>
                <a:latin typeface="Consolas" panose="020B0609020204030204" pitchFamily="49" charset="0"/>
              </a:rPr>
              <a:t>abstract</a:t>
            </a:r>
            <a:r>
              <a:rPr lang="en-GB" dirty="0">
                <a:latin typeface="Consolas" panose="020B0609020204030204" pitchFamily="49" charset="0"/>
              </a:rPr>
              <a:t> compound </a:t>
            </a:r>
            <a:r>
              <a:rPr lang="en-GB" dirty="0" err="1">
                <a:latin typeface="Consolas" panose="020B0609020204030204" pitchFamily="49" charset="0"/>
              </a:rPr>
              <a:t>ServiceBase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/* … */</a:t>
            </a:r>
            <a:r>
              <a:rPr lang="en-GB" dirty="0">
                <a:latin typeface="Consolas" panose="020B0609020204030204" pitchFamily="49" charset="0"/>
              </a:rPr>
              <a:t> {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//…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TraceKind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</a:rPr>
              <a:t>traceRcv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TraceKind</a:t>
            </a:r>
            <a:r>
              <a:rPr lang="en-GB" dirty="0">
                <a:latin typeface="Consolas" panose="020B0609020204030204" pitchFamily="49" charset="0"/>
              </a:rPr>
              <a:t>::NONE;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 err="1">
                <a:latin typeface="Consolas" panose="020B0609020204030204" pitchFamily="49" charset="0"/>
              </a:rPr>
              <a:t>TraceKind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</a:rPr>
              <a:t>traceSent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</a:rPr>
              <a:t>TraceKind</a:t>
            </a:r>
            <a:r>
              <a:rPr lang="en-GB" dirty="0">
                <a:latin typeface="Consolas" panose="020B0609020204030204" pitchFamily="49" charset="0"/>
              </a:rPr>
              <a:t>::NONE;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//…</a:t>
            </a:r>
          </a:p>
          <a:p>
            <a:r>
              <a:rPr lang="en-GB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39111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E87DB-7AFC-4BB1-8585-B3DBF8716990}"/>
              </a:ext>
            </a:extLst>
          </p:cNvPr>
          <p:cNvSpPr txBox="1"/>
          <p:nvPr/>
        </p:nvSpPr>
        <p:spPr>
          <a:xfrm>
            <a:off x="1007854" y="1000497"/>
            <a:ext cx="5897763" cy="4995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 err="1"/>
              <a:t>support.aas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EE79B-F2FD-4B34-A591-0A43DD0B65D6}"/>
              </a:ext>
            </a:extLst>
          </p:cNvPr>
          <p:cNvSpPr txBox="1"/>
          <p:nvPr/>
        </p:nvSpPr>
        <p:spPr>
          <a:xfrm>
            <a:off x="6905625" y="1000495"/>
            <a:ext cx="4781540" cy="499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 err="1"/>
              <a:t>support.aas.basyx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51A2B-A57C-4605-9566-F5219AB5DED6}"/>
              </a:ext>
            </a:extLst>
          </p:cNvPr>
          <p:cNvSpPr txBox="1"/>
          <p:nvPr/>
        </p:nvSpPr>
        <p:spPr>
          <a:xfrm>
            <a:off x="1007853" y="1502264"/>
            <a:ext cx="10679322" cy="1493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 anchor="t">
            <a:noAutofit/>
          </a:bodyPr>
          <a:lstStyle/>
          <a:p>
            <a:r>
              <a:rPr lang="en-US" dirty="0" err="1"/>
              <a:t>support.aas.iip-aas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53F14-8D27-40A7-A63B-49B82510272E}"/>
              </a:ext>
            </a:extLst>
          </p:cNvPr>
          <p:cNvSpPr txBox="1"/>
          <p:nvPr/>
        </p:nvSpPr>
        <p:spPr>
          <a:xfrm>
            <a:off x="1134588" y="2189429"/>
            <a:ext cx="16133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«interface»</a:t>
            </a:r>
          </a:p>
          <a:p>
            <a:pPr algn="ctr"/>
            <a:r>
              <a:rPr lang="en-US" dirty="0" err="1"/>
              <a:t>AasContributor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1218A-157C-4EC6-99C0-962AEA90A765}"/>
              </a:ext>
            </a:extLst>
          </p:cNvPr>
          <p:cNvSpPr txBox="1"/>
          <p:nvPr/>
        </p:nvSpPr>
        <p:spPr>
          <a:xfrm>
            <a:off x="1007854" y="3156414"/>
            <a:ext cx="10679313" cy="21913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 anchor="b">
            <a:noAutofit/>
          </a:bodyPr>
          <a:lstStyle/>
          <a:p>
            <a:r>
              <a:rPr lang="en-US" i="1" dirty="0"/>
              <a:t>component C</a:t>
            </a:r>
            <a:endParaRPr lang="en-DE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B954F-240A-4B60-ABC2-B81ACCD6CA66}"/>
              </a:ext>
            </a:extLst>
          </p:cNvPr>
          <p:cNvSpPr txBox="1"/>
          <p:nvPr/>
        </p:nvSpPr>
        <p:spPr>
          <a:xfrm>
            <a:off x="1620520" y="4458007"/>
            <a:ext cx="63831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C</a:t>
            </a:r>
            <a:r>
              <a:rPr lang="en-US" dirty="0" err="1"/>
              <a:t>Aas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79202-976B-4C7F-B999-02E7FF9FBF1F}"/>
              </a:ext>
            </a:extLst>
          </p:cNvPr>
          <p:cNvSpPr txBox="1"/>
          <p:nvPr/>
        </p:nvSpPr>
        <p:spPr>
          <a:xfrm>
            <a:off x="3034811" y="2322778"/>
            <a:ext cx="16474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AasPartRegistry</a:t>
            </a:r>
            <a:endParaRPr lang="en-DE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A89ED93-0DE6-425A-8979-58E838265038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 flipV="1">
            <a:off x="2747978" y="2507444"/>
            <a:ext cx="286832" cy="51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0A2226-7A64-4F51-9D89-51ECF4DC3C3E}"/>
              </a:ext>
            </a:extLst>
          </p:cNvPr>
          <p:cNvSpPr txBox="1"/>
          <p:nvPr/>
        </p:nvSpPr>
        <p:spPr>
          <a:xfrm>
            <a:off x="2741353" y="22182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endParaRPr lang="en-DE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55D8BE5-C44A-47DD-87AD-48A116770008}"/>
              </a:ext>
            </a:extLst>
          </p:cNvPr>
          <p:cNvSpPr/>
          <p:nvPr/>
        </p:nvSpPr>
        <p:spPr>
          <a:xfrm>
            <a:off x="1813148" y="2824545"/>
            <a:ext cx="256271" cy="26096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8C8758-3E0B-4B6E-AE7A-9850BE591C31}"/>
              </a:ext>
            </a:extLst>
          </p:cNvPr>
          <p:cNvCxnSpPr>
            <a:stCxn id="12" idx="3"/>
            <a:endCxn id="7" idx="0"/>
          </p:cNvCxnSpPr>
          <p:nvPr/>
        </p:nvCxnSpPr>
        <p:spPr>
          <a:xfrm flipH="1">
            <a:off x="1939679" y="3085507"/>
            <a:ext cx="1605" cy="13725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B2418B-1848-4647-BBCA-011184C25A95}"/>
              </a:ext>
            </a:extLst>
          </p:cNvPr>
          <p:cNvSpPr txBox="1"/>
          <p:nvPr/>
        </p:nvSpPr>
        <p:spPr>
          <a:xfrm>
            <a:off x="4974853" y="2322778"/>
            <a:ext cx="30573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AbstractAasLifecycleDescriptor</a:t>
            </a:r>
            <a:endParaRPr lang="en-DE" i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275160-3791-483D-8F62-70FC4A054E50}"/>
              </a:ext>
            </a:extLst>
          </p:cNvPr>
          <p:cNvCxnSpPr/>
          <p:nvPr/>
        </p:nvCxnSpPr>
        <p:spPr>
          <a:xfrm flipH="1">
            <a:off x="4682251" y="2507444"/>
            <a:ext cx="286833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031858-1139-4F3C-B2A1-C1F9D17F8A3C}"/>
              </a:ext>
            </a:extLst>
          </p:cNvPr>
          <p:cNvSpPr txBox="1"/>
          <p:nvPr/>
        </p:nvSpPr>
        <p:spPr>
          <a:xfrm>
            <a:off x="7957401" y="4458009"/>
            <a:ext cx="11796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/>
              <a:t>C</a:t>
            </a:r>
            <a:r>
              <a:rPr lang="en-US" dirty="0" err="1"/>
              <a:t>AasClient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63E116-B1EF-4871-834F-42C48A2411F3}"/>
              </a:ext>
            </a:extLst>
          </p:cNvPr>
          <p:cNvSpPr txBox="1"/>
          <p:nvPr/>
        </p:nvSpPr>
        <p:spPr>
          <a:xfrm>
            <a:off x="9085253" y="1599835"/>
            <a:ext cx="163955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SubmodelClient</a:t>
            </a:r>
            <a:endParaRPr lang="en-DE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7B0E7C-43BA-47C2-BC81-7AF6F3DC3982}"/>
              </a:ext>
            </a:extLst>
          </p:cNvPr>
          <p:cNvSpPr txBox="1"/>
          <p:nvPr/>
        </p:nvSpPr>
        <p:spPr>
          <a:xfrm>
            <a:off x="8161814" y="2320110"/>
            <a:ext cx="341022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SubmodelElementsCollectionClient</a:t>
            </a:r>
            <a:endParaRPr lang="en-DE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A6D884-36F2-4CCF-B2EE-468B1EED595E}"/>
              </a:ext>
            </a:extLst>
          </p:cNvPr>
          <p:cNvSpPr txBox="1"/>
          <p:nvPr/>
        </p:nvSpPr>
        <p:spPr>
          <a:xfrm>
            <a:off x="7380764" y="3378539"/>
            <a:ext cx="132508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«interface»</a:t>
            </a:r>
            <a:endParaRPr lang="en-US" i="1" dirty="0"/>
          </a:p>
          <a:p>
            <a:pPr algn="ctr"/>
            <a:r>
              <a:rPr lang="en-US" i="1" dirty="0" err="1"/>
              <a:t>C</a:t>
            </a:r>
            <a:r>
              <a:rPr lang="en-US" dirty="0" err="1"/>
              <a:t>Client</a:t>
            </a:r>
            <a:endParaRPr lang="en-DE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25D7C6-EB08-4572-93CE-2EDD77D322F7}"/>
              </a:ext>
            </a:extLst>
          </p:cNvPr>
          <p:cNvCxnSpPr>
            <a:cxnSpLocks/>
            <a:stCxn id="18" idx="1"/>
            <a:endCxn id="7" idx="3"/>
          </p:cNvCxnSpPr>
          <p:nvPr/>
        </p:nvCxnSpPr>
        <p:spPr>
          <a:xfrm flipH="1" flipV="1">
            <a:off x="2258837" y="4642673"/>
            <a:ext cx="5698565" cy="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0E6C403-A844-4CAA-BCEF-60843EEEF4C4}"/>
              </a:ext>
            </a:extLst>
          </p:cNvPr>
          <p:cNvSpPr/>
          <p:nvPr/>
        </p:nvSpPr>
        <p:spPr>
          <a:xfrm rot="19347270">
            <a:off x="8026708" y="4024869"/>
            <a:ext cx="256271" cy="26096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71512E-DAED-4358-A360-0DCC35908EAE}"/>
              </a:ext>
            </a:extLst>
          </p:cNvPr>
          <p:cNvCxnSpPr>
            <a:cxnSpLocks/>
            <a:stCxn id="28" idx="3"/>
            <a:endCxn id="18" idx="0"/>
          </p:cNvCxnSpPr>
          <p:nvPr/>
        </p:nvCxnSpPr>
        <p:spPr>
          <a:xfrm>
            <a:off x="8234358" y="4258805"/>
            <a:ext cx="312853" cy="199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D7108C01-9924-4CAC-96C2-A32C20BEFA98}"/>
              </a:ext>
            </a:extLst>
          </p:cNvPr>
          <p:cNvSpPr/>
          <p:nvPr/>
        </p:nvSpPr>
        <p:spPr>
          <a:xfrm rot="1346612">
            <a:off x="9527952" y="2712283"/>
            <a:ext cx="256271" cy="26096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D19039-1F1A-46EA-8984-F1C6D886A3B4}"/>
              </a:ext>
            </a:extLst>
          </p:cNvPr>
          <p:cNvCxnSpPr>
            <a:cxnSpLocks/>
            <a:stCxn id="32" idx="3"/>
            <a:endCxn id="18" idx="0"/>
          </p:cNvCxnSpPr>
          <p:nvPr/>
        </p:nvCxnSpPr>
        <p:spPr>
          <a:xfrm flipH="1">
            <a:off x="8547211" y="2963363"/>
            <a:ext cx="1059063" cy="1494647"/>
          </a:xfrm>
          <a:prstGeom prst="straightConnector1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DD9E615-1C9E-4711-9901-E5B1D7122E07}"/>
              </a:ext>
            </a:extLst>
          </p:cNvPr>
          <p:cNvSpPr txBox="1"/>
          <p:nvPr/>
        </p:nvSpPr>
        <p:spPr>
          <a:xfrm>
            <a:off x="5102813" y="3345085"/>
            <a:ext cx="2077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C</a:t>
            </a:r>
            <a:r>
              <a:rPr lang="en-US" dirty="0" err="1"/>
              <a:t>LifecycleDescriptor</a:t>
            </a:r>
            <a:endParaRPr lang="en-DE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ECC4AA55-0FA7-4E5B-A416-B071DF8DDB43}"/>
              </a:ext>
            </a:extLst>
          </p:cNvPr>
          <p:cNvSpPr/>
          <p:nvPr/>
        </p:nvSpPr>
        <p:spPr>
          <a:xfrm>
            <a:off x="6009830" y="2704385"/>
            <a:ext cx="256271" cy="26096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1" name="Straight Connector 32">
            <a:extLst>
              <a:ext uri="{FF2B5EF4-FFF2-40B4-BE49-F238E27FC236}">
                <a16:creationId xmlns:a16="http://schemas.microsoft.com/office/drawing/2014/main" id="{9E943C22-36CB-4FFD-8CBC-787E8EA6EAE6}"/>
              </a:ext>
            </a:extLst>
          </p:cNvPr>
          <p:cNvCxnSpPr>
            <a:cxnSpLocks/>
            <a:stCxn id="40" idx="3"/>
            <a:endCxn id="37" idx="0"/>
          </p:cNvCxnSpPr>
          <p:nvPr/>
        </p:nvCxnSpPr>
        <p:spPr>
          <a:xfrm rot="16200000" flipH="1">
            <a:off x="5949780" y="3153532"/>
            <a:ext cx="379738" cy="3369"/>
          </a:xfrm>
          <a:prstGeom prst="bentConnector3">
            <a:avLst>
              <a:gd name="adj1" fmla="val 50000"/>
            </a:avLst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7CA88A9B-6E33-40F4-81EE-6505F9725E1B}"/>
              </a:ext>
            </a:extLst>
          </p:cNvPr>
          <p:cNvSpPr/>
          <p:nvPr/>
        </p:nvSpPr>
        <p:spPr>
          <a:xfrm>
            <a:off x="9734296" y="1969167"/>
            <a:ext cx="256271" cy="26096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9" name="Straight Connector 32">
            <a:extLst>
              <a:ext uri="{FF2B5EF4-FFF2-40B4-BE49-F238E27FC236}">
                <a16:creationId xmlns:a16="http://schemas.microsoft.com/office/drawing/2014/main" id="{5896D058-5876-4E8D-B7A9-0D9BF7061A43}"/>
              </a:ext>
            </a:extLst>
          </p:cNvPr>
          <p:cNvCxnSpPr>
            <a:cxnSpLocks/>
            <a:stCxn id="48" idx="3"/>
            <a:endCxn id="22" idx="0"/>
          </p:cNvCxnSpPr>
          <p:nvPr/>
        </p:nvCxnSpPr>
        <p:spPr>
          <a:xfrm>
            <a:off x="9862432" y="2230130"/>
            <a:ext cx="4497" cy="89981"/>
          </a:xfrm>
          <a:prstGeom prst="straightConnector1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4230AD9-A424-417E-86B0-669ACDB659AB}"/>
              </a:ext>
            </a:extLst>
          </p:cNvPr>
          <p:cNvSpPr/>
          <p:nvPr/>
        </p:nvSpPr>
        <p:spPr>
          <a:xfrm>
            <a:off x="3510273" y="3884933"/>
            <a:ext cx="1231421" cy="54083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META-INF/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services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3A1A47F-980D-47C8-BC17-B3E80EA4C6D2}"/>
              </a:ext>
            </a:extLst>
          </p:cNvPr>
          <p:cNvCxnSpPr>
            <a:cxnSpLocks/>
            <a:stCxn id="56" idx="3"/>
            <a:endCxn id="37" idx="2"/>
          </p:cNvCxnSpPr>
          <p:nvPr/>
        </p:nvCxnSpPr>
        <p:spPr>
          <a:xfrm flipV="1">
            <a:off x="4741694" y="3714418"/>
            <a:ext cx="1399641" cy="440933"/>
          </a:xfrm>
          <a:prstGeom prst="bentConnector2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7F8B386-4CFC-49F9-BCB9-C64B6632C374}"/>
              </a:ext>
            </a:extLst>
          </p:cNvPr>
          <p:cNvCxnSpPr>
            <a:cxnSpLocks/>
            <a:stCxn id="37" idx="1"/>
            <a:endCxn id="79" idx="0"/>
          </p:cNvCxnSpPr>
          <p:nvPr/>
        </p:nvCxnSpPr>
        <p:spPr>
          <a:xfrm rot="10800000" flipV="1">
            <a:off x="2165731" y="3529751"/>
            <a:ext cx="2937083" cy="939895"/>
          </a:xfrm>
          <a:prstGeom prst="bentConnector2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A9E5F88-A270-4004-9E8B-A62C75FAEA4E}"/>
              </a:ext>
            </a:extLst>
          </p:cNvPr>
          <p:cNvCxnSpPr>
            <a:cxnSpLocks/>
            <a:stCxn id="15" idx="0"/>
            <a:endCxn id="5" idx="0"/>
          </p:cNvCxnSpPr>
          <p:nvPr/>
        </p:nvCxnSpPr>
        <p:spPr>
          <a:xfrm rot="16200000" flipV="1">
            <a:off x="4155721" y="-25010"/>
            <a:ext cx="133350" cy="4562226"/>
          </a:xfrm>
          <a:prstGeom prst="bentConnector3">
            <a:avLst>
              <a:gd name="adj1" fmla="val 271429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7B0FE9A-0B16-4FDB-9469-6C2250C689DD}"/>
              </a:ext>
            </a:extLst>
          </p:cNvPr>
          <p:cNvSpPr txBox="1"/>
          <p:nvPr/>
        </p:nvSpPr>
        <p:spPr>
          <a:xfrm>
            <a:off x="3597041" y="3268141"/>
            <a:ext cx="920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«create»</a:t>
            </a:r>
            <a:endParaRPr lang="en-DE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7AE302-EFF1-47BD-A37F-C93136A9B153}"/>
              </a:ext>
            </a:extLst>
          </p:cNvPr>
          <p:cNvSpPr txBox="1"/>
          <p:nvPr/>
        </p:nvSpPr>
        <p:spPr>
          <a:xfrm>
            <a:off x="4908824" y="4069682"/>
            <a:ext cx="716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«lists»</a:t>
            </a:r>
            <a:endParaRPr lang="en-DE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E1E8C9-29BF-4C57-A602-65D8370BAE37}"/>
              </a:ext>
            </a:extLst>
          </p:cNvPr>
          <p:cNvSpPr txBox="1"/>
          <p:nvPr/>
        </p:nvSpPr>
        <p:spPr>
          <a:xfrm>
            <a:off x="3254485" y="1073935"/>
            <a:ext cx="12080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AasFactory</a:t>
            </a:r>
            <a:endParaRPr lang="en-DE" dirty="0"/>
          </a:p>
        </p:txBody>
      </p:sp>
      <p:cxnSp>
        <p:nvCxnSpPr>
          <p:cNvPr id="72" name="Straight Arrow Connector 64">
            <a:extLst>
              <a:ext uri="{FF2B5EF4-FFF2-40B4-BE49-F238E27FC236}">
                <a16:creationId xmlns:a16="http://schemas.microsoft.com/office/drawing/2014/main" id="{FF2B3E5B-C12D-4BD1-A2A4-90E4F2D51E62}"/>
              </a:ext>
            </a:extLst>
          </p:cNvPr>
          <p:cNvCxnSpPr>
            <a:cxnSpLocks/>
            <a:stCxn id="7" idx="1"/>
            <a:endCxn id="71" idx="1"/>
          </p:cNvCxnSpPr>
          <p:nvPr/>
        </p:nvCxnSpPr>
        <p:spPr>
          <a:xfrm rot="10800000" flipH="1">
            <a:off x="1620520" y="1258601"/>
            <a:ext cx="1633965" cy="3384072"/>
          </a:xfrm>
          <a:prstGeom prst="bentConnector3">
            <a:avLst>
              <a:gd name="adj1" fmla="val -13991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56">
            <a:extLst>
              <a:ext uri="{FF2B5EF4-FFF2-40B4-BE49-F238E27FC236}">
                <a16:creationId xmlns:a16="http://schemas.microsoft.com/office/drawing/2014/main" id="{9AADCBFA-D88E-490B-A5A5-8FFDFEADB949}"/>
              </a:ext>
            </a:extLst>
          </p:cNvPr>
          <p:cNvCxnSpPr>
            <a:cxnSpLocks/>
            <a:stCxn id="56" idx="1"/>
            <a:endCxn id="79" idx="3"/>
          </p:cNvCxnSpPr>
          <p:nvPr/>
        </p:nvCxnSpPr>
        <p:spPr>
          <a:xfrm rot="10800000" flipV="1">
            <a:off x="2262041" y="4155351"/>
            <a:ext cx="1248230" cy="359005"/>
          </a:xfrm>
          <a:prstGeom prst="bentConnector3">
            <a:avLst>
              <a:gd name="adj1" fmla="val 50000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C29CEB9-6A72-4552-B71B-0D9502798D42}"/>
              </a:ext>
            </a:extLst>
          </p:cNvPr>
          <p:cNvSpPr/>
          <p:nvPr/>
        </p:nvSpPr>
        <p:spPr>
          <a:xfrm>
            <a:off x="2069417" y="4469646"/>
            <a:ext cx="192624" cy="8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27799B-F87B-4588-8890-79399C27CBD9}"/>
              </a:ext>
            </a:extLst>
          </p:cNvPr>
          <p:cNvSpPr txBox="1"/>
          <p:nvPr/>
        </p:nvSpPr>
        <p:spPr>
          <a:xfrm>
            <a:off x="2859087" y="3878711"/>
            <a:ext cx="716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«lists»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3181799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4096C93-A707-4C57-B119-6DF7C6673EE4}"/>
              </a:ext>
            </a:extLst>
          </p:cNvPr>
          <p:cNvSpPr/>
          <p:nvPr/>
        </p:nvSpPr>
        <p:spPr>
          <a:xfrm>
            <a:off x="3571335" y="465827"/>
            <a:ext cx="569344" cy="51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DE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05AB94-96E3-437B-8811-D3AE5509EBAF}"/>
              </a:ext>
            </a:extLst>
          </p:cNvPr>
          <p:cNvSpPr/>
          <p:nvPr/>
        </p:nvSpPr>
        <p:spPr>
          <a:xfrm>
            <a:off x="1733909" y="1319842"/>
            <a:ext cx="569344" cy="51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D01008-797A-468D-9C7F-F82E7A2FA2C0}"/>
              </a:ext>
            </a:extLst>
          </p:cNvPr>
          <p:cNvSpPr/>
          <p:nvPr/>
        </p:nvSpPr>
        <p:spPr>
          <a:xfrm>
            <a:off x="3571335" y="1170317"/>
            <a:ext cx="569344" cy="51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037909-60EF-43EC-8962-AD4FAF46F6B4}"/>
              </a:ext>
            </a:extLst>
          </p:cNvPr>
          <p:cNvSpPr/>
          <p:nvPr/>
        </p:nvSpPr>
        <p:spPr>
          <a:xfrm>
            <a:off x="3571335" y="1978324"/>
            <a:ext cx="569344" cy="51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DE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3F6A54-3972-447E-A050-5D92BEBAC26F}"/>
              </a:ext>
            </a:extLst>
          </p:cNvPr>
          <p:cNvSpPr/>
          <p:nvPr/>
        </p:nvSpPr>
        <p:spPr>
          <a:xfrm>
            <a:off x="5526656" y="724619"/>
            <a:ext cx="569344" cy="5175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D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8C8708-7C85-4E39-A84D-C9FBCC1901AB}"/>
              </a:ext>
            </a:extLst>
          </p:cNvPr>
          <p:cNvCxnSpPr>
            <a:stCxn id="3" idx="6"/>
            <a:endCxn id="2" idx="2"/>
          </p:cNvCxnSpPr>
          <p:nvPr/>
        </p:nvCxnSpPr>
        <p:spPr>
          <a:xfrm flipV="1">
            <a:off x="2303253" y="724621"/>
            <a:ext cx="1268082" cy="85401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FD99F8-602E-4E98-852A-921FC07A87C2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 flipV="1">
            <a:off x="2303253" y="1429111"/>
            <a:ext cx="1268082" cy="149525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12507E-E3A3-45C7-B9F9-50D4D4417B90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2303253" y="1578634"/>
            <a:ext cx="1268082" cy="658482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7BB4FB-22B1-486E-9B34-AD9C2E5FEFCE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>
            <a:off x="4140681" y="724619"/>
            <a:ext cx="1385977" cy="258792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0F37C8-3C1B-4236-9FAF-317F5F94117C}"/>
              </a:ext>
            </a:extLst>
          </p:cNvPr>
          <p:cNvCxnSpPr>
            <a:cxnSpLocks/>
            <a:stCxn id="4" idx="6"/>
            <a:endCxn id="6" idx="3"/>
          </p:cNvCxnSpPr>
          <p:nvPr/>
        </p:nvCxnSpPr>
        <p:spPr>
          <a:xfrm flipV="1">
            <a:off x="4140681" y="1166405"/>
            <a:ext cx="1469355" cy="262704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3">
            <a:extLst>
              <a:ext uri="{FF2B5EF4-FFF2-40B4-BE49-F238E27FC236}">
                <a16:creationId xmlns:a16="http://schemas.microsoft.com/office/drawing/2014/main" id="{B7355AE2-C7A9-487C-9A92-7D9AA183F1FB}"/>
              </a:ext>
            </a:extLst>
          </p:cNvPr>
          <p:cNvCxnSpPr>
            <a:cxnSpLocks/>
            <a:stCxn id="6" idx="0"/>
            <a:endCxn id="3" idx="0"/>
          </p:cNvCxnSpPr>
          <p:nvPr/>
        </p:nvCxnSpPr>
        <p:spPr>
          <a:xfrm rot="16200000" flipH="1" flipV="1">
            <a:off x="3617345" y="-874143"/>
            <a:ext cx="595223" cy="3792747"/>
          </a:xfrm>
          <a:prstGeom prst="bentConnector3">
            <a:avLst>
              <a:gd name="adj1" fmla="val -8043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572E7F-544A-4F57-932B-D46BF9B5B95E}"/>
              </a:ext>
            </a:extLst>
          </p:cNvPr>
          <p:cNvSpPr txBox="1"/>
          <p:nvPr/>
        </p:nvSpPr>
        <p:spPr>
          <a:xfrm>
            <a:off x="2851148" y="7658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372ED-7EAD-4285-9E91-1709C4CAC5E5}"/>
              </a:ext>
            </a:extLst>
          </p:cNvPr>
          <p:cNvSpPr txBox="1"/>
          <p:nvPr/>
        </p:nvSpPr>
        <p:spPr>
          <a:xfrm>
            <a:off x="2937294" y="11764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5C563-971E-4008-85F6-1E77ECE44AD4}"/>
              </a:ext>
            </a:extLst>
          </p:cNvPr>
          <p:cNvSpPr txBox="1"/>
          <p:nvPr/>
        </p:nvSpPr>
        <p:spPr>
          <a:xfrm>
            <a:off x="2937294" y="16610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DE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878994-BEEF-46B1-8F01-CF97ED6FCF54}"/>
              </a:ext>
            </a:extLst>
          </p:cNvPr>
          <p:cNvCxnSpPr>
            <a:stCxn id="3" idx="6"/>
          </p:cNvCxnSpPr>
          <p:nvPr/>
        </p:nvCxnSpPr>
        <p:spPr>
          <a:xfrm>
            <a:off x="2303253" y="1578634"/>
            <a:ext cx="1716656" cy="2587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A1F09E-4501-415E-A172-02631CB034CA}"/>
              </a:ext>
            </a:extLst>
          </p:cNvPr>
          <p:cNvCxnSpPr>
            <a:cxnSpLocks/>
            <a:stCxn id="2" idx="3"/>
            <a:endCxn id="15" idx="0"/>
          </p:cNvCxnSpPr>
          <p:nvPr/>
        </p:nvCxnSpPr>
        <p:spPr>
          <a:xfrm flipH="1">
            <a:off x="3088137" y="907614"/>
            <a:ext cx="566576" cy="753471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069F9B-E6B5-4B85-87AA-35E24D3BD686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3546845" y="1612103"/>
            <a:ext cx="107868" cy="158248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68FAAD-303E-41A3-8DF9-8CC7468B31E7}"/>
              </a:ext>
            </a:extLst>
          </p:cNvPr>
          <p:cNvCxnSpPr>
            <a:cxnSpLocks/>
            <a:stCxn id="5" idx="1"/>
          </p:cNvCxnSpPr>
          <p:nvPr/>
        </p:nvCxnSpPr>
        <p:spPr>
          <a:xfrm flipV="1">
            <a:off x="3654713" y="1801982"/>
            <a:ext cx="48288" cy="25214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4342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95C2D-319B-411E-A170-EAB90B11950B}"/>
              </a:ext>
            </a:extLst>
          </p:cNvPr>
          <p:cNvSpPr txBox="1"/>
          <p:nvPr/>
        </p:nvSpPr>
        <p:spPr>
          <a:xfrm>
            <a:off x="464781" y="31591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/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31265-21BC-4D49-A1CE-67E3BF052451}"/>
              </a:ext>
            </a:extLst>
          </p:cNvPr>
          <p:cNvSpPr txBox="1"/>
          <p:nvPr/>
        </p:nvSpPr>
        <p:spPr>
          <a:xfrm>
            <a:off x="598902" y="632007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org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510BF-40B7-4145-9859-A14894228F96}"/>
              </a:ext>
            </a:extLst>
          </p:cNvPr>
          <p:cNvSpPr txBox="1"/>
          <p:nvPr/>
        </p:nvSpPr>
        <p:spPr>
          <a:xfrm>
            <a:off x="621633" y="2752812"/>
            <a:ext cx="130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BOOT-INF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0EAF0-ED26-4422-A5F3-40C504D3A54D}"/>
              </a:ext>
            </a:extLst>
          </p:cNvPr>
          <p:cNvSpPr txBox="1"/>
          <p:nvPr/>
        </p:nvSpPr>
        <p:spPr>
          <a:xfrm>
            <a:off x="594285" y="1863025"/>
            <a:ext cx="1104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META-INF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E1D04-B3F0-4F40-9EA2-AC7787546F05}"/>
              </a:ext>
            </a:extLst>
          </p:cNvPr>
          <p:cNvSpPr txBox="1"/>
          <p:nvPr/>
        </p:nvSpPr>
        <p:spPr>
          <a:xfrm>
            <a:off x="800726" y="873429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springframework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6E543-FBC4-4107-ABE7-260DDA9C8EDA}"/>
              </a:ext>
            </a:extLst>
          </p:cNvPr>
          <p:cNvSpPr txBox="1"/>
          <p:nvPr/>
        </p:nvSpPr>
        <p:spPr>
          <a:xfrm>
            <a:off x="1045561" y="1150832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boot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A41D0-5986-472E-8419-0082E1A82C71}"/>
              </a:ext>
            </a:extLst>
          </p:cNvPr>
          <p:cNvSpPr txBox="1"/>
          <p:nvPr/>
        </p:nvSpPr>
        <p:spPr>
          <a:xfrm>
            <a:off x="1296549" y="1399217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loader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B714ED-FB7F-4464-BB04-35BD74773F00}"/>
              </a:ext>
            </a:extLst>
          </p:cNvPr>
          <p:cNvSpPr txBox="1"/>
          <p:nvPr/>
        </p:nvSpPr>
        <p:spPr>
          <a:xfrm>
            <a:off x="1542287" y="1594000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5230848-473F-448A-A0CB-B3EC0DE2F45F}"/>
              </a:ext>
            </a:extLst>
          </p:cNvPr>
          <p:cNvSpPr/>
          <p:nvPr/>
        </p:nvSpPr>
        <p:spPr>
          <a:xfrm>
            <a:off x="4959096" y="702969"/>
            <a:ext cx="237744" cy="1217414"/>
          </a:xfrm>
          <a:prstGeom prst="rightBrac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7E14C-1879-4683-870C-FD70CE801BDF}"/>
              </a:ext>
            </a:extLst>
          </p:cNvPr>
          <p:cNvSpPr txBox="1"/>
          <p:nvPr/>
        </p:nvSpPr>
        <p:spPr>
          <a:xfrm>
            <a:off x="5196840" y="993740"/>
            <a:ext cx="639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Unpacked </a:t>
            </a:r>
            <a:r>
              <a:rPr lang="en-GB" dirty="0" err="1"/>
              <a:t>startup</a:t>
            </a:r>
            <a:r>
              <a:rPr lang="en-GB" dirty="0"/>
              <a:t> code of Spring Boot/Cloud Stream</a:t>
            </a:r>
          </a:p>
          <a:p>
            <a:r>
              <a:rPr lang="en-GB" dirty="0"/>
              <a:t>(standard JAR packaging)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48638A-AA70-47CA-8D00-F4B9BC5A99BD}"/>
              </a:ext>
            </a:extLst>
          </p:cNvPr>
          <p:cNvSpPr txBox="1"/>
          <p:nvPr/>
        </p:nvSpPr>
        <p:spPr>
          <a:xfrm>
            <a:off x="859333" y="2167599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MANIFEST.MF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9E0994-9821-4BFA-908E-F646718FEA39}"/>
              </a:ext>
            </a:extLst>
          </p:cNvPr>
          <p:cNvSpPr txBox="1"/>
          <p:nvPr/>
        </p:nvSpPr>
        <p:spPr>
          <a:xfrm>
            <a:off x="919159" y="2434056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maven</a:t>
            </a:r>
            <a:endParaRPr lang="en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C333E-6833-400E-85B4-53C075684810}"/>
              </a:ext>
            </a:extLst>
          </p:cNvPr>
          <p:cNvSpPr txBox="1"/>
          <p:nvPr/>
        </p:nvSpPr>
        <p:spPr>
          <a:xfrm>
            <a:off x="825269" y="3054095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classpath.idx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1F11E-C05B-4D93-BA3C-0A1B7A277DED}"/>
              </a:ext>
            </a:extLst>
          </p:cNvPr>
          <p:cNvSpPr txBox="1"/>
          <p:nvPr/>
        </p:nvSpPr>
        <p:spPr>
          <a:xfrm>
            <a:off x="833630" y="3317010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layers.idx</a:t>
            </a:r>
            <a:endParaRPr lang="en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B8388-6C0F-40BA-9B05-6837FDB758D7}"/>
              </a:ext>
            </a:extLst>
          </p:cNvPr>
          <p:cNvSpPr txBox="1"/>
          <p:nvPr/>
        </p:nvSpPr>
        <p:spPr>
          <a:xfrm>
            <a:off x="903831" y="3578240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lib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D75F1D-AE66-4866-81D9-956015BBF82A}"/>
              </a:ext>
            </a:extLst>
          </p:cNvPr>
          <p:cNvSpPr txBox="1"/>
          <p:nvPr/>
        </p:nvSpPr>
        <p:spPr>
          <a:xfrm>
            <a:off x="1133242" y="3840431"/>
            <a:ext cx="309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transport-0.3.0-SNAPSHOT.jar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4A4F7-E887-41A4-A9BE-2B3B77888D0E}"/>
              </a:ext>
            </a:extLst>
          </p:cNvPr>
          <p:cNvSpPr txBox="1"/>
          <p:nvPr/>
        </p:nvSpPr>
        <p:spPr>
          <a:xfrm>
            <a:off x="1132605" y="4259294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95A326-D2E5-49E3-92E3-D24BFD1CBF36}"/>
              </a:ext>
            </a:extLst>
          </p:cNvPr>
          <p:cNvSpPr txBox="1"/>
          <p:nvPr/>
        </p:nvSpPr>
        <p:spPr>
          <a:xfrm>
            <a:off x="945948" y="4470564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classes</a:t>
            </a:r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1B9912-EA01-4C7A-8D4D-65080B2131B1}"/>
              </a:ext>
            </a:extLst>
          </p:cNvPr>
          <p:cNvSpPr txBox="1"/>
          <p:nvPr/>
        </p:nvSpPr>
        <p:spPr>
          <a:xfrm>
            <a:off x="1200912" y="4735618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iip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5C143-0108-4A1C-B03F-37F1133606E9}"/>
              </a:ext>
            </a:extLst>
          </p:cNvPr>
          <p:cNvSpPr txBox="1"/>
          <p:nvPr/>
        </p:nvSpPr>
        <p:spPr>
          <a:xfrm>
            <a:off x="1120049" y="4059176"/>
            <a:ext cx="349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myServiceImp-0.1.0-SNAPSHOT.jar</a:t>
            </a:r>
            <a:endParaRPr lang="en-DE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2EEE8-BA2F-42B1-9784-B63E32516F8F}"/>
              </a:ext>
            </a:extLst>
          </p:cNvPr>
          <p:cNvSpPr txBox="1"/>
          <p:nvPr/>
        </p:nvSpPr>
        <p:spPr>
          <a:xfrm>
            <a:off x="1404565" y="5014385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datatypes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8455B9-E533-4633-BF50-3123D6BA8AE3}"/>
              </a:ext>
            </a:extLst>
          </p:cNvPr>
          <p:cNvSpPr txBox="1"/>
          <p:nvPr/>
        </p:nvSpPr>
        <p:spPr>
          <a:xfrm>
            <a:off x="1421173" y="5275407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interfaces</a:t>
            </a:r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44906A-3914-4B4C-A50E-0A652BC231C2}"/>
              </a:ext>
            </a:extLst>
          </p:cNvPr>
          <p:cNvSpPr txBox="1"/>
          <p:nvPr/>
        </p:nvSpPr>
        <p:spPr>
          <a:xfrm>
            <a:off x="1431215" y="5498054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serializers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8DB91-E734-439D-9B16-D954698F690C}"/>
              </a:ext>
            </a:extLst>
          </p:cNvPr>
          <p:cNvSpPr txBox="1"/>
          <p:nvPr/>
        </p:nvSpPr>
        <p:spPr>
          <a:xfrm>
            <a:off x="1442832" y="5752005"/>
            <a:ext cx="15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Starter.class</a:t>
            </a:r>
            <a:endParaRPr lang="en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B57ADE-A922-458A-9E34-287EF6AB73E1}"/>
              </a:ext>
            </a:extLst>
          </p:cNvPr>
          <p:cNvSpPr txBox="1"/>
          <p:nvPr/>
        </p:nvSpPr>
        <p:spPr>
          <a:xfrm>
            <a:off x="1229149" y="6025075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application.yml</a:t>
            </a:r>
            <a:endParaRPr lang="en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17CD8C-EBC0-4B9F-ABF3-AA35A3F0D78E}"/>
              </a:ext>
            </a:extLst>
          </p:cNvPr>
          <p:cNvSpPr txBox="1"/>
          <p:nvPr/>
        </p:nvSpPr>
        <p:spPr>
          <a:xfrm>
            <a:off x="1238859" y="6302237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deployment.yml</a:t>
            </a: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416634-6A47-4305-80F6-F0348193AA0C}"/>
              </a:ext>
            </a:extLst>
          </p:cNvPr>
          <p:cNvSpPr txBox="1"/>
          <p:nvPr/>
        </p:nvSpPr>
        <p:spPr>
          <a:xfrm>
            <a:off x="1254587" y="6529222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logback.yml</a:t>
            </a:r>
            <a:endParaRPr lang="en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20B31-27C5-4A61-A4C0-4BA9E850CE86}"/>
              </a:ext>
            </a:extLst>
          </p:cNvPr>
          <p:cNvSpPr txBox="1"/>
          <p:nvPr/>
        </p:nvSpPr>
        <p:spPr>
          <a:xfrm>
            <a:off x="1292517" y="6861979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kodex.zip</a:t>
            </a:r>
            <a:endParaRPr lang="en-DE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63D3B6-1875-454A-9CD3-210268A2D795}"/>
              </a:ext>
            </a:extLst>
          </p:cNvPr>
          <p:cNvSpPr txBox="1"/>
          <p:nvPr/>
        </p:nvSpPr>
        <p:spPr>
          <a:xfrm>
            <a:off x="1296549" y="7088964"/>
            <a:ext cx="264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kodex_pseudonymizer.zip</a:t>
            </a:r>
            <a:endParaRPr lang="en-DE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65791C-5AF5-4E69-85AE-A8854CB5713C}"/>
              </a:ext>
            </a:extLst>
          </p:cNvPr>
          <p:cNvSpPr txBox="1"/>
          <p:nvPr/>
        </p:nvSpPr>
        <p:spPr>
          <a:xfrm>
            <a:off x="1276399" y="7332085"/>
            <a:ext cx="311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python_kodexPythonService.zip</a:t>
            </a:r>
            <a:endParaRPr lang="en-DE" i="1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45F29C9-F2CD-46E4-9819-5C03EBBD6A70}"/>
              </a:ext>
            </a:extLst>
          </p:cNvPr>
          <p:cNvCxnSpPr>
            <a:cxnSpLocks/>
            <a:stCxn id="62" idx="2"/>
            <a:endCxn id="70" idx="1"/>
          </p:cNvCxnSpPr>
          <p:nvPr/>
        </p:nvCxnSpPr>
        <p:spPr>
          <a:xfrm rot="16200000" flipH="1">
            <a:off x="227918" y="664995"/>
            <a:ext cx="202311" cy="824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5B0323D-501E-46D7-A91B-F8987EA8117F}"/>
              </a:ext>
            </a:extLst>
          </p:cNvPr>
          <p:cNvCxnSpPr>
            <a:cxnSpLocks/>
            <a:stCxn id="70" idx="2"/>
            <a:endCxn id="75" idx="1"/>
          </p:cNvCxnSpPr>
          <p:nvPr/>
        </p:nvCxnSpPr>
        <p:spPr>
          <a:xfrm rot="16200000" flipH="1">
            <a:off x="480289" y="943417"/>
            <a:ext cx="157363" cy="79867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9D8944B-522E-4620-A664-6793DD938AF5}"/>
              </a:ext>
            </a:extLst>
          </p:cNvPr>
          <p:cNvCxnSpPr>
            <a:cxnSpLocks/>
            <a:stCxn id="75" idx="2"/>
            <a:endCxn id="77" idx="1"/>
          </p:cNvCxnSpPr>
          <p:nvPr/>
        </p:nvCxnSpPr>
        <p:spPr>
          <a:xfrm rot="16200000" flipH="1">
            <a:off x="700805" y="1206209"/>
            <a:ext cx="171327" cy="77602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CAEE760-D4A0-4363-A22D-875E7B923BD9}"/>
              </a:ext>
            </a:extLst>
          </p:cNvPr>
          <p:cNvCxnSpPr>
            <a:cxnSpLocks/>
            <a:stCxn id="77" idx="2"/>
            <a:endCxn id="78" idx="1"/>
          </p:cNvCxnSpPr>
          <p:nvPr/>
        </p:nvCxnSpPr>
        <p:spPr>
          <a:xfrm rot="16200000" flipH="1">
            <a:off x="942455" y="1459567"/>
            <a:ext cx="147929" cy="84774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2B0EF3B-CD37-48B3-8BE8-4A5BAFB38989}"/>
              </a:ext>
            </a:extLst>
          </p:cNvPr>
          <p:cNvCxnSpPr>
            <a:cxnSpLocks/>
            <a:stCxn id="78" idx="2"/>
            <a:endCxn id="79" idx="1"/>
          </p:cNvCxnSpPr>
          <p:nvPr/>
        </p:nvCxnSpPr>
        <p:spPr>
          <a:xfrm rot="16200000" flipH="1">
            <a:off x="1186389" y="1694413"/>
            <a:ext cx="149832" cy="107476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60783CD-5E03-49FE-87A2-E0907F7071CC}"/>
              </a:ext>
            </a:extLst>
          </p:cNvPr>
          <p:cNvCxnSpPr>
            <a:cxnSpLocks/>
            <a:stCxn id="62" idx="2"/>
            <a:endCxn id="106" idx="1"/>
          </p:cNvCxnSpPr>
          <p:nvPr/>
        </p:nvCxnSpPr>
        <p:spPr>
          <a:xfrm rot="16200000" flipH="1">
            <a:off x="-381067" y="1273978"/>
            <a:ext cx="1420277" cy="824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47C01FC-9CDB-43E2-9303-D3C135B1A490}"/>
              </a:ext>
            </a:extLst>
          </p:cNvPr>
          <p:cNvCxnSpPr>
            <a:cxnSpLocks/>
            <a:stCxn id="106" idx="2"/>
            <a:endCxn id="64" idx="1"/>
          </p:cNvCxnSpPr>
          <p:nvPr/>
        </p:nvCxnSpPr>
        <p:spPr>
          <a:xfrm rot="16200000" flipH="1">
            <a:off x="511811" y="2129860"/>
            <a:ext cx="204199" cy="189746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6331BD2-FFA5-42D7-A415-792A2F17A54F}"/>
              </a:ext>
            </a:extLst>
          </p:cNvPr>
          <p:cNvCxnSpPr>
            <a:cxnSpLocks/>
            <a:stCxn id="106" idx="2"/>
            <a:endCxn id="117" idx="1"/>
          </p:cNvCxnSpPr>
          <p:nvPr/>
        </p:nvCxnSpPr>
        <p:spPr>
          <a:xfrm rot="16200000" flipH="1">
            <a:off x="353407" y="2288262"/>
            <a:ext cx="491950" cy="160694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BD42B855-A918-4F09-B6BA-3204806576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9107" y="410409"/>
            <a:ext cx="297526" cy="19463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A2895CA-708F-4D11-8813-5EC4269D4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8783" y="2209124"/>
            <a:ext cx="187647" cy="2354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73F6EFD-27D3-43A4-A9B5-C5946616AF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0272" y="710036"/>
            <a:ext cx="297526" cy="19463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9F240CE-6B63-4A65-B621-D96A953288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8902" y="964715"/>
            <a:ext cx="297526" cy="194632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0B07B0E-1274-4172-8D9E-7482436011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5267" y="1233358"/>
            <a:ext cx="297526" cy="19463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B6576E4-CD6D-4B20-B74E-9642F01F2A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58804" y="1478603"/>
            <a:ext cx="297526" cy="1946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D5AE4C7-67F1-49BD-A3D2-1357A3B7A5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15043" y="1725751"/>
            <a:ext cx="297526" cy="194632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C0BE55E-7B68-4102-9379-67ECFE534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0272" y="1928002"/>
            <a:ext cx="297526" cy="194632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7D47A6C2-730D-4296-A6A3-87AE70E6F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9729" y="2517268"/>
            <a:ext cx="297526" cy="194632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0F255E37-E90B-4EED-81A8-ABA197D2A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203" y="2826313"/>
            <a:ext cx="297526" cy="194632"/>
          </a:xfrm>
          <a:prstGeom prst="rect">
            <a:avLst/>
          </a:prstGeom>
        </p:spPr>
      </p:pic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685245C3-888A-4CC9-9F95-09C22D9E3058}"/>
              </a:ext>
            </a:extLst>
          </p:cNvPr>
          <p:cNvCxnSpPr>
            <a:cxnSpLocks/>
            <a:stCxn id="62" idx="2"/>
            <a:endCxn id="123" idx="1"/>
          </p:cNvCxnSpPr>
          <p:nvPr/>
        </p:nvCxnSpPr>
        <p:spPr>
          <a:xfrm rot="16200000" flipH="1">
            <a:off x="-824258" y="1717168"/>
            <a:ext cx="2318588" cy="943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Picture 127">
            <a:extLst>
              <a:ext uri="{FF2B5EF4-FFF2-40B4-BE49-F238E27FC236}">
                <a16:creationId xmlns:a16="http://schemas.microsoft.com/office/drawing/2014/main" id="{449FA7F5-59F6-48E8-82D4-241D498F0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0772" y="3114759"/>
            <a:ext cx="187647" cy="235418"/>
          </a:xfrm>
          <a:prstGeom prst="rect">
            <a:avLst/>
          </a:prstGeom>
        </p:spPr>
      </p:pic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54482D7A-8117-46FB-9B6A-5832035863C1}"/>
              </a:ext>
            </a:extLst>
          </p:cNvPr>
          <p:cNvCxnSpPr>
            <a:cxnSpLocks/>
            <a:stCxn id="123" idx="2"/>
            <a:endCxn id="128" idx="1"/>
          </p:cNvCxnSpPr>
          <p:nvPr/>
        </p:nvCxnSpPr>
        <p:spPr>
          <a:xfrm rot="16200000" flipH="1">
            <a:off x="500109" y="3051804"/>
            <a:ext cx="211523" cy="1498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C4166667-1092-4E50-9170-481E48CD65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0772" y="3379126"/>
            <a:ext cx="187647" cy="235418"/>
          </a:xfrm>
          <a:prstGeom prst="rect">
            <a:avLst/>
          </a:prstGeom>
        </p:spPr>
      </p:pic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BC545E40-1F37-40F1-8AD4-6BC4FCCC27A5}"/>
              </a:ext>
            </a:extLst>
          </p:cNvPr>
          <p:cNvCxnSpPr>
            <a:cxnSpLocks/>
            <a:stCxn id="123" idx="2"/>
            <a:endCxn id="134" idx="1"/>
          </p:cNvCxnSpPr>
          <p:nvPr/>
        </p:nvCxnSpPr>
        <p:spPr>
          <a:xfrm rot="16200000" flipH="1">
            <a:off x="367923" y="3183988"/>
            <a:ext cx="475890" cy="1498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88F777A2-AE68-4326-AEEF-049645152D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6504" y="3652634"/>
            <a:ext cx="297526" cy="194632"/>
          </a:xfrm>
          <a:prstGeom prst="rect">
            <a:avLst/>
          </a:prstGeom>
        </p:spPr>
      </p:pic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1D456AA1-BF90-49AB-9D4A-D7CEE6BEFBF9}"/>
              </a:ext>
            </a:extLst>
          </p:cNvPr>
          <p:cNvCxnSpPr>
            <a:cxnSpLocks/>
            <a:stCxn id="123" idx="2"/>
            <a:endCxn id="138" idx="1"/>
          </p:cNvCxnSpPr>
          <p:nvPr/>
        </p:nvCxnSpPr>
        <p:spPr>
          <a:xfrm rot="16200000" flipH="1">
            <a:off x="239235" y="3312678"/>
            <a:ext cx="729005" cy="14553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851E6312-D887-45DA-B6FB-BAA8C099EF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94245" y="3876268"/>
            <a:ext cx="187032" cy="221290"/>
          </a:xfrm>
          <a:prstGeom prst="rect">
            <a:avLst/>
          </a:prstGeom>
        </p:spPr>
      </p:pic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939D2E81-B414-4856-A45A-D71094112F3B}"/>
              </a:ext>
            </a:extLst>
          </p:cNvPr>
          <p:cNvCxnSpPr>
            <a:cxnSpLocks/>
            <a:stCxn id="138" idx="2"/>
            <a:endCxn id="145" idx="1"/>
          </p:cNvCxnSpPr>
          <p:nvPr/>
        </p:nvCxnSpPr>
        <p:spPr>
          <a:xfrm rot="16200000" flipH="1">
            <a:off x="839935" y="3832600"/>
            <a:ext cx="139647" cy="168978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2DB19094-BB4A-411E-9AD5-D063B6ABCBC4}"/>
              </a:ext>
            </a:extLst>
          </p:cNvPr>
          <p:cNvCxnSpPr>
            <a:cxnSpLocks/>
            <a:stCxn id="138" idx="2"/>
            <a:endCxn id="156" idx="1"/>
          </p:cNvCxnSpPr>
          <p:nvPr/>
        </p:nvCxnSpPr>
        <p:spPr>
          <a:xfrm rot="16200000" flipH="1">
            <a:off x="719950" y="3952585"/>
            <a:ext cx="363989" cy="153350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" name="Picture 155">
            <a:extLst>
              <a:ext uri="{FF2B5EF4-FFF2-40B4-BE49-F238E27FC236}">
                <a16:creationId xmlns:a16="http://schemas.microsoft.com/office/drawing/2014/main" id="{F0472189-C79C-4DFF-9FE3-3B8F5A2978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78617" y="4100610"/>
            <a:ext cx="187032" cy="221290"/>
          </a:xfrm>
          <a:prstGeom prst="rect">
            <a:avLst/>
          </a:prstGeom>
        </p:spPr>
      </p:pic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AB352A55-607A-48B9-A997-1066A4167FA6}"/>
              </a:ext>
            </a:extLst>
          </p:cNvPr>
          <p:cNvCxnSpPr>
            <a:cxnSpLocks/>
            <a:stCxn id="138" idx="2"/>
            <a:endCxn id="164" idx="1"/>
          </p:cNvCxnSpPr>
          <p:nvPr/>
        </p:nvCxnSpPr>
        <p:spPr>
          <a:xfrm rot="16200000" flipH="1">
            <a:off x="601369" y="4071165"/>
            <a:ext cx="592740" cy="144945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Picture 163">
            <a:extLst>
              <a:ext uri="{FF2B5EF4-FFF2-40B4-BE49-F238E27FC236}">
                <a16:creationId xmlns:a16="http://schemas.microsoft.com/office/drawing/2014/main" id="{5736AD3F-D82D-4F64-A63D-75D1EC690C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70212" y="4329361"/>
            <a:ext cx="187032" cy="221290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913CE6D1-353D-4767-97D3-88C23BD242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2409" y="4557914"/>
            <a:ext cx="297526" cy="194632"/>
          </a:xfrm>
          <a:prstGeom prst="rect">
            <a:avLst/>
          </a:prstGeom>
        </p:spPr>
      </p:pic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D6EF45ED-21A7-43FF-A108-7AC5B8906B48}"/>
              </a:ext>
            </a:extLst>
          </p:cNvPr>
          <p:cNvCxnSpPr>
            <a:cxnSpLocks/>
            <a:stCxn id="123" idx="2"/>
            <a:endCxn id="167" idx="1"/>
          </p:cNvCxnSpPr>
          <p:nvPr/>
        </p:nvCxnSpPr>
        <p:spPr>
          <a:xfrm rot="16200000" flipH="1">
            <a:off x="-215454" y="3767367"/>
            <a:ext cx="1634285" cy="1414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Picture 172">
            <a:extLst>
              <a:ext uri="{FF2B5EF4-FFF2-40B4-BE49-F238E27FC236}">
                <a16:creationId xmlns:a16="http://schemas.microsoft.com/office/drawing/2014/main" id="{E1F1B257-C75D-4A35-A494-DD6647C3F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3370" y="4837034"/>
            <a:ext cx="297526" cy="194632"/>
          </a:xfrm>
          <a:prstGeom prst="rect">
            <a:avLst/>
          </a:prstGeom>
        </p:spPr>
      </p:pic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C1F18C76-F63C-4C7D-9F42-DA3CF3A5F623}"/>
              </a:ext>
            </a:extLst>
          </p:cNvPr>
          <p:cNvCxnSpPr>
            <a:cxnSpLocks/>
            <a:stCxn id="167" idx="2"/>
            <a:endCxn id="173" idx="1"/>
          </p:cNvCxnSpPr>
          <p:nvPr/>
        </p:nvCxnSpPr>
        <p:spPr>
          <a:xfrm rot="16200000" flipH="1">
            <a:off x="781369" y="4792349"/>
            <a:ext cx="181804" cy="102198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9" name="Picture 178">
            <a:extLst>
              <a:ext uri="{FF2B5EF4-FFF2-40B4-BE49-F238E27FC236}">
                <a16:creationId xmlns:a16="http://schemas.microsoft.com/office/drawing/2014/main" id="{3626F58E-21D3-43B5-9D13-FA6E692FC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73588" y="5117967"/>
            <a:ext cx="297526" cy="194632"/>
          </a:xfrm>
          <a:prstGeom prst="rect">
            <a:avLst/>
          </a:prstGeom>
        </p:spPr>
      </p:pic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6130A0B4-BF69-4E8E-9019-E4AC52633768}"/>
              </a:ext>
            </a:extLst>
          </p:cNvPr>
          <p:cNvCxnSpPr>
            <a:cxnSpLocks/>
            <a:stCxn id="173" idx="2"/>
            <a:endCxn id="179" idx="1"/>
          </p:cNvCxnSpPr>
          <p:nvPr/>
        </p:nvCxnSpPr>
        <p:spPr>
          <a:xfrm rot="16200000" flipH="1">
            <a:off x="1031054" y="5072748"/>
            <a:ext cx="183617" cy="101455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" name="Picture 183">
            <a:extLst>
              <a:ext uri="{FF2B5EF4-FFF2-40B4-BE49-F238E27FC236}">
                <a16:creationId xmlns:a16="http://schemas.microsoft.com/office/drawing/2014/main" id="{CCFBA3B9-E8CC-4E57-B766-84818CD6B3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73588" y="5365643"/>
            <a:ext cx="297526" cy="194632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AFBFA293-FF2B-440D-894A-916D046A05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66962" y="5607546"/>
            <a:ext cx="297526" cy="194632"/>
          </a:xfrm>
          <a:prstGeom prst="rect">
            <a:avLst/>
          </a:prstGeom>
        </p:spPr>
      </p:pic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CC5F6D86-8D99-408B-8F05-A1A5E911C9C9}"/>
              </a:ext>
            </a:extLst>
          </p:cNvPr>
          <p:cNvCxnSpPr>
            <a:cxnSpLocks/>
            <a:stCxn id="173" idx="2"/>
            <a:endCxn id="184" idx="1"/>
          </p:cNvCxnSpPr>
          <p:nvPr/>
        </p:nvCxnSpPr>
        <p:spPr>
          <a:xfrm rot="16200000" flipH="1">
            <a:off x="907216" y="5196586"/>
            <a:ext cx="431293" cy="101455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AAE18A51-DFE6-4ECD-B226-656CCE182DF0}"/>
              </a:ext>
            </a:extLst>
          </p:cNvPr>
          <p:cNvCxnSpPr>
            <a:cxnSpLocks/>
            <a:stCxn id="173" idx="2"/>
            <a:endCxn id="185" idx="1"/>
          </p:cNvCxnSpPr>
          <p:nvPr/>
        </p:nvCxnSpPr>
        <p:spPr>
          <a:xfrm rot="16200000" flipH="1">
            <a:off x="782949" y="5320851"/>
            <a:ext cx="673196" cy="94829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2" name="Picture 191">
            <a:extLst>
              <a:ext uri="{FF2B5EF4-FFF2-40B4-BE49-F238E27FC236}">
                <a16:creationId xmlns:a16="http://schemas.microsoft.com/office/drawing/2014/main" id="{098FE817-017D-4940-B79B-791665ACD2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82883" y="5830900"/>
            <a:ext cx="187032" cy="221290"/>
          </a:xfrm>
          <a:prstGeom prst="rect">
            <a:avLst/>
          </a:prstGeom>
        </p:spPr>
      </p:pic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22566333-7DCD-486C-8E98-0EFA96D220AD}"/>
              </a:ext>
            </a:extLst>
          </p:cNvPr>
          <p:cNvCxnSpPr>
            <a:cxnSpLocks/>
            <a:stCxn id="173" idx="2"/>
            <a:endCxn id="192" idx="1"/>
          </p:cNvCxnSpPr>
          <p:nvPr/>
        </p:nvCxnSpPr>
        <p:spPr>
          <a:xfrm rot="16200000" flipH="1">
            <a:off x="672571" y="5431230"/>
            <a:ext cx="909879" cy="110750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" name="Picture 195">
            <a:extLst>
              <a:ext uri="{FF2B5EF4-FFF2-40B4-BE49-F238E27FC236}">
                <a16:creationId xmlns:a16="http://schemas.microsoft.com/office/drawing/2014/main" id="{0C0B0E43-7811-4A4C-9C08-14E34D681C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73660" y="6102344"/>
            <a:ext cx="187647" cy="235418"/>
          </a:xfrm>
          <a:prstGeom prst="rect">
            <a:avLst/>
          </a:prstGeom>
        </p:spPr>
      </p:pic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2D8B8DC2-12F3-4690-BDD8-B87518165CBF}"/>
              </a:ext>
            </a:extLst>
          </p:cNvPr>
          <p:cNvCxnSpPr>
            <a:cxnSpLocks/>
            <a:stCxn id="167" idx="2"/>
            <a:endCxn id="196" idx="1"/>
          </p:cNvCxnSpPr>
          <p:nvPr/>
        </p:nvCxnSpPr>
        <p:spPr>
          <a:xfrm rot="16200000" flipH="1">
            <a:off x="213664" y="5360056"/>
            <a:ext cx="1467507" cy="252486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00">
            <a:extLst>
              <a:ext uri="{FF2B5EF4-FFF2-40B4-BE49-F238E27FC236}">
                <a16:creationId xmlns:a16="http://schemas.microsoft.com/office/drawing/2014/main" id="{6E45FA20-F1E5-4739-9ABA-7DBDAB510A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79766" y="6369831"/>
            <a:ext cx="187647" cy="235418"/>
          </a:xfrm>
          <a:prstGeom prst="rect">
            <a:avLst/>
          </a:prstGeom>
        </p:spPr>
      </p:pic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AD65B4CD-5159-4567-9A8B-801358709C08}"/>
              </a:ext>
            </a:extLst>
          </p:cNvPr>
          <p:cNvCxnSpPr>
            <a:cxnSpLocks/>
            <a:stCxn id="167" idx="2"/>
            <a:endCxn id="201" idx="1"/>
          </p:cNvCxnSpPr>
          <p:nvPr/>
        </p:nvCxnSpPr>
        <p:spPr>
          <a:xfrm rot="16200000" flipH="1">
            <a:off x="82971" y="5490747"/>
            <a:ext cx="1734994" cy="258592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" name="Picture 204">
            <a:extLst>
              <a:ext uri="{FF2B5EF4-FFF2-40B4-BE49-F238E27FC236}">
                <a16:creationId xmlns:a16="http://schemas.microsoft.com/office/drawing/2014/main" id="{7C32347A-B816-4735-97E2-1BC74AD8B7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87455" y="6644454"/>
            <a:ext cx="187647" cy="235418"/>
          </a:xfrm>
          <a:prstGeom prst="rect">
            <a:avLst/>
          </a:prstGeom>
        </p:spPr>
      </p:pic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1478B397-E8AD-4C6A-8770-EA7C412D858F}"/>
              </a:ext>
            </a:extLst>
          </p:cNvPr>
          <p:cNvCxnSpPr>
            <a:cxnSpLocks/>
            <a:stCxn id="167" idx="2"/>
            <a:endCxn id="205" idx="1"/>
          </p:cNvCxnSpPr>
          <p:nvPr/>
        </p:nvCxnSpPr>
        <p:spPr>
          <a:xfrm rot="16200000" flipH="1">
            <a:off x="-50495" y="5624215"/>
            <a:ext cx="2009617" cy="266281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Picture 214">
            <a:extLst>
              <a:ext uri="{FF2B5EF4-FFF2-40B4-BE49-F238E27FC236}">
                <a16:creationId xmlns:a16="http://schemas.microsoft.com/office/drawing/2014/main" id="{2BE01904-74A4-4AFF-8EB6-EA6A80E50E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38175" y="6911590"/>
            <a:ext cx="276868" cy="243558"/>
          </a:xfrm>
          <a:prstGeom prst="rect">
            <a:avLst/>
          </a:prstGeom>
        </p:spPr>
      </p:pic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F78448E4-E533-4268-8ECC-D83C8D1879FD}"/>
              </a:ext>
            </a:extLst>
          </p:cNvPr>
          <p:cNvCxnSpPr>
            <a:cxnSpLocks/>
            <a:stCxn id="167" idx="2"/>
            <a:endCxn id="215" idx="1"/>
          </p:cNvCxnSpPr>
          <p:nvPr/>
        </p:nvCxnSpPr>
        <p:spPr>
          <a:xfrm rot="16200000" flipH="1">
            <a:off x="-210737" y="5784457"/>
            <a:ext cx="2280823" cy="217003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016863D2-89E7-4193-912F-DE4EC40D9EF5}"/>
              </a:ext>
            </a:extLst>
          </p:cNvPr>
          <p:cNvCxnSpPr>
            <a:cxnSpLocks/>
            <a:stCxn id="167" idx="2"/>
            <a:endCxn id="221" idx="1"/>
          </p:cNvCxnSpPr>
          <p:nvPr/>
        </p:nvCxnSpPr>
        <p:spPr>
          <a:xfrm rot="16200000" flipH="1">
            <a:off x="-330351" y="5904069"/>
            <a:ext cx="2533289" cy="230242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1" name="Picture 220">
            <a:extLst>
              <a:ext uri="{FF2B5EF4-FFF2-40B4-BE49-F238E27FC236}">
                <a16:creationId xmlns:a16="http://schemas.microsoft.com/office/drawing/2014/main" id="{A119F3AA-922C-4BAF-8E04-99EB163D885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51414" y="7164056"/>
            <a:ext cx="276868" cy="243558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81BF9324-BD91-46AD-BE36-CB25109B09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45561" y="7384540"/>
            <a:ext cx="276868" cy="243558"/>
          </a:xfrm>
          <a:prstGeom prst="rect">
            <a:avLst/>
          </a:prstGeom>
        </p:spPr>
      </p:pic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ABA0FE58-D9A7-44E7-B7ED-C621B03D6F95}"/>
              </a:ext>
            </a:extLst>
          </p:cNvPr>
          <p:cNvCxnSpPr>
            <a:cxnSpLocks/>
            <a:stCxn id="167" idx="2"/>
            <a:endCxn id="224" idx="1"/>
          </p:cNvCxnSpPr>
          <p:nvPr/>
        </p:nvCxnSpPr>
        <p:spPr>
          <a:xfrm rot="16200000" flipH="1">
            <a:off x="-443520" y="6017237"/>
            <a:ext cx="2753773" cy="224389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Right Brace 228">
            <a:extLst>
              <a:ext uri="{FF2B5EF4-FFF2-40B4-BE49-F238E27FC236}">
                <a16:creationId xmlns:a16="http://schemas.microsoft.com/office/drawing/2014/main" id="{51979C9C-07A6-48B5-BC28-AF9DAF6B172A}"/>
              </a:ext>
            </a:extLst>
          </p:cNvPr>
          <p:cNvSpPr/>
          <p:nvPr/>
        </p:nvSpPr>
        <p:spPr>
          <a:xfrm>
            <a:off x="4959096" y="1963334"/>
            <a:ext cx="267926" cy="725451"/>
          </a:xfrm>
          <a:prstGeom prst="rightBrac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86CC949-9C49-404A-B523-EA7B15D48250}"/>
              </a:ext>
            </a:extLst>
          </p:cNvPr>
          <p:cNvSpPr txBox="1"/>
          <p:nvPr/>
        </p:nvSpPr>
        <p:spPr>
          <a:xfrm>
            <a:off x="5196840" y="2009035"/>
            <a:ext cx="511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 meta information and main class entry pointing to Spring </a:t>
            </a:r>
            <a:r>
              <a:rPr lang="en-GB" dirty="0" err="1"/>
              <a:t>startup</a:t>
            </a:r>
            <a:r>
              <a:rPr lang="en-GB" dirty="0"/>
              <a:t> code (standard JAR packaging)</a:t>
            </a:r>
          </a:p>
        </p:txBody>
      </p:sp>
      <p:sp>
        <p:nvSpPr>
          <p:cNvPr id="231" name="Right Brace 230">
            <a:extLst>
              <a:ext uri="{FF2B5EF4-FFF2-40B4-BE49-F238E27FC236}">
                <a16:creationId xmlns:a16="http://schemas.microsoft.com/office/drawing/2014/main" id="{2192BAAA-342F-46E0-B9A7-533C3516D430}"/>
              </a:ext>
            </a:extLst>
          </p:cNvPr>
          <p:cNvSpPr/>
          <p:nvPr/>
        </p:nvSpPr>
        <p:spPr>
          <a:xfrm>
            <a:off x="5098796" y="3023363"/>
            <a:ext cx="237744" cy="591183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6EBCB74-6699-4263-844C-9972B9921089}"/>
              </a:ext>
            </a:extLst>
          </p:cNvPr>
          <p:cNvSpPr txBox="1"/>
          <p:nvPr/>
        </p:nvSpPr>
        <p:spPr>
          <a:xfrm>
            <a:off x="5336540" y="3002080"/>
            <a:ext cx="511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Index files created by Spring Boot packager to support class loading</a:t>
            </a:r>
          </a:p>
        </p:txBody>
      </p:sp>
      <p:sp>
        <p:nvSpPr>
          <p:cNvPr id="233" name="Right Brace 232">
            <a:extLst>
              <a:ext uri="{FF2B5EF4-FFF2-40B4-BE49-F238E27FC236}">
                <a16:creationId xmlns:a16="http://schemas.microsoft.com/office/drawing/2014/main" id="{66DCE7AA-1730-4CF2-916D-3DBB0B3960EA}"/>
              </a:ext>
            </a:extLst>
          </p:cNvPr>
          <p:cNvSpPr/>
          <p:nvPr/>
        </p:nvSpPr>
        <p:spPr>
          <a:xfrm>
            <a:off x="5098796" y="3626080"/>
            <a:ext cx="237744" cy="924573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AD42422F-46DA-4A20-BF17-3DCE8AA2DA8F}"/>
              </a:ext>
            </a:extLst>
          </p:cNvPr>
          <p:cNvSpPr txBox="1"/>
          <p:nvPr/>
        </p:nvSpPr>
        <p:spPr>
          <a:xfrm>
            <a:off x="5336540" y="3670742"/>
            <a:ext cx="5111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Re-packaged Java libraries as uncompressed jar files, including platform parts, dependencies and Java service implementation</a:t>
            </a:r>
          </a:p>
        </p:txBody>
      </p:sp>
      <p:sp>
        <p:nvSpPr>
          <p:cNvPr id="235" name="Right Brace 234">
            <a:extLst>
              <a:ext uri="{FF2B5EF4-FFF2-40B4-BE49-F238E27FC236}">
                <a16:creationId xmlns:a16="http://schemas.microsoft.com/office/drawing/2014/main" id="{68DD1ED1-1B6D-419A-B2C9-2FF4615A35D0}"/>
              </a:ext>
            </a:extLst>
          </p:cNvPr>
          <p:cNvSpPr/>
          <p:nvPr/>
        </p:nvSpPr>
        <p:spPr>
          <a:xfrm>
            <a:off x="5098796" y="4557088"/>
            <a:ext cx="237744" cy="155098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05AE79E-92CB-4B5A-9CB1-23C4AB3F90DB}"/>
              </a:ext>
            </a:extLst>
          </p:cNvPr>
          <p:cNvSpPr txBox="1"/>
          <p:nvPr/>
        </p:nvSpPr>
        <p:spPr>
          <a:xfrm>
            <a:off x="5302449" y="4802568"/>
            <a:ext cx="5111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application interfaces for platform, including interfaces for this application as well as generated Starter class for Java service environment.</a:t>
            </a:r>
          </a:p>
        </p:txBody>
      </p:sp>
      <p:sp>
        <p:nvSpPr>
          <p:cNvPr id="237" name="Right Brace 236">
            <a:extLst>
              <a:ext uri="{FF2B5EF4-FFF2-40B4-BE49-F238E27FC236}">
                <a16:creationId xmlns:a16="http://schemas.microsoft.com/office/drawing/2014/main" id="{BE34E021-1E1F-4ED9-A058-03672720DCD5}"/>
              </a:ext>
            </a:extLst>
          </p:cNvPr>
          <p:cNvSpPr/>
          <p:nvPr/>
        </p:nvSpPr>
        <p:spPr>
          <a:xfrm>
            <a:off x="5098796" y="6077116"/>
            <a:ext cx="237744" cy="821438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E59E81F7-D2DE-4822-B54B-3BE64D39D85F}"/>
              </a:ext>
            </a:extLst>
          </p:cNvPr>
          <p:cNvSpPr txBox="1"/>
          <p:nvPr/>
        </p:nvSpPr>
        <p:spPr>
          <a:xfrm>
            <a:off x="4790440" y="2688783"/>
            <a:ext cx="750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Application</a:t>
            </a:r>
            <a:r>
              <a:rPr lang="en-GB" dirty="0"/>
              <a:t> (custom Spring packaging, handled by Spring class loader)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D8D1EA2-C88D-4961-9431-C57043E626C2}"/>
              </a:ext>
            </a:extLst>
          </p:cNvPr>
          <p:cNvSpPr txBox="1"/>
          <p:nvPr/>
        </p:nvSpPr>
        <p:spPr>
          <a:xfrm>
            <a:off x="5328767" y="6027404"/>
            <a:ext cx="5394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application resources: Spring Cloud Stream application specification, IIP-Ecosphere service deployment descriptor and logging configuration.</a:t>
            </a:r>
          </a:p>
        </p:txBody>
      </p:sp>
      <p:sp>
        <p:nvSpPr>
          <p:cNvPr id="240" name="Right Brace 239">
            <a:extLst>
              <a:ext uri="{FF2B5EF4-FFF2-40B4-BE49-F238E27FC236}">
                <a16:creationId xmlns:a16="http://schemas.microsoft.com/office/drawing/2014/main" id="{23E75642-7C5B-45C2-BEAE-3EF93A300152}"/>
              </a:ext>
            </a:extLst>
          </p:cNvPr>
          <p:cNvSpPr/>
          <p:nvPr/>
        </p:nvSpPr>
        <p:spPr>
          <a:xfrm>
            <a:off x="5103524" y="6918682"/>
            <a:ext cx="237744" cy="709416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5D3635B-8EE4-459C-B271-4B885FE039AF}"/>
              </a:ext>
            </a:extLst>
          </p:cNvPr>
          <p:cNvSpPr txBox="1"/>
          <p:nvPr/>
        </p:nvSpPr>
        <p:spPr>
          <a:xfrm>
            <a:off x="5336540" y="6851843"/>
            <a:ext cx="6957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application binaries, e.g., KODEX binaries, customization service based on KODEX (prefix </a:t>
            </a:r>
            <a:r>
              <a:rPr lang="en-GB" sz="1600" dirty="0" err="1">
                <a:latin typeface="Consolas" panose="020B0609020204030204" pitchFamily="49" charset="0"/>
              </a:rPr>
              <a:t>kodex</a:t>
            </a:r>
            <a:r>
              <a:rPr lang="en-GB" sz="1600">
                <a:latin typeface="Consolas" panose="020B0609020204030204" pitchFamily="49" charset="0"/>
              </a:rPr>
              <a:t>_</a:t>
            </a:r>
            <a:r>
              <a:rPr lang="en-GB"/>
              <a:t>), </a:t>
            </a:r>
            <a:r>
              <a:rPr lang="en-GB" dirty="0"/>
              <a:t>ZIP for Python service including Python service environment (prefix </a:t>
            </a:r>
            <a:r>
              <a:rPr lang="en-GB" sz="1600" dirty="0">
                <a:latin typeface="Consolas" panose="020B0609020204030204" pitchFamily="49" charset="0"/>
              </a:rPr>
              <a:t>python_</a:t>
            </a:r>
            <a:r>
              <a:rPr lang="en-GB" dirty="0"/>
              <a:t>).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5EC380E-B18E-4912-903E-CEE22F2D14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-671858" y="1869568"/>
            <a:ext cx="2318588" cy="943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644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95C2D-319B-411E-A170-EAB90B11950B}"/>
              </a:ext>
            </a:extLst>
          </p:cNvPr>
          <p:cNvSpPr txBox="1"/>
          <p:nvPr/>
        </p:nvSpPr>
        <p:spPr>
          <a:xfrm>
            <a:off x="464781" y="31591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/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510BF-40B7-4145-9859-A14894228F96}"/>
              </a:ext>
            </a:extLst>
          </p:cNvPr>
          <p:cNvSpPr txBox="1"/>
          <p:nvPr/>
        </p:nvSpPr>
        <p:spPr>
          <a:xfrm>
            <a:off x="621633" y="2551686"/>
            <a:ext cx="130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jars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D75F1D-AE66-4866-81D9-956015BBF82A}"/>
              </a:ext>
            </a:extLst>
          </p:cNvPr>
          <p:cNvSpPr txBox="1"/>
          <p:nvPr/>
        </p:nvSpPr>
        <p:spPr>
          <a:xfrm>
            <a:off x="853842" y="2890005"/>
            <a:ext cx="309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transport-0.3.0-SNAPSHOT.jar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4A4F7-E887-41A4-A9BE-2B3B77888D0E}"/>
              </a:ext>
            </a:extLst>
          </p:cNvPr>
          <p:cNvSpPr txBox="1"/>
          <p:nvPr/>
        </p:nvSpPr>
        <p:spPr>
          <a:xfrm>
            <a:off x="853205" y="3308868"/>
            <a:ext cx="193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5C143-0108-4A1C-B03F-37F1133606E9}"/>
              </a:ext>
            </a:extLst>
          </p:cNvPr>
          <p:cNvSpPr txBox="1"/>
          <p:nvPr/>
        </p:nvSpPr>
        <p:spPr>
          <a:xfrm>
            <a:off x="840649" y="3108750"/>
            <a:ext cx="349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myServiceImp-0.1.0-SNAPSHOT.jar</a:t>
            </a:r>
            <a:endParaRPr lang="en-DE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17CD8C-EBC0-4B9F-ABF3-AA35A3F0D78E}"/>
              </a:ext>
            </a:extLst>
          </p:cNvPr>
          <p:cNvSpPr txBox="1"/>
          <p:nvPr/>
        </p:nvSpPr>
        <p:spPr>
          <a:xfrm>
            <a:off x="578439" y="985996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deployment.yml</a:t>
            </a:r>
            <a:endParaRPr lang="en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520B31-27C5-4A61-A4C0-4BA9E850CE86}"/>
              </a:ext>
            </a:extLst>
          </p:cNvPr>
          <p:cNvSpPr txBox="1"/>
          <p:nvPr/>
        </p:nvSpPr>
        <p:spPr>
          <a:xfrm>
            <a:off x="650387" y="1335426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kodex.zip</a:t>
            </a:r>
            <a:endParaRPr lang="en-DE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63D3B6-1875-454A-9CD3-210268A2D795}"/>
              </a:ext>
            </a:extLst>
          </p:cNvPr>
          <p:cNvSpPr txBox="1"/>
          <p:nvPr/>
        </p:nvSpPr>
        <p:spPr>
          <a:xfrm>
            <a:off x="654417" y="1576406"/>
            <a:ext cx="264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kodex_pseudonymizer.zip</a:t>
            </a:r>
            <a:endParaRPr lang="en-DE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65791C-5AF5-4E69-85AE-A8854CB5713C}"/>
              </a:ext>
            </a:extLst>
          </p:cNvPr>
          <p:cNvSpPr txBox="1"/>
          <p:nvPr/>
        </p:nvSpPr>
        <p:spPr>
          <a:xfrm>
            <a:off x="634267" y="1847517"/>
            <a:ext cx="311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python_kodexPythonService.zip</a:t>
            </a:r>
            <a:endParaRPr lang="en-DE" i="1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45F29C9-F2CD-46E4-9819-5C03EBBD6A70}"/>
              </a:ext>
            </a:extLst>
          </p:cNvPr>
          <p:cNvCxnSpPr>
            <a:cxnSpLocks/>
            <a:stCxn id="62" idx="2"/>
          </p:cNvCxnSpPr>
          <p:nvPr/>
        </p:nvCxnSpPr>
        <p:spPr>
          <a:xfrm rot="16200000" flipH="1">
            <a:off x="227918" y="664995"/>
            <a:ext cx="202311" cy="82402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BD42B855-A918-4F09-B6BA-3204806576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9107" y="410409"/>
            <a:ext cx="297526" cy="194632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0F255E37-E90B-4EED-81A8-ABA197D2A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203" y="2625187"/>
            <a:ext cx="297526" cy="194632"/>
          </a:xfrm>
          <a:prstGeom prst="rect">
            <a:avLst/>
          </a:prstGeom>
        </p:spPr>
      </p:pic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685245C3-888A-4CC9-9F95-09C22D9E3058}"/>
              </a:ext>
            </a:extLst>
          </p:cNvPr>
          <p:cNvCxnSpPr>
            <a:cxnSpLocks/>
            <a:stCxn id="62" idx="2"/>
            <a:endCxn id="123" idx="1"/>
          </p:cNvCxnSpPr>
          <p:nvPr/>
        </p:nvCxnSpPr>
        <p:spPr>
          <a:xfrm rot="16200000" flipH="1">
            <a:off x="-723695" y="1616605"/>
            <a:ext cx="2117462" cy="94333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44">
            <a:extLst>
              <a:ext uri="{FF2B5EF4-FFF2-40B4-BE49-F238E27FC236}">
                <a16:creationId xmlns:a16="http://schemas.microsoft.com/office/drawing/2014/main" id="{851E6312-D887-45DA-B6FB-BAA8C099EF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4845" y="2925842"/>
            <a:ext cx="187032" cy="221290"/>
          </a:xfrm>
          <a:prstGeom prst="rect">
            <a:avLst/>
          </a:prstGeom>
        </p:spPr>
      </p:pic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939D2E81-B414-4856-A45A-D71094112F3B}"/>
              </a:ext>
            </a:extLst>
          </p:cNvPr>
          <p:cNvCxnSpPr>
            <a:cxnSpLocks/>
            <a:stCxn id="123" idx="2"/>
            <a:endCxn id="145" idx="1"/>
          </p:cNvCxnSpPr>
          <p:nvPr/>
        </p:nvCxnSpPr>
        <p:spPr>
          <a:xfrm rot="16200000" flipH="1">
            <a:off x="514571" y="2836215"/>
            <a:ext cx="216668" cy="183879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2DB19094-BB4A-411E-9AD5-D063B6ABCBC4}"/>
              </a:ext>
            </a:extLst>
          </p:cNvPr>
          <p:cNvCxnSpPr>
            <a:cxnSpLocks/>
            <a:stCxn id="123" idx="2"/>
            <a:endCxn id="156" idx="1"/>
          </p:cNvCxnSpPr>
          <p:nvPr/>
        </p:nvCxnSpPr>
        <p:spPr>
          <a:xfrm rot="16200000" flipH="1">
            <a:off x="394586" y="2956200"/>
            <a:ext cx="441010" cy="168251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" name="Picture 155">
            <a:extLst>
              <a:ext uri="{FF2B5EF4-FFF2-40B4-BE49-F238E27FC236}">
                <a16:creationId xmlns:a16="http://schemas.microsoft.com/office/drawing/2014/main" id="{F0472189-C79C-4DFF-9FE3-3B8F5A2978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9217" y="3150184"/>
            <a:ext cx="187032" cy="221290"/>
          </a:xfrm>
          <a:prstGeom prst="rect">
            <a:avLst/>
          </a:prstGeom>
        </p:spPr>
      </p:pic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AB352A55-607A-48B9-A997-1066A4167FA6}"/>
              </a:ext>
            </a:extLst>
          </p:cNvPr>
          <p:cNvCxnSpPr>
            <a:cxnSpLocks/>
            <a:stCxn id="123" idx="2"/>
            <a:endCxn id="164" idx="1"/>
          </p:cNvCxnSpPr>
          <p:nvPr/>
        </p:nvCxnSpPr>
        <p:spPr>
          <a:xfrm rot="16200000" flipH="1">
            <a:off x="276011" y="3074776"/>
            <a:ext cx="669761" cy="159846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Picture 163">
            <a:extLst>
              <a:ext uri="{FF2B5EF4-FFF2-40B4-BE49-F238E27FC236}">
                <a16:creationId xmlns:a16="http://schemas.microsoft.com/office/drawing/2014/main" id="{5736AD3F-D82D-4F64-A63D-75D1EC690C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812" y="3378935"/>
            <a:ext cx="187032" cy="221290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6E45FA20-F1E5-4739-9ABA-7DBDAB510A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19346" y="1053590"/>
            <a:ext cx="187647" cy="235418"/>
          </a:xfrm>
          <a:prstGeom prst="rect">
            <a:avLst/>
          </a:prstGeom>
        </p:spPr>
      </p:pic>
      <p:cxnSp>
        <p:nvCxnSpPr>
          <p:cNvPr id="202" name="Connector: Elbow 201">
            <a:extLst>
              <a:ext uri="{FF2B5EF4-FFF2-40B4-BE49-F238E27FC236}">
                <a16:creationId xmlns:a16="http://schemas.microsoft.com/office/drawing/2014/main" id="{AD65B4CD-5159-4567-9A8B-801358709C08}"/>
              </a:ext>
            </a:extLst>
          </p:cNvPr>
          <p:cNvCxnSpPr>
            <a:cxnSpLocks/>
            <a:stCxn id="62" idx="2"/>
            <a:endCxn id="201" idx="1"/>
          </p:cNvCxnSpPr>
          <p:nvPr/>
        </p:nvCxnSpPr>
        <p:spPr>
          <a:xfrm rot="16200000" flipH="1">
            <a:off x="70478" y="822433"/>
            <a:ext cx="566258" cy="131474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Picture 214">
            <a:extLst>
              <a:ext uri="{FF2B5EF4-FFF2-40B4-BE49-F238E27FC236}">
                <a16:creationId xmlns:a16="http://schemas.microsoft.com/office/drawing/2014/main" id="{2BE01904-74A4-4AFF-8EB6-EA6A80E50E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96043" y="1385037"/>
            <a:ext cx="276868" cy="243558"/>
          </a:xfrm>
          <a:prstGeom prst="rect">
            <a:avLst/>
          </a:prstGeom>
        </p:spPr>
      </p:pic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F78448E4-E533-4268-8ECC-D83C8D1879FD}"/>
              </a:ext>
            </a:extLst>
          </p:cNvPr>
          <p:cNvCxnSpPr>
            <a:cxnSpLocks/>
            <a:stCxn id="62" idx="2"/>
            <a:endCxn id="215" idx="1"/>
          </p:cNvCxnSpPr>
          <p:nvPr/>
        </p:nvCxnSpPr>
        <p:spPr>
          <a:xfrm rot="16200000" flipH="1">
            <a:off x="-108930" y="1001843"/>
            <a:ext cx="901775" cy="108173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016863D2-89E7-4193-912F-DE4EC40D9EF5}"/>
              </a:ext>
            </a:extLst>
          </p:cNvPr>
          <p:cNvCxnSpPr>
            <a:cxnSpLocks/>
            <a:stCxn id="62" idx="2"/>
            <a:endCxn id="221" idx="1"/>
          </p:cNvCxnSpPr>
          <p:nvPr/>
        </p:nvCxnSpPr>
        <p:spPr>
          <a:xfrm rot="16200000" flipH="1">
            <a:off x="-235542" y="1128453"/>
            <a:ext cx="1168236" cy="121412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1" name="Picture 220">
            <a:extLst>
              <a:ext uri="{FF2B5EF4-FFF2-40B4-BE49-F238E27FC236}">
                <a16:creationId xmlns:a16="http://schemas.microsoft.com/office/drawing/2014/main" id="{A119F3AA-922C-4BAF-8E04-99EB163D885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09282" y="1651498"/>
            <a:ext cx="276868" cy="243558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81BF9324-BD91-46AD-BE36-CB25109B09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03429" y="1899972"/>
            <a:ext cx="276868" cy="243558"/>
          </a:xfrm>
          <a:prstGeom prst="rect">
            <a:avLst/>
          </a:prstGeom>
        </p:spPr>
      </p:pic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ABA0FE58-D9A7-44E7-B7ED-C621B03D6F95}"/>
              </a:ext>
            </a:extLst>
          </p:cNvPr>
          <p:cNvCxnSpPr>
            <a:cxnSpLocks/>
            <a:stCxn id="62" idx="2"/>
            <a:endCxn id="224" idx="1"/>
          </p:cNvCxnSpPr>
          <p:nvPr/>
        </p:nvCxnSpPr>
        <p:spPr>
          <a:xfrm rot="16200000" flipH="1">
            <a:off x="-362706" y="1255616"/>
            <a:ext cx="1416710" cy="115559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ight Brace 232">
            <a:extLst>
              <a:ext uri="{FF2B5EF4-FFF2-40B4-BE49-F238E27FC236}">
                <a16:creationId xmlns:a16="http://schemas.microsoft.com/office/drawing/2014/main" id="{66DCE7AA-1730-4CF2-916D-3DBB0B3960EA}"/>
              </a:ext>
            </a:extLst>
          </p:cNvPr>
          <p:cNvSpPr/>
          <p:nvPr/>
        </p:nvSpPr>
        <p:spPr>
          <a:xfrm>
            <a:off x="4565151" y="2760134"/>
            <a:ext cx="237744" cy="1102740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AD42422F-46DA-4A20-BF17-3DCE8AA2DA8F}"/>
              </a:ext>
            </a:extLst>
          </p:cNvPr>
          <p:cNvSpPr txBox="1"/>
          <p:nvPr/>
        </p:nvSpPr>
        <p:spPr>
          <a:xfrm>
            <a:off x="4802895" y="2832790"/>
            <a:ext cx="5111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 libraries of the application (compressed JAR), including platform parts, dependencies and Java service implementation. Must contain </a:t>
            </a:r>
            <a:r>
              <a:rPr lang="en-GB" sz="1600" dirty="0">
                <a:latin typeface="Consolas" panose="020B0609020204030204" pitchFamily="49" charset="0"/>
              </a:rPr>
              <a:t>jakarta.el-3.0.3.jar</a:t>
            </a:r>
            <a:r>
              <a:rPr lang="en-GB" dirty="0"/>
              <a:t> (with that name or related versions).</a:t>
            </a:r>
          </a:p>
        </p:txBody>
      </p:sp>
      <p:sp>
        <p:nvSpPr>
          <p:cNvPr id="237" name="Right Brace 236">
            <a:extLst>
              <a:ext uri="{FF2B5EF4-FFF2-40B4-BE49-F238E27FC236}">
                <a16:creationId xmlns:a16="http://schemas.microsoft.com/office/drawing/2014/main" id="{BE34E021-1E1F-4ED9-A058-03672720DCD5}"/>
              </a:ext>
            </a:extLst>
          </p:cNvPr>
          <p:cNvSpPr/>
          <p:nvPr/>
        </p:nvSpPr>
        <p:spPr>
          <a:xfrm>
            <a:off x="4548104" y="1053484"/>
            <a:ext cx="237744" cy="1224635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D8D1EA2-C88D-4961-9431-C57043E626C2}"/>
              </a:ext>
            </a:extLst>
          </p:cNvPr>
          <p:cNvSpPr txBox="1"/>
          <p:nvPr/>
        </p:nvSpPr>
        <p:spPr>
          <a:xfrm>
            <a:off x="4797236" y="938756"/>
            <a:ext cx="5992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application resources for pre-Spring </a:t>
            </a:r>
            <a:r>
              <a:rPr lang="en-GB" dirty="0" err="1"/>
              <a:t>startup</a:t>
            </a:r>
            <a:r>
              <a:rPr lang="en-GB" dirty="0"/>
              <a:t>: IIP-Ecosphere service deployment descriptor, generated application binaries, e.g., KODEX binaries, customization service based on KODEX (prefix </a:t>
            </a:r>
            <a:r>
              <a:rPr lang="en-GB" sz="1600" dirty="0" err="1">
                <a:latin typeface="Consolas" panose="020B0609020204030204" pitchFamily="49" charset="0"/>
              </a:rPr>
              <a:t>kodex</a:t>
            </a:r>
            <a:r>
              <a:rPr lang="en-GB" sz="1600" dirty="0">
                <a:latin typeface="Consolas" panose="020B0609020204030204" pitchFamily="49" charset="0"/>
              </a:rPr>
              <a:t>_</a:t>
            </a:r>
            <a:r>
              <a:rPr lang="en-GB" dirty="0"/>
              <a:t>), ZIP for Python service including Python service environment (prefix </a:t>
            </a:r>
            <a:r>
              <a:rPr lang="en-GB" sz="1600" dirty="0">
                <a:latin typeface="Consolas" panose="020B0609020204030204" pitchFamily="49" charset="0"/>
              </a:rPr>
              <a:t>python_</a:t>
            </a:r>
            <a:r>
              <a:rPr lang="en-GB" dirty="0"/>
              <a:t>).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19BB78E-DDBE-44DE-986B-CA1A9191E49D}"/>
              </a:ext>
            </a:extLst>
          </p:cNvPr>
          <p:cNvSpPr txBox="1"/>
          <p:nvPr/>
        </p:nvSpPr>
        <p:spPr>
          <a:xfrm>
            <a:off x="524700" y="636098"/>
            <a:ext cx="349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myApp-0.1.0-SNAPSHOT.jar</a:t>
            </a:r>
            <a:endParaRPr lang="en-DE" i="1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EA5A01FD-079C-4A80-8B1F-97251EB7C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82203" y="717466"/>
            <a:ext cx="187032" cy="221290"/>
          </a:xfrm>
          <a:prstGeom prst="rect">
            <a:avLst/>
          </a:prstGeom>
        </p:spPr>
      </p:pic>
      <p:sp>
        <p:nvSpPr>
          <p:cNvPr id="118" name="Right Brace 117">
            <a:extLst>
              <a:ext uri="{FF2B5EF4-FFF2-40B4-BE49-F238E27FC236}">
                <a16:creationId xmlns:a16="http://schemas.microsoft.com/office/drawing/2014/main" id="{58D26430-C43D-41E7-9820-DED6C86930EE}"/>
              </a:ext>
            </a:extLst>
          </p:cNvPr>
          <p:cNvSpPr/>
          <p:nvPr/>
        </p:nvSpPr>
        <p:spPr>
          <a:xfrm flipV="1">
            <a:off x="4548106" y="605038"/>
            <a:ext cx="235097" cy="448444"/>
          </a:xfrm>
          <a:prstGeom prst="rightBrace">
            <a:avLst>
              <a:gd name="adj1" fmla="val 8333"/>
              <a:gd name="adj2" fmla="val 46602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2EC0D87-C0CA-4FED-A436-593585BFBAEA}"/>
              </a:ext>
            </a:extLst>
          </p:cNvPr>
          <p:cNvSpPr txBox="1"/>
          <p:nvPr/>
        </p:nvSpPr>
        <p:spPr>
          <a:xfrm>
            <a:off x="4797238" y="486074"/>
            <a:ext cx="589680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application classes, must contain </a:t>
            </a:r>
            <a:r>
              <a:rPr lang="en-GB" sz="1600" dirty="0" err="1">
                <a:latin typeface="Consolas" panose="020B0609020204030204" pitchFamily="49" charset="0"/>
              </a:rPr>
              <a:t>iip.Starter</a:t>
            </a:r>
            <a:r>
              <a:rPr lang="en-GB" sz="1600" dirty="0">
                <a:latin typeface="Consolas" panose="020B0609020204030204" pitchFamily="49" charset="0"/>
              </a:rPr>
              <a:t> and </a:t>
            </a:r>
            <a:r>
              <a:rPr lang="en-GB" sz="1600" dirty="0" err="1">
                <a:latin typeface="Consolas" panose="020B0609020204030204" pitchFamily="49" charset="0"/>
              </a:rPr>
              <a:t>application.yml</a:t>
            </a:r>
            <a:endParaRPr lang="en-GB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ADDD922-260B-4A44-B5D2-CFAAAAD59BDA}"/>
              </a:ext>
            </a:extLst>
          </p:cNvPr>
          <p:cNvCxnSpPr>
            <a:cxnSpLocks/>
            <a:stCxn id="62" idx="2"/>
            <a:endCxn id="38" idx="1"/>
          </p:cNvCxnSpPr>
          <p:nvPr/>
        </p:nvCxnSpPr>
        <p:spPr>
          <a:xfrm rot="16200000" flipH="1">
            <a:off x="-523047" y="1415958"/>
            <a:ext cx="1757245" cy="135410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FE8E7503-70A2-4100-9951-CA7A34BB19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23282" y="2244577"/>
            <a:ext cx="187647" cy="2354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EAFE791-44B7-4F1C-9B23-9DC6ABE99D06}"/>
              </a:ext>
            </a:extLst>
          </p:cNvPr>
          <p:cNvSpPr txBox="1"/>
          <p:nvPr/>
        </p:nvSpPr>
        <p:spPr>
          <a:xfrm>
            <a:off x="642090" y="2193768"/>
            <a:ext cx="169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classpath</a:t>
            </a:r>
            <a:endParaRPr lang="en-DE" dirty="0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B10C5909-46A6-4919-8305-3435DF93FA35}"/>
              </a:ext>
            </a:extLst>
          </p:cNvPr>
          <p:cNvSpPr/>
          <p:nvPr/>
        </p:nvSpPr>
        <p:spPr>
          <a:xfrm>
            <a:off x="4567789" y="2324966"/>
            <a:ext cx="215412" cy="40514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41E0FF-26E9-43F0-A5E5-07E062FD45D3}"/>
              </a:ext>
            </a:extLst>
          </p:cNvPr>
          <p:cNvSpPr txBox="1"/>
          <p:nvPr/>
        </p:nvSpPr>
        <p:spPr>
          <a:xfrm>
            <a:off x="4802897" y="2324967"/>
            <a:ext cx="5896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Optional listing of JARs in the </a:t>
            </a:r>
            <a:r>
              <a:rPr lang="en-GB" dirty="0" err="1"/>
              <a:t>classpath</a:t>
            </a:r>
            <a:r>
              <a:rPr lang="en-GB" dirty="0"/>
              <a:t> in sequence, separated by : or ;</a:t>
            </a:r>
          </a:p>
        </p:txBody>
      </p:sp>
    </p:spTree>
    <p:extLst>
      <p:ext uri="{BB962C8B-B14F-4D97-AF65-F5344CB8AC3E}">
        <p14:creationId xmlns:p14="http://schemas.microsoft.com/office/powerpoint/2010/main" val="750342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7996A0-ED37-67CA-0B47-1126D30200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9107" y="123919"/>
            <a:ext cx="297526" cy="1946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6D17CD-A2C3-DE0F-DB0A-80A67FB7E1CA}"/>
              </a:ext>
            </a:extLst>
          </p:cNvPr>
          <p:cNvSpPr txBox="1"/>
          <p:nvPr/>
        </p:nvSpPr>
        <p:spPr>
          <a:xfrm>
            <a:off x="464781" y="2942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/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C9201-0537-1323-84CB-81E8311ABFB2}"/>
              </a:ext>
            </a:extLst>
          </p:cNvPr>
          <p:cNvSpPr txBox="1"/>
          <p:nvPr/>
        </p:nvSpPr>
        <p:spPr>
          <a:xfrm>
            <a:off x="980506" y="4288013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</a:t>
            </a:r>
            <a:endParaRPr lang="en-DE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E2BB990-AEB5-613F-5E7B-239C2EF1D207}"/>
              </a:ext>
            </a:extLst>
          </p:cNvPr>
          <p:cNvCxnSpPr>
            <a:cxnSpLocks/>
            <a:stCxn id="36" idx="2"/>
            <a:endCxn id="84" idx="1"/>
          </p:cNvCxnSpPr>
          <p:nvPr/>
        </p:nvCxnSpPr>
        <p:spPr>
          <a:xfrm rot="16200000" flipH="1">
            <a:off x="559056" y="4057131"/>
            <a:ext cx="128831" cy="15713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25AE0BA-734D-C8F0-7B33-68BDF5611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2145" y="4384889"/>
            <a:ext cx="297526" cy="194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118DD-956A-57BB-5542-75674157C2AC}"/>
              </a:ext>
            </a:extLst>
          </p:cNvPr>
          <p:cNvSpPr txBox="1"/>
          <p:nvPr/>
        </p:nvSpPr>
        <p:spPr>
          <a:xfrm>
            <a:off x="1196708" y="4558382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name</a:t>
            </a:r>
            <a:endParaRPr lang="en-DE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9C3491-A5E0-F93C-6AFE-FB658C87B5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8348" y="4649699"/>
            <a:ext cx="297526" cy="194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43E98B-EFE3-F1BE-7BC9-DDBAA4BB68BC}"/>
              </a:ext>
            </a:extLst>
          </p:cNvPr>
          <p:cNvSpPr txBox="1"/>
          <p:nvPr/>
        </p:nvSpPr>
        <p:spPr>
          <a:xfrm>
            <a:off x="1415283" y="4821921"/>
            <a:ext cx="21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ApplicationInterfaces</a:t>
            </a: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C76AD8-E589-F230-2D4C-BBC8C259FD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81961" y="4908721"/>
            <a:ext cx="297526" cy="194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9F1146-ECCE-E048-5E44-BA5278F5B8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79829" y="5204167"/>
            <a:ext cx="297526" cy="1946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E2A9A9-7805-0581-1BF1-0A8A8C9FDD96}"/>
              </a:ext>
            </a:extLst>
          </p:cNvPr>
          <p:cNvSpPr txBox="1"/>
          <p:nvPr/>
        </p:nvSpPr>
        <p:spPr>
          <a:xfrm>
            <a:off x="1657565" y="5130032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66F736-F653-1D7F-784A-E07161000F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73384" y="5474295"/>
            <a:ext cx="297526" cy="194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297EDD-43FE-9858-6A36-53663010DF19}"/>
              </a:ext>
            </a:extLst>
          </p:cNvPr>
          <p:cNvSpPr txBox="1"/>
          <p:nvPr/>
        </p:nvSpPr>
        <p:spPr>
          <a:xfrm>
            <a:off x="1645040" y="5400160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D73611-1890-502F-C6A8-A8CAFF30C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049" y="5731324"/>
            <a:ext cx="184306" cy="2140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2A44CC-AB99-1CC2-19C6-080ACFC17198}"/>
              </a:ext>
            </a:extLst>
          </p:cNvPr>
          <p:cNvSpPr txBox="1"/>
          <p:nvPr/>
        </p:nvSpPr>
        <p:spPr>
          <a:xfrm>
            <a:off x="1532370" y="5653672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0681A1-DC93-0D63-1D86-9DCC089938D8}"/>
              </a:ext>
            </a:extLst>
          </p:cNvPr>
          <p:cNvSpPr txBox="1"/>
          <p:nvPr/>
        </p:nvSpPr>
        <p:spPr>
          <a:xfrm>
            <a:off x="1438349" y="5962334"/>
            <a:ext cx="21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/>
              <a:t>AppName</a:t>
            </a:r>
            <a:endParaRPr lang="en-DE" i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4BA7FE-ABC7-57BF-D8A4-3CF50CF25D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72071" y="6049685"/>
            <a:ext cx="297526" cy="1946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EEB129-71B4-5CF2-F969-24ED48F6FD18}"/>
              </a:ext>
            </a:extLst>
          </p:cNvPr>
          <p:cNvSpPr txBox="1"/>
          <p:nvPr/>
        </p:nvSpPr>
        <p:spPr>
          <a:xfrm>
            <a:off x="1647675" y="6270996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451371-2839-2FBE-EE85-0EDE55537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75368" y="6615259"/>
            <a:ext cx="297526" cy="1946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5CB9F3-8EAF-A44C-8DEF-89B7AD96DE0D}"/>
              </a:ext>
            </a:extLst>
          </p:cNvPr>
          <p:cNvSpPr txBox="1"/>
          <p:nvPr/>
        </p:nvSpPr>
        <p:spPr>
          <a:xfrm>
            <a:off x="1635150" y="6541124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9FE3DB-1300-BCFF-5DC9-76016EB3A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243" y="6872288"/>
            <a:ext cx="184306" cy="2140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B75F3E-231C-2294-CE35-97AE5EF7EFEA}"/>
              </a:ext>
            </a:extLst>
          </p:cNvPr>
          <p:cNvSpPr txBox="1"/>
          <p:nvPr/>
        </p:nvSpPr>
        <p:spPr>
          <a:xfrm>
            <a:off x="1518522" y="6794636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7B46FCE-9DA5-58FF-B0D4-447805347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84853" y="6363635"/>
            <a:ext cx="297526" cy="194632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700F9B8-34EB-E45F-94FC-91E50FE5E383}"/>
              </a:ext>
            </a:extLst>
          </p:cNvPr>
          <p:cNvCxnSpPr>
            <a:cxnSpLocks/>
            <a:stCxn id="8" idx="1"/>
            <a:endCxn id="6" idx="2"/>
          </p:cNvCxnSpPr>
          <p:nvPr/>
        </p:nvCxnSpPr>
        <p:spPr>
          <a:xfrm rot="10800000">
            <a:off x="870908" y="4579521"/>
            <a:ext cx="67440" cy="1674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CE44C7B-EF66-7DF2-0C40-B787AC75E3EB}"/>
              </a:ext>
            </a:extLst>
          </p:cNvPr>
          <p:cNvCxnSpPr>
            <a:cxnSpLocks/>
            <a:stCxn id="10" idx="1"/>
            <a:endCxn id="8" idx="2"/>
          </p:cNvCxnSpPr>
          <p:nvPr/>
        </p:nvCxnSpPr>
        <p:spPr>
          <a:xfrm rot="10800000">
            <a:off x="1087111" y="4844331"/>
            <a:ext cx="94850" cy="16170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EF6042E-D719-E9C4-0616-98DC3ECB74F1}"/>
              </a:ext>
            </a:extLst>
          </p:cNvPr>
          <p:cNvCxnSpPr>
            <a:cxnSpLocks/>
            <a:stCxn id="18" idx="1"/>
            <a:endCxn id="8" idx="2"/>
          </p:cNvCxnSpPr>
          <p:nvPr/>
        </p:nvCxnSpPr>
        <p:spPr>
          <a:xfrm rot="10800000">
            <a:off x="1087111" y="4844331"/>
            <a:ext cx="84960" cy="13026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EC5974A-D684-CFE6-A158-A600952A0D58}"/>
              </a:ext>
            </a:extLst>
          </p:cNvPr>
          <p:cNvCxnSpPr>
            <a:cxnSpLocks/>
            <a:stCxn id="11" idx="1"/>
            <a:endCxn id="10" idx="2"/>
          </p:cNvCxnSpPr>
          <p:nvPr/>
        </p:nvCxnSpPr>
        <p:spPr>
          <a:xfrm rot="10800000">
            <a:off x="1330727" y="5103353"/>
            <a:ext cx="49105" cy="19813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BE31DA6-3B74-A358-5837-35DD43346BAB}"/>
              </a:ext>
            </a:extLst>
          </p:cNvPr>
          <p:cNvCxnSpPr>
            <a:cxnSpLocks/>
            <a:stCxn id="13" idx="1"/>
            <a:endCxn id="10" idx="2"/>
          </p:cNvCxnSpPr>
          <p:nvPr/>
        </p:nvCxnSpPr>
        <p:spPr>
          <a:xfrm rot="10800000">
            <a:off x="1330724" y="5103353"/>
            <a:ext cx="42660" cy="4682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DCF7C6B-B334-8853-9FD1-4FEDF7F04A2D}"/>
              </a:ext>
            </a:extLst>
          </p:cNvPr>
          <p:cNvCxnSpPr>
            <a:cxnSpLocks/>
            <a:stCxn id="15" idx="1"/>
            <a:endCxn id="10" idx="2"/>
          </p:cNvCxnSpPr>
          <p:nvPr/>
        </p:nvCxnSpPr>
        <p:spPr>
          <a:xfrm rot="10800000">
            <a:off x="1330727" y="5103353"/>
            <a:ext cx="54325" cy="73498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E7083FB-50C2-813D-F5A5-FB0A166680BB}"/>
              </a:ext>
            </a:extLst>
          </p:cNvPr>
          <p:cNvCxnSpPr>
            <a:cxnSpLocks/>
            <a:stCxn id="24" idx="1"/>
            <a:endCxn id="18" idx="2"/>
          </p:cNvCxnSpPr>
          <p:nvPr/>
        </p:nvCxnSpPr>
        <p:spPr>
          <a:xfrm rot="10800000">
            <a:off x="1320837" y="6244317"/>
            <a:ext cx="64019" cy="21663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9B4180B-289A-EE40-0C29-C119154386FE}"/>
              </a:ext>
            </a:extLst>
          </p:cNvPr>
          <p:cNvCxnSpPr>
            <a:cxnSpLocks/>
            <a:stCxn id="20" idx="1"/>
            <a:endCxn id="18" idx="2"/>
          </p:cNvCxnSpPr>
          <p:nvPr/>
        </p:nvCxnSpPr>
        <p:spPr>
          <a:xfrm rot="10800000">
            <a:off x="1320834" y="6244317"/>
            <a:ext cx="54534" cy="4682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F851537-0025-6CF3-FDE5-9259CC39F642}"/>
              </a:ext>
            </a:extLst>
          </p:cNvPr>
          <p:cNvCxnSpPr>
            <a:cxnSpLocks/>
            <a:stCxn id="22" idx="1"/>
            <a:endCxn id="18" idx="2"/>
          </p:cNvCxnSpPr>
          <p:nvPr/>
        </p:nvCxnSpPr>
        <p:spPr>
          <a:xfrm rot="10800000">
            <a:off x="1320837" y="6244317"/>
            <a:ext cx="46409" cy="73498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D510694-D17E-578E-7A22-31F23DFE07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3587" y="442801"/>
            <a:ext cx="297526" cy="1946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9E8B2FF-9C61-D831-FDB9-3C6369087287}"/>
              </a:ext>
            </a:extLst>
          </p:cNvPr>
          <p:cNvSpPr txBox="1"/>
          <p:nvPr/>
        </p:nvSpPr>
        <p:spPr>
          <a:xfrm>
            <a:off x="634878" y="353563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4AE7350-5E6A-6903-F0DA-4488B5468D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6142" y="3876650"/>
            <a:ext cx="297526" cy="19463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1981504-E9A0-79FA-F607-517850D66A34}"/>
              </a:ext>
            </a:extLst>
          </p:cNvPr>
          <p:cNvSpPr txBox="1"/>
          <p:nvPr/>
        </p:nvSpPr>
        <p:spPr>
          <a:xfrm>
            <a:off x="667798" y="379816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637947F-76D7-C6E8-4E02-C52F0075F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07" y="8734701"/>
            <a:ext cx="184306" cy="2140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CB592B0-86F1-021E-59AC-B7AD6E6D0982}"/>
              </a:ext>
            </a:extLst>
          </p:cNvPr>
          <p:cNvSpPr txBox="1"/>
          <p:nvPr/>
        </p:nvSpPr>
        <p:spPr>
          <a:xfrm>
            <a:off x="631013" y="8657049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E8F5FF0-3838-9E86-B679-5C48A46D6D00}"/>
              </a:ext>
            </a:extLst>
          </p:cNvPr>
          <p:cNvCxnSpPr>
            <a:cxnSpLocks/>
            <a:stCxn id="2" idx="2"/>
            <a:endCxn id="34" idx="1"/>
          </p:cNvCxnSpPr>
          <p:nvPr/>
        </p:nvCxnSpPr>
        <p:spPr>
          <a:xfrm rot="16200000" flipH="1">
            <a:off x="214945" y="391475"/>
            <a:ext cx="221566" cy="7571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4143F65-FC0E-4C3B-E9F5-64D600482272}"/>
              </a:ext>
            </a:extLst>
          </p:cNvPr>
          <p:cNvCxnSpPr>
            <a:cxnSpLocks/>
            <a:stCxn id="2" idx="2"/>
            <a:endCxn id="36" idx="1"/>
          </p:cNvCxnSpPr>
          <p:nvPr/>
        </p:nvCxnSpPr>
        <p:spPr>
          <a:xfrm rot="16200000" flipH="1">
            <a:off x="-1485701" y="2092122"/>
            <a:ext cx="3655415" cy="1082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B74248A-6896-F1BD-829F-E8768655AABB}"/>
              </a:ext>
            </a:extLst>
          </p:cNvPr>
          <p:cNvCxnSpPr>
            <a:cxnSpLocks/>
            <a:stCxn id="2" idx="2"/>
            <a:endCxn id="38" idx="1"/>
          </p:cNvCxnSpPr>
          <p:nvPr/>
        </p:nvCxnSpPr>
        <p:spPr>
          <a:xfrm rot="16200000" flipH="1">
            <a:off x="-3913745" y="4520165"/>
            <a:ext cx="8523167" cy="11993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89804B3-B884-5DEC-6903-4980B56E7FD1}"/>
              </a:ext>
            </a:extLst>
          </p:cNvPr>
          <p:cNvCxnSpPr>
            <a:cxnSpLocks/>
            <a:stCxn id="71" idx="1"/>
            <a:endCxn id="8" idx="2"/>
          </p:cNvCxnSpPr>
          <p:nvPr/>
        </p:nvCxnSpPr>
        <p:spPr>
          <a:xfrm rot="10800000">
            <a:off x="1087111" y="4844334"/>
            <a:ext cx="127604" cy="237716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3C66CAFC-476E-2F46-1CE3-2A84CFCB4C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8418" y="721495"/>
            <a:ext cx="297526" cy="19463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D30FB59-E2A5-4708-BA2A-F21527BD6D05}"/>
              </a:ext>
            </a:extLst>
          </p:cNvPr>
          <p:cNvSpPr txBox="1"/>
          <p:nvPr/>
        </p:nvSpPr>
        <p:spPr>
          <a:xfrm>
            <a:off x="858452" y="627467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</a:t>
            </a:r>
            <a:endParaRPr lang="en-DE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A695946-4FBF-0A45-2D1B-58B73E2366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6544" y="1232165"/>
            <a:ext cx="297526" cy="19463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C822F0A-1F9F-9C12-BA5C-D5F3562793F8}"/>
              </a:ext>
            </a:extLst>
          </p:cNvPr>
          <p:cNvSpPr txBox="1"/>
          <p:nvPr/>
        </p:nvSpPr>
        <p:spPr>
          <a:xfrm>
            <a:off x="1127835" y="1142927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easy</a:t>
            </a:r>
            <a:endParaRPr lang="en-DE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071BCE0-CD89-92AB-0767-6A3C8E6294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0609" y="1482732"/>
            <a:ext cx="297526" cy="19463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2F4090B-D5D0-0B70-8966-8B75DD96A9B8}"/>
              </a:ext>
            </a:extLst>
          </p:cNvPr>
          <p:cNvSpPr txBox="1"/>
          <p:nvPr/>
        </p:nvSpPr>
        <p:spPr>
          <a:xfrm>
            <a:off x="1130358" y="1390276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0C447A0-0F11-735E-E941-5484CAD923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0908" y="1737326"/>
            <a:ext cx="297526" cy="19463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A817BDA-C971-B5E0-6E1F-D644DA3A6D36}"/>
              </a:ext>
            </a:extLst>
          </p:cNvPr>
          <p:cNvSpPr txBox="1"/>
          <p:nvPr/>
        </p:nvSpPr>
        <p:spPr>
          <a:xfrm>
            <a:off x="1142200" y="1648088"/>
            <a:ext cx="8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</a:t>
            </a:r>
            <a:endParaRPr lang="en-DE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E7227B0-DE40-17AB-84EC-F36B6BAE1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44453" y="2273127"/>
            <a:ext cx="297526" cy="19463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E4273C6-50EF-3F0E-9A05-0CCF0C13CD59}"/>
              </a:ext>
            </a:extLst>
          </p:cNvPr>
          <p:cNvSpPr txBox="1"/>
          <p:nvPr/>
        </p:nvSpPr>
        <p:spPr>
          <a:xfrm>
            <a:off x="915744" y="219658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</a:t>
            </a:r>
            <a:endParaRPr lang="en-DE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906E8E9-DCAE-8AC9-73B0-C002C8ED4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4253" y="2562125"/>
            <a:ext cx="297526" cy="19463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A6F7646-8754-D00F-985F-AAD164C862DB}"/>
              </a:ext>
            </a:extLst>
          </p:cNvPr>
          <p:cNvSpPr txBox="1"/>
          <p:nvPr/>
        </p:nvSpPr>
        <p:spPr>
          <a:xfrm>
            <a:off x="1173703" y="2457050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easy</a:t>
            </a:r>
            <a:endParaRPr lang="en-DE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FF3E295-99FF-4773-C028-A4CB7EDB2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6776" y="2809474"/>
            <a:ext cx="297526" cy="19463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5FF2A17-A3BD-7807-0BB9-706353848D79}"/>
              </a:ext>
            </a:extLst>
          </p:cNvPr>
          <p:cNvSpPr txBox="1"/>
          <p:nvPr/>
        </p:nvSpPr>
        <p:spPr>
          <a:xfrm>
            <a:off x="1188067" y="2720236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3834CF3-358A-DD1C-3CC2-0D874E353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8617" y="3067286"/>
            <a:ext cx="297526" cy="19463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24F58A2-7B06-0963-F224-FEF303DDA441}"/>
              </a:ext>
            </a:extLst>
          </p:cNvPr>
          <p:cNvSpPr txBox="1"/>
          <p:nvPr/>
        </p:nvSpPr>
        <p:spPr>
          <a:xfrm>
            <a:off x="1199909" y="2978048"/>
            <a:ext cx="88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</a:t>
            </a:r>
            <a:endParaRPr lang="en-DE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EB96945-41A1-186B-BBA6-8B53B04CE7DA}"/>
              </a:ext>
            </a:extLst>
          </p:cNvPr>
          <p:cNvCxnSpPr>
            <a:cxnSpLocks/>
            <a:stCxn id="34" idx="2"/>
            <a:endCxn id="44" idx="1"/>
          </p:cNvCxnSpPr>
          <p:nvPr/>
        </p:nvCxnSpPr>
        <p:spPr>
          <a:xfrm rot="16200000" flipH="1">
            <a:off x="474695" y="675088"/>
            <a:ext cx="181378" cy="1060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8AB307E-B13E-FC47-FF4C-37612BBCD210}"/>
              </a:ext>
            </a:extLst>
          </p:cNvPr>
          <p:cNvCxnSpPr>
            <a:cxnSpLocks/>
            <a:stCxn id="34" idx="2"/>
            <a:endCxn id="52" idx="1"/>
          </p:cNvCxnSpPr>
          <p:nvPr/>
        </p:nvCxnSpPr>
        <p:spPr>
          <a:xfrm rot="16200000" flipH="1">
            <a:off x="-288104" y="1437886"/>
            <a:ext cx="1733010" cy="1321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73CE3B1-525B-4761-F77C-5587EB91ABD8}"/>
              </a:ext>
            </a:extLst>
          </p:cNvPr>
          <p:cNvCxnSpPr>
            <a:cxnSpLocks/>
            <a:stCxn id="44" idx="2"/>
            <a:endCxn id="46" idx="1"/>
          </p:cNvCxnSpPr>
          <p:nvPr/>
        </p:nvCxnSpPr>
        <p:spPr>
          <a:xfrm rot="16200000" flipH="1">
            <a:off x="605185" y="1078124"/>
            <a:ext cx="413354" cy="893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3E65E9C-2DDF-029B-863D-F7BD5758CA86}"/>
              </a:ext>
            </a:extLst>
          </p:cNvPr>
          <p:cNvCxnSpPr>
            <a:cxnSpLocks/>
            <a:stCxn id="44" idx="2"/>
            <a:endCxn id="48" idx="1"/>
          </p:cNvCxnSpPr>
          <p:nvPr/>
        </p:nvCxnSpPr>
        <p:spPr>
          <a:xfrm rot="16200000" flipH="1">
            <a:off x="476937" y="1206373"/>
            <a:ext cx="663921" cy="834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8B730B2-3A3D-934C-0715-2F55A7F2CA56}"/>
              </a:ext>
            </a:extLst>
          </p:cNvPr>
          <p:cNvCxnSpPr>
            <a:cxnSpLocks/>
            <a:stCxn id="44" idx="2"/>
            <a:endCxn id="50" idx="1"/>
          </p:cNvCxnSpPr>
          <p:nvPr/>
        </p:nvCxnSpPr>
        <p:spPr>
          <a:xfrm rot="16200000" flipH="1">
            <a:off x="359789" y="1323522"/>
            <a:ext cx="918515" cy="10372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7995C5EE-F625-18F4-BECB-28F150BB97C6}"/>
              </a:ext>
            </a:extLst>
          </p:cNvPr>
          <p:cNvCxnSpPr>
            <a:cxnSpLocks/>
            <a:stCxn id="52" idx="2"/>
            <a:endCxn id="54" idx="1"/>
          </p:cNvCxnSpPr>
          <p:nvPr/>
        </p:nvCxnSpPr>
        <p:spPr>
          <a:xfrm rot="16200000" flipH="1">
            <a:off x="757893" y="2503083"/>
            <a:ext cx="191682" cy="12103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DF47032-E791-81A6-CA9D-F9D8F59C067B}"/>
              </a:ext>
            </a:extLst>
          </p:cNvPr>
          <p:cNvCxnSpPr>
            <a:cxnSpLocks/>
            <a:stCxn id="52" idx="2"/>
            <a:endCxn id="56" idx="1"/>
          </p:cNvCxnSpPr>
          <p:nvPr/>
        </p:nvCxnSpPr>
        <p:spPr>
          <a:xfrm rot="16200000" flipH="1">
            <a:off x="635483" y="2625494"/>
            <a:ext cx="439031" cy="12356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2683A52-03B9-26AC-D3FB-BBED8284938D}"/>
              </a:ext>
            </a:extLst>
          </p:cNvPr>
          <p:cNvCxnSpPr>
            <a:cxnSpLocks/>
            <a:stCxn id="52" idx="2"/>
            <a:endCxn id="58" idx="1"/>
          </p:cNvCxnSpPr>
          <p:nvPr/>
        </p:nvCxnSpPr>
        <p:spPr>
          <a:xfrm rot="16200000" flipH="1">
            <a:off x="512497" y="2748481"/>
            <a:ext cx="696843" cy="13540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0C94004E-2331-C03F-D6C5-E4122BB780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3077" y="964863"/>
            <a:ext cx="297526" cy="19463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C99DBFF-BA4C-9BE5-544B-1B36BB334A78}"/>
              </a:ext>
            </a:extLst>
          </p:cNvPr>
          <p:cNvSpPr txBox="1"/>
          <p:nvPr/>
        </p:nvSpPr>
        <p:spPr>
          <a:xfrm>
            <a:off x="1134369" y="875625"/>
            <a:ext cx="1051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assembly</a:t>
            </a:r>
            <a:endParaRPr lang="en-DE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8DB717F-00CA-7111-3961-1831990CF2C4}"/>
              </a:ext>
            </a:extLst>
          </p:cNvPr>
          <p:cNvCxnSpPr>
            <a:cxnSpLocks/>
            <a:stCxn id="44" idx="2"/>
            <a:endCxn id="68" idx="1"/>
          </p:cNvCxnSpPr>
          <p:nvPr/>
        </p:nvCxnSpPr>
        <p:spPr>
          <a:xfrm rot="16200000" flipH="1">
            <a:off x="742103" y="941205"/>
            <a:ext cx="146052" cy="958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AC713136-D6BF-6474-BA28-623553A1E1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14715" y="7124180"/>
            <a:ext cx="297526" cy="194632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9A954B2B-EA39-5C06-BD14-E17AB762D258}"/>
              </a:ext>
            </a:extLst>
          </p:cNvPr>
          <p:cNvSpPr txBox="1"/>
          <p:nvPr/>
        </p:nvSpPr>
        <p:spPr>
          <a:xfrm>
            <a:off x="1505945" y="7041647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templates</a:t>
            </a:r>
            <a:endParaRPr lang="en-DE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D9202D7B-6852-1C62-F81E-C0ECB40B95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14889" y="7369245"/>
            <a:ext cx="297526" cy="19463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B3F27C7-B3A5-3CCD-D4FF-83D1718627D0}"/>
              </a:ext>
            </a:extLst>
          </p:cNvPr>
          <p:cNvSpPr txBox="1"/>
          <p:nvPr/>
        </p:nvSpPr>
        <p:spPr>
          <a:xfrm>
            <a:off x="1667785" y="7275940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eclipse</a:t>
            </a:r>
            <a:endParaRPr lang="en-DE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4094E5F-8285-423C-A7A7-F92DA6DEE7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71962" y="7585250"/>
            <a:ext cx="297526" cy="19463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A51785B-9D74-F5D6-3709-AF086F370C8F}"/>
              </a:ext>
            </a:extLst>
          </p:cNvPr>
          <p:cNvSpPr txBox="1"/>
          <p:nvPr/>
        </p:nvSpPr>
        <p:spPr>
          <a:xfrm>
            <a:off x="1924858" y="7491945"/>
            <a:ext cx="165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impl.</a:t>
            </a:r>
            <a:r>
              <a:rPr lang="en-GB" i="1" dirty="0" err="1"/>
              <a:t>AppName</a:t>
            </a:r>
            <a:endParaRPr lang="en-DE" i="1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64BB2CBB-C39F-36ED-6FC5-3F0CEF3EF9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671962" y="7793932"/>
            <a:ext cx="276868" cy="243558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D9BA474-F529-6BE1-925D-4AC7680584C9}"/>
              </a:ext>
            </a:extLst>
          </p:cNvPr>
          <p:cNvCxnSpPr>
            <a:cxnSpLocks/>
            <a:stCxn id="73" idx="1"/>
            <a:endCxn id="71" idx="2"/>
          </p:cNvCxnSpPr>
          <p:nvPr/>
        </p:nvCxnSpPr>
        <p:spPr>
          <a:xfrm rot="10800000">
            <a:off x="1363481" y="7318815"/>
            <a:ext cx="51411" cy="1477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8B60418F-9E06-69B1-6789-B9C61E4C3C32}"/>
              </a:ext>
            </a:extLst>
          </p:cNvPr>
          <p:cNvCxnSpPr>
            <a:cxnSpLocks/>
            <a:stCxn id="75" idx="1"/>
            <a:endCxn id="73" idx="2"/>
          </p:cNvCxnSpPr>
          <p:nvPr/>
        </p:nvCxnSpPr>
        <p:spPr>
          <a:xfrm rot="10800000">
            <a:off x="1563652" y="7563880"/>
            <a:ext cx="108310" cy="11868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A3183A7-7308-03A8-758E-3E722952A22A}"/>
              </a:ext>
            </a:extLst>
          </p:cNvPr>
          <p:cNvCxnSpPr>
            <a:cxnSpLocks/>
            <a:stCxn id="77" idx="1"/>
            <a:endCxn id="73" idx="2"/>
          </p:cNvCxnSpPr>
          <p:nvPr/>
        </p:nvCxnSpPr>
        <p:spPr>
          <a:xfrm rot="10800000">
            <a:off x="1563652" y="7563877"/>
            <a:ext cx="108310" cy="35183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4734AB0-0E3D-3FFC-BDF6-AC1038FA600B}"/>
              </a:ext>
            </a:extLst>
          </p:cNvPr>
          <p:cNvCxnSpPr>
            <a:cxnSpLocks/>
            <a:stCxn id="36" idx="2"/>
            <a:endCxn id="6" idx="1"/>
          </p:cNvCxnSpPr>
          <p:nvPr/>
        </p:nvCxnSpPr>
        <p:spPr>
          <a:xfrm rot="16200000" flipH="1">
            <a:off x="428064" y="4188123"/>
            <a:ext cx="410923" cy="1772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4F8A395-FE76-2BB3-F165-E42A844E1631}"/>
              </a:ext>
            </a:extLst>
          </p:cNvPr>
          <p:cNvSpPr txBox="1"/>
          <p:nvPr/>
        </p:nvSpPr>
        <p:spPr>
          <a:xfrm>
            <a:off x="702037" y="401544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53F190-EF94-879A-E211-45DD537E79F9}"/>
              </a:ext>
            </a:extLst>
          </p:cNvPr>
          <p:cNvSpPr txBox="1"/>
          <p:nvPr/>
        </p:nvSpPr>
        <p:spPr>
          <a:xfrm>
            <a:off x="1921251" y="7744596"/>
            <a:ext cx="191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impl.</a:t>
            </a:r>
            <a:r>
              <a:rPr lang="en-GB" i="1" dirty="0"/>
              <a:t>AppName.zip</a:t>
            </a:r>
            <a:endParaRPr lang="en-DE" i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931F66-C89C-3F02-8F67-2997C820989D}"/>
              </a:ext>
            </a:extLst>
          </p:cNvPr>
          <p:cNvSpPr txBox="1"/>
          <p:nvPr/>
        </p:nvSpPr>
        <p:spPr>
          <a:xfrm>
            <a:off x="1066227" y="7874191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easy</a:t>
            </a:r>
            <a:endParaRPr lang="en-DE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2012B93-3261-4CC9-DB5C-09C801800F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7866" y="7971067"/>
            <a:ext cx="297526" cy="194632"/>
          </a:xfrm>
          <a:prstGeom prst="rect">
            <a:avLst/>
          </a:prstGeom>
        </p:spPr>
      </p:pic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728A54D6-A053-A489-E27E-7F2C14966E7A}"/>
              </a:ext>
            </a:extLst>
          </p:cNvPr>
          <p:cNvCxnSpPr>
            <a:cxnSpLocks/>
            <a:stCxn id="36" idx="2"/>
            <a:endCxn id="91" idx="1"/>
          </p:cNvCxnSpPr>
          <p:nvPr/>
        </p:nvCxnSpPr>
        <p:spPr>
          <a:xfrm rot="16200000" flipH="1">
            <a:off x="-1322165" y="5938351"/>
            <a:ext cx="3997101" cy="26296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0CA2CB4-E524-7613-2F5C-0FFACCAF6B87}"/>
              </a:ext>
            </a:extLst>
          </p:cNvPr>
          <p:cNvSpPr txBox="1"/>
          <p:nvPr/>
        </p:nvSpPr>
        <p:spPr>
          <a:xfrm>
            <a:off x="1059635" y="813880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pyEnv</a:t>
            </a:r>
            <a:endParaRPr lang="en-DE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97E0E32B-CDE5-44C8-EAE3-E28C4300E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1274" y="8235685"/>
            <a:ext cx="297526" cy="194632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4476F2B0-95D5-5E1A-0589-EE31F7F4E028}"/>
              </a:ext>
            </a:extLst>
          </p:cNvPr>
          <p:cNvSpPr txBox="1"/>
          <p:nvPr/>
        </p:nvSpPr>
        <p:spPr>
          <a:xfrm>
            <a:off x="1059635" y="8400881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pySrc</a:t>
            </a:r>
            <a:endParaRPr lang="en-DE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87BCA5F8-CF4C-6275-7D7E-84A7BDF7EC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1274" y="8497757"/>
            <a:ext cx="297526" cy="194632"/>
          </a:xfrm>
          <a:prstGeom prst="rect">
            <a:avLst/>
          </a:prstGeom>
        </p:spPr>
      </p:pic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05E11AAB-AC72-870E-72BE-B46D83054584}"/>
              </a:ext>
            </a:extLst>
          </p:cNvPr>
          <p:cNvCxnSpPr>
            <a:cxnSpLocks/>
            <a:stCxn id="36" idx="2"/>
            <a:endCxn id="96" idx="1"/>
          </p:cNvCxnSpPr>
          <p:nvPr/>
        </p:nvCxnSpPr>
        <p:spPr>
          <a:xfrm rot="16200000" flipH="1">
            <a:off x="-1457770" y="6073956"/>
            <a:ext cx="4261719" cy="25636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CAA34AE5-6AE3-9061-3C40-7DEB3A6FDBE9}"/>
              </a:ext>
            </a:extLst>
          </p:cNvPr>
          <p:cNvCxnSpPr>
            <a:cxnSpLocks/>
            <a:stCxn id="36" idx="2"/>
            <a:endCxn id="98" idx="1"/>
          </p:cNvCxnSpPr>
          <p:nvPr/>
        </p:nvCxnSpPr>
        <p:spPr>
          <a:xfrm rot="16200000" flipH="1">
            <a:off x="-1588806" y="6204992"/>
            <a:ext cx="4523791" cy="25636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>
            <a:extLst>
              <a:ext uri="{FF2B5EF4-FFF2-40B4-BE49-F238E27FC236}">
                <a16:creationId xmlns:a16="http://schemas.microsoft.com/office/drawing/2014/main" id="{A6BA1868-871C-5115-EE83-2C65063852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2921" y="3328549"/>
            <a:ext cx="297526" cy="194632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BDECF246-2FB0-EC70-506E-FD9642048DCE}"/>
              </a:ext>
            </a:extLst>
          </p:cNvPr>
          <p:cNvSpPr txBox="1"/>
          <p:nvPr/>
        </p:nvSpPr>
        <p:spPr>
          <a:xfrm>
            <a:off x="1186779" y="3255805"/>
            <a:ext cx="10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6B52D68F-5E6C-01C4-ABDC-BFC51D7725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0908" y="2020805"/>
            <a:ext cx="297526" cy="19463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16868A1-53E3-29D9-3DB0-E1E19AE09CC0}"/>
              </a:ext>
            </a:extLst>
          </p:cNvPr>
          <p:cNvSpPr txBox="1"/>
          <p:nvPr/>
        </p:nvSpPr>
        <p:spPr>
          <a:xfrm>
            <a:off x="1142200" y="1931567"/>
            <a:ext cx="10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E5D0B339-C946-C0C7-119A-516DFE65A2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08117" y="3588284"/>
            <a:ext cx="297526" cy="19463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A751873F-9990-BF81-4C4C-ADB71F911404}"/>
              </a:ext>
            </a:extLst>
          </p:cNvPr>
          <p:cNvSpPr txBox="1"/>
          <p:nvPr/>
        </p:nvSpPr>
        <p:spPr>
          <a:xfrm>
            <a:off x="679409" y="3499046"/>
            <a:ext cx="109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E76D1CD8-594A-7E4D-C947-225E4CF1F4D0}"/>
              </a:ext>
            </a:extLst>
          </p:cNvPr>
          <p:cNvCxnSpPr>
            <a:cxnSpLocks/>
            <a:stCxn id="52" idx="2"/>
            <a:endCxn id="105" idx="1"/>
          </p:cNvCxnSpPr>
          <p:nvPr/>
        </p:nvCxnSpPr>
        <p:spPr>
          <a:xfrm rot="16200000" flipH="1">
            <a:off x="379015" y="2881959"/>
            <a:ext cx="958106" cy="1297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415D20B-F7DD-EEFB-AB6E-D78748B6DEA0}"/>
              </a:ext>
            </a:extLst>
          </p:cNvPr>
          <p:cNvCxnSpPr>
            <a:cxnSpLocks/>
            <a:stCxn id="44" idx="2"/>
            <a:endCxn id="107" idx="1"/>
          </p:cNvCxnSpPr>
          <p:nvPr/>
        </p:nvCxnSpPr>
        <p:spPr>
          <a:xfrm rot="16200000" flipH="1">
            <a:off x="218047" y="1465260"/>
            <a:ext cx="1201994" cy="10372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BCB797FF-7A72-1227-46D1-479369C2713A}"/>
              </a:ext>
            </a:extLst>
          </p:cNvPr>
          <p:cNvCxnSpPr>
            <a:cxnSpLocks/>
            <a:stCxn id="2" idx="2"/>
            <a:endCxn id="109" idx="1"/>
          </p:cNvCxnSpPr>
          <p:nvPr/>
        </p:nvCxnSpPr>
        <p:spPr>
          <a:xfrm rot="16200000" flipH="1">
            <a:off x="-1335531" y="1941951"/>
            <a:ext cx="3367049" cy="1202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510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259D75E-9A2E-4DC3-9264-B2E681ED7FD2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 rot="16200000" flipH="1">
            <a:off x="760002" y="695497"/>
            <a:ext cx="198130" cy="1045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A28B03-DF51-47EA-BF72-237E6D117CB1}"/>
              </a:ext>
            </a:extLst>
          </p:cNvPr>
          <p:cNvSpPr txBox="1"/>
          <p:nvPr/>
        </p:nvSpPr>
        <p:spPr>
          <a:xfrm>
            <a:off x="916406" y="366708"/>
            <a:ext cx="21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ApplicationInterfaces</a:t>
            </a:r>
            <a:endParaRPr lang="en-DE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205F49-C02C-41CA-97D0-515478E73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8044" y="454059"/>
            <a:ext cx="297526" cy="1946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E6807AC-92F4-44AF-88A4-8B594CA58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1328" y="749505"/>
            <a:ext cx="297526" cy="1946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603BF6D-E8F4-4A32-BFCD-D857EB9A097D}"/>
              </a:ext>
            </a:extLst>
          </p:cNvPr>
          <p:cNvSpPr txBox="1"/>
          <p:nvPr/>
        </p:nvSpPr>
        <p:spPr>
          <a:xfrm>
            <a:off x="1157400" y="655580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B0658-6F61-4ABA-9CBD-127F12BD8D70}"/>
              </a:ext>
            </a:extLst>
          </p:cNvPr>
          <p:cNvSpPr txBox="1"/>
          <p:nvPr/>
        </p:nvSpPr>
        <p:spPr>
          <a:xfrm>
            <a:off x="1367284" y="93962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</a:t>
            </a:r>
            <a:endParaRPr lang="en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B68AE-EFCF-4BFE-89F9-E68E6A4B8375}"/>
              </a:ext>
            </a:extLst>
          </p:cNvPr>
          <p:cNvSpPr txBox="1"/>
          <p:nvPr/>
        </p:nvSpPr>
        <p:spPr>
          <a:xfrm>
            <a:off x="1598055" y="1174885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assembly</a:t>
            </a:r>
            <a:endParaRPr lang="en-DE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C4417F9-958E-47D8-8EFF-4E3E66ABA4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9425" y="1519455"/>
            <a:ext cx="297526" cy="1946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34E8651-8C66-4806-96DF-B5C4B738DAC9}"/>
              </a:ext>
            </a:extLst>
          </p:cNvPr>
          <p:cNvSpPr txBox="1"/>
          <p:nvPr/>
        </p:nvSpPr>
        <p:spPr>
          <a:xfrm>
            <a:off x="1598055" y="1441426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76BD56D-F47E-4A5B-A9F0-94917E243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5549" y="3137602"/>
            <a:ext cx="297526" cy="19463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F1044B0-68AD-4D02-A791-F0D40B3F0C14}"/>
              </a:ext>
            </a:extLst>
          </p:cNvPr>
          <p:cNvSpPr txBox="1"/>
          <p:nvPr/>
        </p:nvSpPr>
        <p:spPr>
          <a:xfrm>
            <a:off x="1594179" y="3059573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</a:t>
            </a:r>
            <a:endParaRPr lang="en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CC963D-8C8B-4F6A-B98E-C7E76141E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9425" y="1261590"/>
            <a:ext cx="297526" cy="19463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6AE67BA-9A8D-4750-A052-CE25889B8E43}"/>
              </a:ext>
            </a:extLst>
          </p:cNvPr>
          <p:cNvSpPr txBox="1"/>
          <p:nvPr/>
        </p:nvSpPr>
        <p:spPr>
          <a:xfrm>
            <a:off x="1768530" y="1752301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iip</a:t>
            </a:r>
            <a:endParaRPr lang="en-DE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5C78504-972F-43DD-97FB-F832FCD9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896" y="1780813"/>
            <a:ext cx="258361" cy="27401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CF57B3-222B-4CAB-B9FF-43FE2A16C0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21894" y="1019097"/>
            <a:ext cx="297526" cy="19463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A040413-3B3D-4AFD-8563-81FF788BC574}"/>
              </a:ext>
            </a:extLst>
          </p:cNvPr>
          <p:cNvSpPr txBox="1"/>
          <p:nvPr/>
        </p:nvSpPr>
        <p:spPr>
          <a:xfrm>
            <a:off x="1939666" y="1992608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datatypes</a:t>
            </a:r>
            <a:endParaRPr lang="en-DE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66AAE3-4370-4865-A083-11491AF95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579" y="2040326"/>
            <a:ext cx="258361" cy="27401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8175024-5967-4678-81B8-AB675324A94F}"/>
              </a:ext>
            </a:extLst>
          </p:cNvPr>
          <p:cNvSpPr txBox="1"/>
          <p:nvPr/>
        </p:nvSpPr>
        <p:spPr>
          <a:xfrm>
            <a:off x="1962633" y="2279784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impl</a:t>
            </a:r>
            <a:endParaRPr lang="en-DE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EA57F15-D666-47C6-A024-090910A56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352" y="2300544"/>
            <a:ext cx="258361" cy="27401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965CEFF-1AAE-4E58-BD36-2818D554B32D}"/>
              </a:ext>
            </a:extLst>
          </p:cNvPr>
          <p:cNvSpPr txBox="1"/>
          <p:nvPr/>
        </p:nvSpPr>
        <p:spPr>
          <a:xfrm>
            <a:off x="1974910" y="2549450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interfaces</a:t>
            </a:r>
            <a:endParaRPr lang="en-DE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B7B1D2F-A4E6-4F7B-8486-E549D7C31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755" y="2570210"/>
            <a:ext cx="258361" cy="27401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1564865-F2AE-4CBC-A33B-B1D768666795}"/>
              </a:ext>
            </a:extLst>
          </p:cNvPr>
          <p:cNvSpPr txBox="1"/>
          <p:nvPr/>
        </p:nvSpPr>
        <p:spPr>
          <a:xfrm>
            <a:off x="1966994" y="2808168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serializers</a:t>
            </a:r>
            <a:endParaRPr lang="en-DE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9B0667A-EA90-4189-AE89-B0F2D894A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6797" y="2848718"/>
            <a:ext cx="258361" cy="27401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C18277A-6406-4BC4-8C88-325B4F02FB8E}"/>
              </a:ext>
            </a:extLst>
          </p:cNvPr>
          <p:cNvSpPr txBox="1"/>
          <p:nvPr/>
        </p:nvSpPr>
        <p:spPr>
          <a:xfrm>
            <a:off x="1828692" y="3361850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datatypes</a:t>
            </a:r>
            <a:endParaRPr lang="en-DE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152002E-CBE7-4939-8240-7D27B12BE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411" y="3382610"/>
            <a:ext cx="258361" cy="27401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1AA3840-8E1A-426A-9DE5-46A03F05E0D4}"/>
              </a:ext>
            </a:extLst>
          </p:cNvPr>
          <p:cNvSpPr txBox="1"/>
          <p:nvPr/>
        </p:nvSpPr>
        <p:spPr>
          <a:xfrm>
            <a:off x="1831329" y="3602159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iip</a:t>
            </a:r>
            <a:endParaRPr lang="en-DE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FE9FA93-1B1B-452D-9285-08F7DE44C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268" y="3642828"/>
            <a:ext cx="258361" cy="27401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B418623-2EE3-47F8-B849-D6519C31F3CF}"/>
              </a:ext>
            </a:extLst>
          </p:cNvPr>
          <p:cNvSpPr txBox="1"/>
          <p:nvPr/>
        </p:nvSpPr>
        <p:spPr>
          <a:xfrm>
            <a:off x="1823549" y="3874428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interfaces</a:t>
            </a:r>
            <a:endParaRPr lang="en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4EC4EEE-FFDB-4AD3-AD07-C19E0FA3C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671" y="3900620"/>
            <a:ext cx="258361" cy="27401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7EE7A13-D6F9-422A-9455-86F158A5119E}"/>
              </a:ext>
            </a:extLst>
          </p:cNvPr>
          <p:cNvSpPr txBox="1"/>
          <p:nvPr/>
        </p:nvSpPr>
        <p:spPr>
          <a:xfrm>
            <a:off x="1823952" y="4130662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serializers</a:t>
            </a:r>
            <a:endParaRPr lang="en-DE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4B71FB6-E2AC-4EFC-B111-1A0FB0B8D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671" y="4151422"/>
            <a:ext cx="258361" cy="27401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4BD41E1-0B26-444E-A173-059EF38DD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87" y="4684600"/>
            <a:ext cx="295275" cy="342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AECA0F6-1937-416D-BB8D-860BD64CD684}"/>
              </a:ext>
            </a:extLst>
          </p:cNvPr>
          <p:cNvSpPr txBox="1"/>
          <p:nvPr/>
        </p:nvSpPr>
        <p:spPr>
          <a:xfrm>
            <a:off x="1154321" y="4654917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B1DBB4B-6B88-436A-BB1A-D467696417EC}"/>
              </a:ext>
            </a:extLst>
          </p:cNvPr>
          <p:cNvCxnSpPr>
            <a:cxnSpLocks/>
            <a:stCxn id="26" idx="2"/>
            <a:endCxn id="67" idx="1"/>
          </p:cNvCxnSpPr>
          <p:nvPr/>
        </p:nvCxnSpPr>
        <p:spPr>
          <a:xfrm rot="16200000" flipH="1">
            <a:off x="-1078159" y="2533656"/>
            <a:ext cx="3886048" cy="11611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8122A74-08A9-4135-941B-846D047B32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2924" y="4437423"/>
            <a:ext cx="297526" cy="19463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7A89FEA-D587-4986-AA9B-3F880427081E}"/>
              </a:ext>
            </a:extLst>
          </p:cNvPr>
          <p:cNvSpPr txBox="1"/>
          <p:nvPr/>
        </p:nvSpPr>
        <p:spPr>
          <a:xfrm>
            <a:off x="1188786" y="4343498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7F0EB51B-F4BE-41DF-9B98-35E880213B61}"/>
              </a:ext>
            </a:extLst>
          </p:cNvPr>
          <p:cNvCxnSpPr>
            <a:cxnSpLocks/>
            <a:stCxn id="26" idx="2"/>
            <a:endCxn id="65" idx="1"/>
          </p:cNvCxnSpPr>
          <p:nvPr/>
        </p:nvCxnSpPr>
        <p:spPr>
          <a:xfrm rot="16200000" flipH="1">
            <a:off x="-1247583" y="2703081"/>
            <a:ext cx="4207359" cy="9857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59E7D221-F12A-472F-B9EB-C3B9CF42A4D5}"/>
              </a:ext>
            </a:extLst>
          </p:cNvPr>
          <p:cNvCxnSpPr>
            <a:cxnSpLocks/>
            <a:stCxn id="29" idx="2"/>
            <a:endCxn id="47" idx="1"/>
          </p:cNvCxnSpPr>
          <p:nvPr/>
        </p:nvCxnSpPr>
        <p:spPr>
          <a:xfrm rot="16200000" flipH="1">
            <a:off x="1004854" y="999375"/>
            <a:ext cx="172276" cy="618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6791A97-657E-4DAD-A374-93DDC76F6C6B}"/>
              </a:ext>
            </a:extLst>
          </p:cNvPr>
          <p:cNvCxnSpPr>
            <a:cxnSpLocks/>
            <a:stCxn id="47" idx="2"/>
            <a:endCxn id="38" idx="1"/>
          </p:cNvCxnSpPr>
          <p:nvPr/>
        </p:nvCxnSpPr>
        <p:spPr>
          <a:xfrm rot="16200000" flipH="1">
            <a:off x="1247455" y="1236933"/>
            <a:ext cx="145177" cy="987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947FF58-9ECA-4A4A-BBAD-639E6AE03D8A}"/>
              </a:ext>
            </a:extLst>
          </p:cNvPr>
          <p:cNvCxnSpPr>
            <a:cxnSpLocks/>
            <a:stCxn id="47" idx="2"/>
            <a:endCxn id="34" idx="1"/>
          </p:cNvCxnSpPr>
          <p:nvPr/>
        </p:nvCxnSpPr>
        <p:spPr>
          <a:xfrm rot="16200000" flipH="1">
            <a:off x="1118520" y="1365866"/>
            <a:ext cx="403042" cy="987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D22E631-3380-4A99-8BD8-EFE311F4F443}"/>
              </a:ext>
            </a:extLst>
          </p:cNvPr>
          <p:cNvCxnSpPr>
            <a:cxnSpLocks/>
            <a:stCxn id="34" idx="2"/>
            <a:endCxn id="46" idx="1"/>
          </p:cNvCxnSpPr>
          <p:nvPr/>
        </p:nvCxnSpPr>
        <p:spPr>
          <a:xfrm rot="16200000" flipH="1">
            <a:off x="1424174" y="1808101"/>
            <a:ext cx="203734" cy="1570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75BC9E1-4E45-47C3-94FB-67F973045A4C}"/>
              </a:ext>
            </a:extLst>
          </p:cNvPr>
          <p:cNvCxnSpPr>
            <a:cxnSpLocks/>
            <a:stCxn id="46" idx="2"/>
            <a:endCxn id="49" idx="1"/>
          </p:cNvCxnSpPr>
          <p:nvPr/>
        </p:nvCxnSpPr>
        <p:spPr>
          <a:xfrm rot="16200000" flipH="1">
            <a:off x="1634074" y="2083831"/>
            <a:ext cx="122504" cy="645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90E90CE1-97B2-4428-86A6-2F8DCEFDF92A}"/>
              </a:ext>
            </a:extLst>
          </p:cNvPr>
          <p:cNvCxnSpPr>
            <a:cxnSpLocks/>
            <a:stCxn id="46" idx="2"/>
            <a:endCxn id="51" idx="1"/>
          </p:cNvCxnSpPr>
          <p:nvPr/>
        </p:nvCxnSpPr>
        <p:spPr>
          <a:xfrm rot="16200000" flipH="1">
            <a:off x="1505351" y="2212555"/>
            <a:ext cx="382722" cy="672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FEDD6C1-1289-4BB1-B4A8-7BFEA8198B08}"/>
              </a:ext>
            </a:extLst>
          </p:cNvPr>
          <p:cNvCxnSpPr>
            <a:cxnSpLocks/>
            <a:stCxn id="46" idx="2"/>
            <a:endCxn id="53" idx="1"/>
          </p:cNvCxnSpPr>
          <p:nvPr/>
        </p:nvCxnSpPr>
        <p:spPr>
          <a:xfrm rot="16200000" flipH="1">
            <a:off x="1370720" y="2347185"/>
            <a:ext cx="652388" cy="6767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7C4D41EC-3ABB-4AC0-A226-16309FADA6D6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1229487" y="2488418"/>
            <a:ext cx="930896" cy="637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CE8A7860-643B-4192-A73C-DCC66665ADBD}"/>
              </a:ext>
            </a:extLst>
          </p:cNvPr>
          <p:cNvCxnSpPr>
            <a:cxnSpLocks/>
            <a:stCxn id="47" idx="2"/>
            <a:endCxn id="36" idx="1"/>
          </p:cNvCxnSpPr>
          <p:nvPr/>
        </p:nvCxnSpPr>
        <p:spPr>
          <a:xfrm rot="16200000" flipH="1">
            <a:off x="307511" y="2176877"/>
            <a:ext cx="2021189" cy="94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4F6B42C-473E-4675-BF40-3643A2EB646E}"/>
              </a:ext>
            </a:extLst>
          </p:cNvPr>
          <p:cNvCxnSpPr>
            <a:cxnSpLocks/>
            <a:stCxn id="36" idx="2"/>
            <a:endCxn id="57" idx="1"/>
          </p:cNvCxnSpPr>
          <p:nvPr/>
        </p:nvCxnSpPr>
        <p:spPr>
          <a:xfrm rot="16200000" flipH="1">
            <a:off x="1461668" y="3384879"/>
            <a:ext cx="187384" cy="820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9B6E40DB-EF32-49D0-AF20-062B97D2D44A}"/>
              </a:ext>
            </a:extLst>
          </p:cNvPr>
          <p:cNvCxnSpPr>
            <a:cxnSpLocks/>
            <a:stCxn id="36" idx="2"/>
            <a:endCxn id="59" idx="1"/>
          </p:cNvCxnSpPr>
          <p:nvPr/>
        </p:nvCxnSpPr>
        <p:spPr>
          <a:xfrm rot="16200000" flipH="1">
            <a:off x="1328988" y="3517558"/>
            <a:ext cx="447602" cy="7695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0BC28C02-388B-4041-8DFF-D4D6449AC38B}"/>
              </a:ext>
            </a:extLst>
          </p:cNvPr>
          <p:cNvCxnSpPr>
            <a:cxnSpLocks/>
            <a:stCxn id="36" idx="2"/>
            <a:endCxn id="61" idx="1"/>
          </p:cNvCxnSpPr>
          <p:nvPr/>
        </p:nvCxnSpPr>
        <p:spPr>
          <a:xfrm rot="16200000" flipH="1">
            <a:off x="1200293" y="3646254"/>
            <a:ext cx="705394" cy="773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9B0CF832-6746-4529-A7A8-164F7879C048}"/>
              </a:ext>
            </a:extLst>
          </p:cNvPr>
          <p:cNvCxnSpPr>
            <a:cxnSpLocks/>
            <a:stCxn id="36" idx="2"/>
            <a:endCxn id="63" idx="1"/>
          </p:cNvCxnSpPr>
          <p:nvPr/>
        </p:nvCxnSpPr>
        <p:spPr>
          <a:xfrm rot="16200000" flipH="1">
            <a:off x="1074892" y="3771655"/>
            <a:ext cx="956196" cy="773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875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259D75E-9A2E-4DC3-9264-B2E681ED7FD2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 rot="16200000" flipH="1">
            <a:off x="546048" y="343579"/>
            <a:ext cx="198130" cy="7285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A28B03-DF51-47EA-BF72-237E6D117CB1}"/>
              </a:ext>
            </a:extLst>
          </p:cNvPr>
          <p:cNvSpPr txBox="1"/>
          <p:nvPr/>
        </p:nvSpPr>
        <p:spPr>
          <a:xfrm>
            <a:off x="703530" y="0"/>
            <a:ext cx="21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/>
              <a:t>AppName</a:t>
            </a:r>
            <a:endParaRPr lang="en-DE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205F49-C02C-41CA-97D0-515478E73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59924" y="86307"/>
            <a:ext cx="297526" cy="1946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E6807AC-92F4-44AF-88A4-8B594CA58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1540" y="381753"/>
            <a:ext cx="297526" cy="1946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603BF6D-E8F4-4A32-BFCD-D857EB9A097D}"/>
              </a:ext>
            </a:extLst>
          </p:cNvPr>
          <p:cNvSpPr txBox="1"/>
          <p:nvPr/>
        </p:nvSpPr>
        <p:spPr>
          <a:xfrm>
            <a:off x="909026" y="283811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B0658-6F61-4ABA-9CBD-127F12BD8D70}"/>
              </a:ext>
            </a:extLst>
          </p:cNvPr>
          <p:cNvSpPr txBox="1"/>
          <p:nvPr/>
        </p:nvSpPr>
        <p:spPr>
          <a:xfrm>
            <a:off x="1036622" y="4784048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B68AE-EFCF-4BFE-89F9-E68E6A4B8375}"/>
              </a:ext>
            </a:extLst>
          </p:cNvPr>
          <p:cNvSpPr txBox="1"/>
          <p:nvPr/>
        </p:nvSpPr>
        <p:spPr>
          <a:xfrm>
            <a:off x="1403884" y="846715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assembly</a:t>
            </a:r>
            <a:endParaRPr lang="en-DE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C4417F9-958E-47D8-8EFF-4E3E66ABA4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91092" y="1215043"/>
            <a:ext cx="297526" cy="1946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34E8651-8C66-4806-96DF-B5C4B738DAC9}"/>
              </a:ext>
            </a:extLst>
          </p:cNvPr>
          <p:cNvSpPr txBox="1"/>
          <p:nvPr/>
        </p:nvSpPr>
        <p:spPr>
          <a:xfrm>
            <a:off x="1419722" y="1137014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CC963D-8C8B-4F6A-B98E-C7E76141E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75254" y="933425"/>
            <a:ext cx="297526" cy="19463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6AE67BA-9A8D-4750-A052-CE25889B8E43}"/>
              </a:ext>
            </a:extLst>
          </p:cNvPr>
          <p:cNvSpPr txBox="1"/>
          <p:nvPr/>
        </p:nvSpPr>
        <p:spPr>
          <a:xfrm>
            <a:off x="1609993" y="1424139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iip</a:t>
            </a:r>
            <a:endParaRPr lang="en-DE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5C78504-972F-43DD-97FB-F832FCD9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359" y="1452651"/>
            <a:ext cx="258361" cy="27401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A040413-3B3D-4AFD-8563-81FF788BC574}"/>
              </a:ext>
            </a:extLst>
          </p:cNvPr>
          <p:cNvSpPr txBox="1"/>
          <p:nvPr/>
        </p:nvSpPr>
        <p:spPr>
          <a:xfrm>
            <a:off x="1781532" y="1691404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nodes</a:t>
            </a:r>
            <a:endParaRPr lang="en-DE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66AAE3-4370-4865-A083-11491AF95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251" y="1712164"/>
            <a:ext cx="258361" cy="27401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4BD41E1-0B26-444E-A173-059EF38DD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15" y="5109399"/>
            <a:ext cx="295275" cy="342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AECA0F6-1937-416D-BB8D-860BD64CD684}"/>
              </a:ext>
            </a:extLst>
          </p:cNvPr>
          <p:cNvSpPr txBox="1"/>
          <p:nvPr/>
        </p:nvSpPr>
        <p:spPr>
          <a:xfrm>
            <a:off x="967386" y="5082967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1B63953-14A5-4127-AAE7-6B9A48C929FE}"/>
              </a:ext>
            </a:extLst>
          </p:cNvPr>
          <p:cNvCxnSpPr>
            <a:cxnSpLocks/>
            <a:stCxn id="26" idx="2"/>
            <a:endCxn id="67" idx="1"/>
          </p:cNvCxnSpPr>
          <p:nvPr/>
        </p:nvCxnSpPr>
        <p:spPr>
          <a:xfrm rot="16200000" flipH="1">
            <a:off x="-1667766" y="2557391"/>
            <a:ext cx="4687775" cy="13486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AA554E97-F15D-4B3E-A9AB-6A6DEFA9A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43556" y="4871398"/>
            <a:ext cx="297526" cy="194632"/>
          </a:xfrm>
          <a:prstGeom prst="rect">
            <a:avLst/>
          </a:prstGeom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D76E4A2A-DD25-4131-AAB2-4C530844CE0E}"/>
              </a:ext>
            </a:extLst>
          </p:cNvPr>
          <p:cNvCxnSpPr>
            <a:cxnSpLocks/>
            <a:stCxn id="26" idx="2"/>
            <a:endCxn id="65" idx="1"/>
          </p:cNvCxnSpPr>
          <p:nvPr/>
        </p:nvCxnSpPr>
        <p:spPr>
          <a:xfrm rot="16200000" flipH="1">
            <a:off x="-1834154" y="2723780"/>
            <a:ext cx="4999910" cy="1142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217EC32-8A80-4AF3-803F-1BAA4B8DA385}"/>
              </a:ext>
            </a:extLst>
          </p:cNvPr>
          <p:cNvCxnSpPr>
            <a:cxnSpLocks/>
            <a:stCxn id="85" idx="2"/>
            <a:endCxn id="38" idx="1"/>
          </p:cNvCxnSpPr>
          <p:nvPr/>
        </p:nvCxnSpPr>
        <p:spPr>
          <a:xfrm rot="16200000" flipH="1">
            <a:off x="1041242" y="896731"/>
            <a:ext cx="187972" cy="8005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5EC913A-320E-4EEB-A227-B782E23E381F}"/>
              </a:ext>
            </a:extLst>
          </p:cNvPr>
          <p:cNvCxnSpPr>
            <a:cxnSpLocks/>
            <a:stCxn id="85" idx="2"/>
            <a:endCxn id="34" idx="1"/>
          </p:cNvCxnSpPr>
          <p:nvPr/>
        </p:nvCxnSpPr>
        <p:spPr>
          <a:xfrm rot="16200000" flipH="1">
            <a:off x="908352" y="1029621"/>
            <a:ext cx="469590" cy="9588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DD9596FC-FF49-4855-9443-4D63A14D0F6C}"/>
              </a:ext>
            </a:extLst>
          </p:cNvPr>
          <p:cNvCxnSpPr>
            <a:cxnSpLocks/>
            <a:stCxn id="29" idx="2"/>
            <a:endCxn id="85" idx="1"/>
          </p:cNvCxnSpPr>
          <p:nvPr/>
        </p:nvCxnSpPr>
        <p:spPr>
          <a:xfrm rot="16200000" flipH="1">
            <a:off x="803837" y="602852"/>
            <a:ext cx="169068" cy="11613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47F2133-5461-4131-80FB-8D072B7F706C}"/>
              </a:ext>
            </a:extLst>
          </p:cNvPr>
          <p:cNvCxnSpPr>
            <a:cxnSpLocks/>
            <a:stCxn id="34" idx="2"/>
            <a:endCxn id="46" idx="1"/>
          </p:cNvCxnSpPr>
          <p:nvPr/>
        </p:nvCxnSpPr>
        <p:spPr>
          <a:xfrm rot="16200000" flipH="1">
            <a:off x="1267614" y="1481916"/>
            <a:ext cx="179984" cy="355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5190342-83A3-4C95-B42C-4D60117D11F4}"/>
              </a:ext>
            </a:extLst>
          </p:cNvPr>
          <p:cNvCxnSpPr>
            <a:cxnSpLocks/>
            <a:stCxn id="46" idx="2"/>
            <a:endCxn id="49" idx="1"/>
          </p:cNvCxnSpPr>
          <p:nvPr/>
        </p:nvCxnSpPr>
        <p:spPr>
          <a:xfrm rot="16200000" flipH="1">
            <a:off x="1465641" y="1765566"/>
            <a:ext cx="122504" cy="447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123E90C-8D88-483F-B535-626832D6B675}"/>
              </a:ext>
            </a:extLst>
          </p:cNvPr>
          <p:cNvSpPr txBox="1"/>
          <p:nvPr/>
        </p:nvSpPr>
        <p:spPr>
          <a:xfrm>
            <a:off x="1191830" y="56866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</a:t>
            </a:r>
            <a:endParaRPr lang="en-DE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14E9D599-E1A6-4D3E-8ABD-D2739F384B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46440" y="648137"/>
            <a:ext cx="297526" cy="19463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D21B2FBE-F634-4B6C-BB95-EED4DA4E4F9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312" t="11707" r="130" b="24174"/>
          <a:stretch/>
        </p:blipFill>
        <p:spPr>
          <a:xfrm>
            <a:off x="1606182" y="1989421"/>
            <a:ext cx="201428" cy="27193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488623CD-BC7C-4D1C-881B-1E412F8329A7}"/>
              </a:ext>
            </a:extLst>
          </p:cNvPr>
          <p:cNvSpPr txBox="1"/>
          <p:nvPr/>
        </p:nvSpPr>
        <p:spPr>
          <a:xfrm>
            <a:off x="1781530" y="1939822"/>
            <a:ext cx="128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Starter.java</a:t>
            </a:r>
            <a:endParaRPr lang="en-DE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3789C5C1-F3BB-4877-B206-146D6FBFA48C}"/>
              </a:ext>
            </a:extLst>
          </p:cNvPr>
          <p:cNvCxnSpPr>
            <a:cxnSpLocks/>
            <a:stCxn id="46" idx="2"/>
            <a:endCxn id="93" idx="1"/>
          </p:cNvCxnSpPr>
          <p:nvPr/>
        </p:nvCxnSpPr>
        <p:spPr>
          <a:xfrm rot="16200000" flipH="1">
            <a:off x="1356003" y="1875207"/>
            <a:ext cx="398716" cy="1016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DBF9643A-E75B-4A40-8BF4-63932ECDC03C}"/>
              </a:ext>
            </a:extLst>
          </p:cNvPr>
          <p:cNvSpPr txBox="1"/>
          <p:nvPr/>
        </p:nvSpPr>
        <p:spPr>
          <a:xfrm>
            <a:off x="1284545" y="3719907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</a:t>
            </a:r>
            <a:endParaRPr lang="en-DE" dirty="0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564BC557-8C4F-4AC0-90F8-19037DE7D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7958" y="3790822"/>
            <a:ext cx="297526" cy="194632"/>
          </a:xfrm>
          <a:prstGeom prst="rect">
            <a:avLst/>
          </a:prstGeom>
        </p:spPr>
      </p:pic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29CF610C-8D01-4724-8BED-6212F4876932}"/>
              </a:ext>
            </a:extLst>
          </p:cNvPr>
          <p:cNvCxnSpPr>
            <a:cxnSpLocks/>
            <a:stCxn id="29" idx="2"/>
            <a:endCxn id="124" idx="1"/>
          </p:cNvCxnSpPr>
          <p:nvPr/>
        </p:nvCxnSpPr>
        <p:spPr>
          <a:xfrm rot="16200000" flipH="1">
            <a:off x="-746746" y="2153433"/>
            <a:ext cx="3311753" cy="15765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Picture 128">
            <a:extLst>
              <a:ext uri="{FF2B5EF4-FFF2-40B4-BE49-F238E27FC236}">
                <a16:creationId xmlns:a16="http://schemas.microsoft.com/office/drawing/2014/main" id="{33AB855C-0DC1-4BBE-8ADB-A486B0CDC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08656" y="2322556"/>
            <a:ext cx="297526" cy="194632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2F1CD632-E302-4AEA-B967-970B6D6B51CF}"/>
              </a:ext>
            </a:extLst>
          </p:cNvPr>
          <p:cNvSpPr txBox="1"/>
          <p:nvPr/>
        </p:nvSpPr>
        <p:spPr>
          <a:xfrm>
            <a:off x="1560571" y="2219979"/>
            <a:ext cx="109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E396A8B8-F6AC-48BB-A746-9EEA96CD09FF}"/>
              </a:ext>
            </a:extLst>
          </p:cNvPr>
          <p:cNvCxnSpPr>
            <a:cxnSpLocks/>
            <a:stCxn id="85" idx="2"/>
            <a:endCxn id="129" idx="1"/>
          </p:cNvCxnSpPr>
          <p:nvPr/>
        </p:nvCxnSpPr>
        <p:spPr>
          <a:xfrm rot="16200000" flipH="1">
            <a:off x="413378" y="1524593"/>
            <a:ext cx="1577103" cy="21345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C959EAD9-D67B-4883-8C1D-CB40EC5A8E9B}"/>
              </a:ext>
            </a:extLst>
          </p:cNvPr>
          <p:cNvCxnSpPr>
            <a:cxnSpLocks/>
            <a:stCxn id="129" idx="2"/>
            <a:endCxn id="142" idx="1"/>
          </p:cNvCxnSpPr>
          <p:nvPr/>
        </p:nvCxnSpPr>
        <p:spPr>
          <a:xfrm rot="16200000" flipH="1">
            <a:off x="1184806" y="2789800"/>
            <a:ext cx="658462" cy="11323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9956CB72-6917-41D1-AB13-51546B5AA602}"/>
              </a:ext>
            </a:extLst>
          </p:cNvPr>
          <p:cNvSpPr txBox="1"/>
          <p:nvPr/>
        </p:nvSpPr>
        <p:spPr>
          <a:xfrm>
            <a:off x="1746590" y="2961168"/>
            <a:ext cx="1626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application.yml</a:t>
            </a:r>
            <a:endParaRPr lang="en-DE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2222246-439A-404D-82EC-C6B7022A4878}"/>
              </a:ext>
            </a:extLst>
          </p:cNvPr>
          <p:cNvSpPr txBox="1"/>
          <p:nvPr/>
        </p:nvSpPr>
        <p:spPr>
          <a:xfrm>
            <a:off x="1746590" y="3208412"/>
            <a:ext cx="180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deployment.yml</a:t>
            </a:r>
            <a:endParaRPr lang="en-DE" dirty="0"/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81508FD4-750C-458D-BBCD-F179188F51A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570656" y="2980091"/>
            <a:ext cx="214356" cy="39111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0D686F01-19FD-400B-AE65-67751888450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571832" y="3198878"/>
            <a:ext cx="214356" cy="391117"/>
          </a:xfrm>
          <a:prstGeom prst="rect">
            <a:avLst/>
          </a:prstGeom>
        </p:spPr>
      </p:pic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1529AF2B-99A2-43A1-8A66-77611C6B9B92}"/>
              </a:ext>
            </a:extLst>
          </p:cNvPr>
          <p:cNvCxnSpPr>
            <a:cxnSpLocks/>
            <a:stCxn id="129" idx="2"/>
            <a:endCxn id="146" idx="1"/>
          </p:cNvCxnSpPr>
          <p:nvPr/>
        </p:nvCxnSpPr>
        <p:spPr>
          <a:xfrm rot="16200000" flipH="1">
            <a:off x="1076001" y="2898605"/>
            <a:ext cx="877249" cy="11441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EF51130F-5924-4797-9DA6-60BCCC80E1D6}"/>
              </a:ext>
            </a:extLst>
          </p:cNvPr>
          <p:cNvSpPr txBox="1"/>
          <p:nvPr/>
        </p:nvSpPr>
        <p:spPr>
          <a:xfrm>
            <a:off x="1746590" y="3458141"/>
            <a:ext cx="180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logback.xml</a:t>
            </a:r>
            <a:endParaRPr lang="en-DE" dirty="0"/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A8E91261-82C5-4C46-B416-C2721C65483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577863" y="3425378"/>
            <a:ext cx="214356" cy="391117"/>
          </a:xfrm>
          <a:prstGeom prst="rect">
            <a:avLst/>
          </a:prstGeom>
        </p:spPr>
      </p:pic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C250B9FC-1EAC-47A9-ADEC-4AECC3898CB7}"/>
              </a:ext>
            </a:extLst>
          </p:cNvPr>
          <p:cNvCxnSpPr>
            <a:cxnSpLocks/>
            <a:stCxn id="129" idx="2"/>
            <a:endCxn id="151" idx="1"/>
          </p:cNvCxnSpPr>
          <p:nvPr/>
        </p:nvCxnSpPr>
        <p:spPr>
          <a:xfrm rot="16200000" flipH="1">
            <a:off x="965767" y="3008840"/>
            <a:ext cx="1103749" cy="12044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Picture 154">
            <a:extLst>
              <a:ext uri="{FF2B5EF4-FFF2-40B4-BE49-F238E27FC236}">
                <a16:creationId xmlns:a16="http://schemas.microsoft.com/office/drawing/2014/main" id="{AAEB2FB0-D0B5-4E09-B33B-F9BF903512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31013" y="4060163"/>
            <a:ext cx="297526" cy="194632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2B6AB04E-0469-421F-9472-068004317422}"/>
              </a:ext>
            </a:extLst>
          </p:cNvPr>
          <p:cNvSpPr txBox="1"/>
          <p:nvPr/>
        </p:nvSpPr>
        <p:spPr>
          <a:xfrm>
            <a:off x="1465650" y="3986478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8D76AEE-9076-4092-A0F7-E05DDFA88B71}"/>
              </a:ext>
            </a:extLst>
          </p:cNvPr>
          <p:cNvSpPr txBox="1"/>
          <p:nvPr/>
        </p:nvSpPr>
        <p:spPr>
          <a:xfrm>
            <a:off x="1649914" y="4307360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iip</a:t>
            </a:r>
            <a:endParaRPr lang="en-DE" dirty="0"/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10F242D7-540D-4AD1-B90F-38769E99C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280" y="4335872"/>
            <a:ext cx="258361" cy="274019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726C4F7D-8837-4A95-A78E-57727B40F046}"/>
              </a:ext>
            </a:extLst>
          </p:cNvPr>
          <p:cNvSpPr txBox="1"/>
          <p:nvPr/>
        </p:nvSpPr>
        <p:spPr>
          <a:xfrm>
            <a:off x="1807612" y="4569720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nodes</a:t>
            </a:r>
            <a:endParaRPr lang="en-DE" dirty="0"/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8AE82B3F-A214-4192-8A85-52CEE7F67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172" y="4595385"/>
            <a:ext cx="258361" cy="274019"/>
          </a:xfrm>
          <a:prstGeom prst="rect">
            <a:avLst/>
          </a:prstGeom>
        </p:spPr>
      </p:pic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6DF0AE2E-9D6A-4007-8A8C-9310076B61C2}"/>
              </a:ext>
            </a:extLst>
          </p:cNvPr>
          <p:cNvCxnSpPr>
            <a:cxnSpLocks/>
            <a:stCxn id="124" idx="2"/>
            <a:endCxn id="155" idx="1"/>
          </p:cNvCxnSpPr>
          <p:nvPr/>
        </p:nvCxnSpPr>
        <p:spPr>
          <a:xfrm rot="16200000" flipH="1">
            <a:off x="1097857" y="4024320"/>
            <a:ext cx="172025" cy="942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FD131731-593D-4E7C-A4F9-419C07FDAE80}"/>
              </a:ext>
            </a:extLst>
          </p:cNvPr>
          <p:cNvCxnSpPr>
            <a:cxnSpLocks/>
            <a:stCxn id="155" idx="2"/>
            <a:endCxn id="158" idx="1"/>
          </p:cNvCxnSpPr>
          <p:nvPr/>
        </p:nvCxnSpPr>
        <p:spPr>
          <a:xfrm rot="16200000" flipH="1">
            <a:off x="1288485" y="4346086"/>
            <a:ext cx="218087" cy="355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AAC4CB43-C767-47CB-9434-6556D00D314C}"/>
              </a:ext>
            </a:extLst>
          </p:cNvPr>
          <p:cNvCxnSpPr>
            <a:cxnSpLocks/>
            <a:stCxn id="158" idx="2"/>
            <a:endCxn id="160" idx="1"/>
          </p:cNvCxnSpPr>
          <p:nvPr/>
        </p:nvCxnSpPr>
        <p:spPr>
          <a:xfrm rot="16200000" flipH="1">
            <a:off x="1505562" y="4648787"/>
            <a:ext cx="122504" cy="447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38AE49E-5D1D-52A1-A9B3-F6D9423230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06182" y="2585645"/>
            <a:ext cx="297526" cy="1946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71A44E-DE6C-08F2-3741-5B865EEC8F75}"/>
              </a:ext>
            </a:extLst>
          </p:cNvPr>
          <p:cNvSpPr txBox="1"/>
          <p:nvPr/>
        </p:nvSpPr>
        <p:spPr>
          <a:xfrm>
            <a:off x="1858097" y="2483068"/>
            <a:ext cx="117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META-INF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61E8B-3433-F91C-B165-F7B5A9882D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55875" y="2836192"/>
            <a:ext cx="297526" cy="194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C21B97-53CF-559D-8AD5-031AC9843F59}"/>
              </a:ext>
            </a:extLst>
          </p:cNvPr>
          <p:cNvSpPr txBox="1"/>
          <p:nvPr/>
        </p:nvSpPr>
        <p:spPr>
          <a:xfrm>
            <a:off x="2093963" y="2728173"/>
            <a:ext cx="117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services</a:t>
            </a:r>
            <a:endParaRPr lang="en-DE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E4B7C05-BA98-632B-F421-B0453FECF5E3}"/>
              </a:ext>
            </a:extLst>
          </p:cNvPr>
          <p:cNvCxnSpPr>
            <a:cxnSpLocks/>
            <a:stCxn id="129" idx="2"/>
            <a:endCxn id="2" idx="1"/>
          </p:cNvCxnSpPr>
          <p:nvPr/>
        </p:nvCxnSpPr>
        <p:spPr>
          <a:xfrm rot="16200000" flipH="1">
            <a:off x="1448914" y="2525692"/>
            <a:ext cx="165773" cy="1487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EA6C438-1680-D861-5FCD-141E971EFD93}"/>
              </a:ext>
            </a:extLst>
          </p:cNvPr>
          <p:cNvCxnSpPr>
            <a:cxnSpLocks/>
            <a:stCxn id="2" idx="2"/>
            <a:endCxn id="4" idx="1"/>
          </p:cNvCxnSpPr>
          <p:nvPr/>
        </p:nvCxnSpPr>
        <p:spPr>
          <a:xfrm rot="16200000" flipH="1">
            <a:off x="1728795" y="2806427"/>
            <a:ext cx="153231" cy="10093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074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259D75E-9A2E-4DC3-9264-B2E681ED7FD2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 rot="16200000" flipH="1">
            <a:off x="660799" y="596292"/>
            <a:ext cx="396536" cy="1045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A28B03-DF51-47EA-BF72-237E6D117CB1}"/>
              </a:ext>
            </a:extLst>
          </p:cNvPr>
          <p:cNvSpPr txBox="1"/>
          <p:nvPr/>
        </p:nvSpPr>
        <p:spPr>
          <a:xfrm>
            <a:off x="916406" y="168302"/>
            <a:ext cx="21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Template project</a:t>
            </a:r>
            <a:endParaRPr lang="en-DE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205F49-C02C-41CA-97D0-515478E73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8044" y="255653"/>
            <a:ext cx="297526" cy="1946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E6807AC-92F4-44AF-88A4-8B594CA58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1328" y="749505"/>
            <a:ext cx="297526" cy="1946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603BF6D-E8F4-4A32-BFCD-D857EB9A097D}"/>
              </a:ext>
            </a:extLst>
          </p:cNvPr>
          <p:cNvSpPr txBox="1"/>
          <p:nvPr/>
        </p:nvSpPr>
        <p:spPr>
          <a:xfrm>
            <a:off x="1157400" y="655580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src</a:t>
            </a:r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B0658-6F61-4ABA-9CBD-127F12BD8D70}"/>
              </a:ext>
            </a:extLst>
          </p:cNvPr>
          <p:cNvSpPr txBox="1"/>
          <p:nvPr/>
        </p:nvSpPr>
        <p:spPr>
          <a:xfrm>
            <a:off x="1367284" y="939629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</a:t>
            </a:r>
            <a:endParaRPr lang="en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B68AE-EFCF-4BFE-89F9-E68E6A4B8375}"/>
              </a:ext>
            </a:extLst>
          </p:cNvPr>
          <p:cNvSpPr txBox="1"/>
          <p:nvPr/>
        </p:nvSpPr>
        <p:spPr>
          <a:xfrm>
            <a:off x="1598055" y="1174885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assembly</a:t>
            </a:r>
            <a:endParaRPr lang="en-DE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C4417F9-958E-47D8-8EFF-4E3E66ABA4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9425" y="1869076"/>
            <a:ext cx="297526" cy="19463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34E8651-8C66-4806-96DF-B5C4B738DAC9}"/>
              </a:ext>
            </a:extLst>
          </p:cNvPr>
          <p:cNvSpPr txBox="1"/>
          <p:nvPr/>
        </p:nvSpPr>
        <p:spPr>
          <a:xfrm>
            <a:off x="1598055" y="1764151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76BD56D-F47E-4A5B-A9F0-94917E243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5549" y="2711784"/>
            <a:ext cx="297526" cy="19463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F1044B0-68AD-4D02-A791-F0D40B3F0C14}"/>
              </a:ext>
            </a:extLst>
          </p:cNvPr>
          <p:cNvSpPr txBox="1"/>
          <p:nvPr/>
        </p:nvSpPr>
        <p:spPr>
          <a:xfrm>
            <a:off x="1594179" y="2633755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</a:t>
            </a:r>
            <a:endParaRPr lang="en-DE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CC963D-8C8B-4F6A-B98E-C7E76141E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69425" y="1261590"/>
            <a:ext cx="297526" cy="19463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6AE67BA-9A8D-4750-A052-CE25889B8E43}"/>
              </a:ext>
            </a:extLst>
          </p:cNvPr>
          <p:cNvSpPr txBox="1"/>
          <p:nvPr/>
        </p:nvSpPr>
        <p:spPr>
          <a:xfrm>
            <a:off x="1768530" y="2061584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packages</a:t>
            </a:r>
            <a:endParaRPr lang="en-DE" i="1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5C78504-972F-43DD-97FB-F832FCD9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896" y="2121470"/>
            <a:ext cx="258361" cy="27401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CF57B3-222B-4CAB-B9FF-43FE2A16C0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21894" y="1019097"/>
            <a:ext cx="297526" cy="19463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A040413-3B3D-4AFD-8563-81FF788BC574}"/>
              </a:ext>
            </a:extLst>
          </p:cNvPr>
          <p:cNvSpPr txBox="1"/>
          <p:nvPr/>
        </p:nvSpPr>
        <p:spPr>
          <a:xfrm>
            <a:off x="1939666" y="2342229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datatypes</a:t>
            </a:r>
            <a:endParaRPr lang="en-DE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66AAE3-4370-4865-A083-11491AF95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579" y="2389947"/>
            <a:ext cx="258361" cy="27401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C18277A-6406-4BC4-8C88-325B4F02FB8E}"/>
              </a:ext>
            </a:extLst>
          </p:cNvPr>
          <p:cNvSpPr txBox="1"/>
          <p:nvPr/>
        </p:nvSpPr>
        <p:spPr>
          <a:xfrm>
            <a:off x="1828692" y="2936032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services</a:t>
            </a:r>
            <a:endParaRPr lang="en-DE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152002E-CBE7-4939-8240-7D27B12BE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411" y="2956792"/>
            <a:ext cx="258361" cy="27401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4BD41E1-0B26-444E-A173-059EF38DD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87" y="5518478"/>
            <a:ext cx="257543" cy="29908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AECA0F6-1937-416D-BB8D-860BD64CD684}"/>
              </a:ext>
            </a:extLst>
          </p:cNvPr>
          <p:cNvSpPr txBox="1"/>
          <p:nvPr/>
        </p:nvSpPr>
        <p:spPr>
          <a:xfrm>
            <a:off x="1154321" y="5488795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pom.xml</a:t>
            </a:r>
            <a:endParaRPr lang="en-DE" dirty="0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B1DBB4B-6B88-436A-BB1A-D467696417EC}"/>
              </a:ext>
            </a:extLst>
          </p:cNvPr>
          <p:cNvCxnSpPr>
            <a:cxnSpLocks/>
            <a:stCxn id="26" idx="2"/>
            <a:endCxn id="67" idx="1"/>
          </p:cNvCxnSpPr>
          <p:nvPr/>
        </p:nvCxnSpPr>
        <p:spPr>
          <a:xfrm rot="16200000" flipH="1">
            <a:off x="-1594301" y="2851392"/>
            <a:ext cx="4918332" cy="11611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8122A74-08A9-4135-941B-846D047B32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2924" y="5271301"/>
            <a:ext cx="297526" cy="19463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7A89FEA-D587-4986-AA9B-3F880427081E}"/>
              </a:ext>
            </a:extLst>
          </p:cNvPr>
          <p:cNvSpPr txBox="1"/>
          <p:nvPr/>
        </p:nvSpPr>
        <p:spPr>
          <a:xfrm>
            <a:off x="1188786" y="5177376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</a:t>
            </a:r>
            <a:endParaRPr lang="en-DE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7F0EB51B-F4BE-41DF-9B98-35E880213B61}"/>
              </a:ext>
            </a:extLst>
          </p:cNvPr>
          <p:cNvCxnSpPr>
            <a:cxnSpLocks/>
            <a:stCxn id="26" idx="2"/>
            <a:endCxn id="65" idx="1"/>
          </p:cNvCxnSpPr>
          <p:nvPr/>
        </p:nvCxnSpPr>
        <p:spPr>
          <a:xfrm rot="16200000" flipH="1">
            <a:off x="-1752770" y="3009862"/>
            <a:ext cx="5217734" cy="985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59E7D221-F12A-472F-B9EB-C3B9CF42A4D5}"/>
              </a:ext>
            </a:extLst>
          </p:cNvPr>
          <p:cNvCxnSpPr>
            <a:cxnSpLocks/>
            <a:stCxn id="29" idx="2"/>
            <a:endCxn id="47" idx="1"/>
          </p:cNvCxnSpPr>
          <p:nvPr/>
        </p:nvCxnSpPr>
        <p:spPr>
          <a:xfrm rot="16200000" flipH="1">
            <a:off x="1004854" y="999375"/>
            <a:ext cx="172276" cy="618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6791A97-657E-4DAD-A374-93DDC76F6C6B}"/>
              </a:ext>
            </a:extLst>
          </p:cNvPr>
          <p:cNvCxnSpPr>
            <a:cxnSpLocks/>
            <a:stCxn id="47" idx="2"/>
            <a:endCxn id="38" idx="1"/>
          </p:cNvCxnSpPr>
          <p:nvPr/>
        </p:nvCxnSpPr>
        <p:spPr>
          <a:xfrm rot="16200000" flipH="1">
            <a:off x="1247455" y="1236933"/>
            <a:ext cx="145177" cy="987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947FF58-9ECA-4A4A-BBAD-639E6AE03D8A}"/>
              </a:ext>
            </a:extLst>
          </p:cNvPr>
          <p:cNvCxnSpPr>
            <a:cxnSpLocks/>
            <a:stCxn id="47" idx="2"/>
            <a:endCxn id="34" idx="1"/>
          </p:cNvCxnSpPr>
          <p:nvPr/>
        </p:nvCxnSpPr>
        <p:spPr>
          <a:xfrm rot="16200000" flipH="1">
            <a:off x="943712" y="1540676"/>
            <a:ext cx="752663" cy="987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D22E631-3380-4A99-8BD8-EFE311F4F443}"/>
              </a:ext>
            </a:extLst>
          </p:cNvPr>
          <p:cNvCxnSpPr>
            <a:cxnSpLocks/>
            <a:stCxn id="34" idx="2"/>
            <a:endCxn id="46" idx="1"/>
          </p:cNvCxnSpPr>
          <p:nvPr/>
        </p:nvCxnSpPr>
        <p:spPr>
          <a:xfrm rot="16200000" flipH="1">
            <a:off x="1428656" y="2153240"/>
            <a:ext cx="194770" cy="1570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75BC9E1-4E45-47C3-94FB-67F973045A4C}"/>
              </a:ext>
            </a:extLst>
          </p:cNvPr>
          <p:cNvCxnSpPr>
            <a:cxnSpLocks/>
            <a:stCxn id="46" idx="2"/>
            <a:endCxn id="49" idx="1"/>
          </p:cNvCxnSpPr>
          <p:nvPr/>
        </p:nvCxnSpPr>
        <p:spPr>
          <a:xfrm rot="16200000" flipH="1">
            <a:off x="1629592" y="2428970"/>
            <a:ext cx="131468" cy="645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CE8A7860-643B-4192-A73C-DCC66665ADBD}"/>
              </a:ext>
            </a:extLst>
          </p:cNvPr>
          <p:cNvCxnSpPr>
            <a:cxnSpLocks/>
            <a:stCxn id="47" idx="2"/>
            <a:endCxn id="36" idx="1"/>
          </p:cNvCxnSpPr>
          <p:nvPr/>
        </p:nvCxnSpPr>
        <p:spPr>
          <a:xfrm rot="16200000" flipH="1">
            <a:off x="520420" y="1963968"/>
            <a:ext cx="1595371" cy="94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4F6B42C-473E-4675-BF40-3643A2EB646E}"/>
              </a:ext>
            </a:extLst>
          </p:cNvPr>
          <p:cNvCxnSpPr>
            <a:cxnSpLocks/>
            <a:stCxn id="36" idx="2"/>
            <a:endCxn id="57" idx="1"/>
          </p:cNvCxnSpPr>
          <p:nvPr/>
        </p:nvCxnSpPr>
        <p:spPr>
          <a:xfrm rot="16200000" flipH="1">
            <a:off x="1461668" y="2959061"/>
            <a:ext cx="187384" cy="820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0F2CF9A1-C9ED-4C5B-B06E-5398B63FA5C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603863" y="1469708"/>
            <a:ext cx="214356" cy="391117"/>
          </a:xfrm>
          <a:prstGeom prst="rect">
            <a:avLst/>
          </a:prstGeom>
        </p:spPr>
      </p:pic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C2E9EA16-CEBF-4F6D-8205-FC9E2E7966FE}"/>
              </a:ext>
            </a:extLst>
          </p:cNvPr>
          <p:cNvCxnSpPr>
            <a:cxnSpLocks/>
            <a:stCxn id="38" idx="2"/>
            <a:endCxn id="72" idx="1"/>
          </p:cNvCxnSpPr>
          <p:nvPr/>
        </p:nvCxnSpPr>
        <p:spPr>
          <a:xfrm rot="16200000" flipH="1">
            <a:off x="1456506" y="1517907"/>
            <a:ext cx="209043" cy="85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1983125-8620-4EED-AE66-C6FCBD6FF609}"/>
              </a:ext>
            </a:extLst>
          </p:cNvPr>
          <p:cNvSpPr txBox="1"/>
          <p:nvPr/>
        </p:nvSpPr>
        <p:spPr>
          <a:xfrm>
            <a:off x="1739650" y="1461622"/>
            <a:ext cx="1268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python.xml</a:t>
            </a:r>
            <a:endParaRPr lang="en-DE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86A5CF-3E4E-4CA3-9E38-002F90925C6B}"/>
              </a:ext>
            </a:extLst>
          </p:cNvPr>
          <p:cNvSpPr txBox="1"/>
          <p:nvPr/>
        </p:nvSpPr>
        <p:spPr>
          <a:xfrm>
            <a:off x="1630522" y="3227614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C6B19B7F-D564-406F-89BD-BD1360FF2A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85131" y="3307082"/>
            <a:ext cx="297526" cy="1946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E8D5AFD-DFC1-4F3F-9AEC-808CAF5085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591792" y="3536479"/>
            <a:ext cx="214356" cy="391117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CF95AB5-B8F1-45F6-8D38-E7EF00BC57E5}"/>
              </a:ext>
            </a:extLst>
          </p:cNvPr>
          <p:cNvSpPr txBox="1"/>
          <p:nvPr/>
        </p:nvSpPr>
        <p:spPr>
          <a:xfrm>
            <a:off x="1727579" y="3528393"/>
            <a:ext cx="180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identityStore.yml</a:t>
            </a:r>
            <a:endParaRPr lang="en-DE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65CD1D7-6906-4E77-A296-E5992F0F55C4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1451233" y="3591476"/>
            <a:ext cx="203641" cy="774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610BCDFF-FC96-4040-AFD7-C2C557259D04}"/>
              </a:ext>
            </a:extLst>
          </p:cNvPr>
          <p:cNvCxnSpPr>
            <a:cxnSpLocks/>
            <a:stCxn id="47" idx="2"/>
            <a:endCxn id="78" idx="1"/>
          </p:cNvCxnSpPr>
          <p:nvPr/>
        </p:nvCxnSpPr>
        <p:spPr>
          <a:xfrm rot="16200000" flipH="1">
            <a:off x="232562" y="2251826"/>
            <a:ext cx="2190669" cy="1144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71746A3-8E45-4BBF-B03C-723C2EC715A3}"/>
              </a:ext>
            </a:extLst>
          </p:cNvPr>
          <p:cNvSpPr txBox="1"/>
          <p:nvPr/>
        </p:nvSpPr>
        <p:spPr>
          <a:xfrm>
            <a:off x="1449976" y="3799438"/>
            <a:ext cx="75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</a:t>
            </a:r>
            <a:endParaRPr lang="en-DE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A3819BB-9983-4CB8-B777-5F5AA8F1B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59731" y="3888253"/>
            <a:ext cx="297526" cy="194632"/>
          </a:xfrm>
          <a:prstGeom prst="rect">
            <a:avLst/>
          </a:prstGeom>
        </p:spPr>
      </p:pic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C36545E5-5BEF-4DAE-AFCF-5E8BC5B29BA7}"/>
              </a:ext>
            </a:extLst>
          </p:cNvPr>
          <p:cNvCxnSpPr>
            <a:cxnSpLocks/>
            <a:stCxn id="29" idx="2"/>
            <a:endCxn id="87" idx="1"/>
          </p:cNvCxnSpPr>
          <p:nvPr/>
        </p:nvCxnSpPr>
        <p:spPr>
          <a:xfrm rot="16200000" flipH="1">
            <a:off x="-410805" y="2415033"/>
            <a:ext cx="3041432" cy="996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DB30C07F-863D-4781-8D16-A5CBADD81E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71004" y="4182952"/>
            <a:ext cx="297526" cy="194632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FAEE383-4D65-40E1-8589-5FF488B242B0}"/>
              </a:ext>
            </a:extLst>
          </p:cNvPr>
          <p:cNvSpPr txBox="1"/>
          <p:nvPr/>
        </p:nvSpPr>
        <p:spPr>
          <a:xfrm>
            <a:off x="1699634" y="4078027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java</a:t>
            </a:r>
            <a:endParaRPr lang="en-DE" dirty="0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5F7F2D8E-028B-4E13-AF8B-26F9CC66273C}"/>
              </a:ext>
            </a:extLst>
          </p:cNvPr>
          <p:cNvCxnSpPr>
            <a:cxnSpLocks/>
            <a:stCxn id="87" idx="2"/>
            <a:endCxn id="90" idx="1"/>
          </p:cNvCxnSpPr>
          <p:nvPr/>
        </p:nvCxnSpPr>
        <p:spPr>
          <a:xfrm rot="16200000" flipH="1">
            <a:off x="1291060" y="4100321"/>
            <a:ext cx="197383" cy="1625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AA32AAD-A74B-4019-914C-F3644A61D08F}"/>
              </a:ext>
            </a:extLst>
          </p:cNvPr>
          <p:cNvSpPr txBox="1"/>
          <p:nvPr/>
        </p:nvSpPr>
        <p:spPr>
          <a:xfrm>
            <a:off x="1717609" y="4574460"/>
            <a:ext cx="11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resources</a:t>
            </a:r>
            <a:endParaRPr lang="en-DE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69429114-776E-4266-A2ED-F3A9197F1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72218" y="4653928"/>
            <a:ext cx="297526" cy="194632"/>
          </a:xfrm>
          <a:prstGeom prst="rect">
            <a:avLst/>
          </a:prstGeom>
        </p:spPr>
      </p:pic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780D15C-9571-4943-9320-5155926CE87E}"/>
              </a:ext>
            </a:extLst>
          </p:cNvPr>
          <p:cNvCxnSpPr>
            <a:cxnSpLocks/>
            <a:stCxn id="87" idx="2"/>
            <a:endCxn id="94" idx="1"/>
          </p:cNvCxnSpPr>
          <p:nvPr/>
        </p:nvCxnSpPr>
        <p:spPr>
          <a:xfrm rot="16200000" flipH="1">
            <a:off x="1056177" y="4335202"/>
            <a:ext cx="668359" cy="1637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E0D21C3D-89FC-4792-807A-F94860B859C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1745998" y="4874482"/>
            <a:ext cx="214356" cy="391117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2E13F3C-2CB3-46F0-8205-5463B6DAB07A}"/>
              </a:ext>
            </a:extLst>
          </p:cNvPr>
          <p:cNvSpPr txBox="1"/>
          <p:nvPr/>
        </p:nvSpPr>
        <p:spPr>
          <a:xfrm>
            <a:off x="1881785" y="4866396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/>
              <a:t>testData</a:t>
            </a:r>
            <a:r>
              <a:rPr lang="en-GB" i="1" dirty="0"/>
              <a:t>-*.</a:t>
            </a:r>
            <a:r>
              <a:rPr lang="en-GB" i="1" dirty="0" err="1"/>
              <a:t>json.tmpl</a:t>
            </a:r>
            <a:endParaRPr lang="en-DE" i="1" dirty="0"/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6C6159E8-E3CD-4D31-A3F0-71F3769FD9D6}"/>
              </a:ext>
            </a:extLst>
          </p:cNvPr>
          <p:cNvCxnSpPr>
            <a:cxnSpLocks/>
            <a:stCxn id="94" idx="2"/>
            <a:endCxn id="96" idx="1"/>
          </p:cNvCxnSpPr>
          <p:nvPr/>
        </p:nvCxnSpPr>
        <p:spPr>
          <a:xfrm rot="16200000" flipH="1">
            <a:off x="1572752" y="4896792"/>
            <a:ext cx="221479" cy="12501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3008C857-468A-421B-99DE-9D2FD2ED210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5570" y="5806213"/>
            <a:ext cx="214356" cy="391117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A7BC588-2460-4A5D-B56D-3EA83E6A58F5}"/>
              </a:ext>
            </a:extLst>
          </p:cNvPr>
          <p:cNvSpPr txBox="1"/>
          <p:nvPr/>
        </p:nvSpPr>
        <p:spPr>
          <a:xfrm>
            <a:off x="1091357" y="5798127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classpath</a:t>
            </a:r>
            <a:endParaRPr lang="en-DE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2C2D4E87-67EE-4FE1-B4F9-141FB52F503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5570" y="6042679"/>
            <a:ext cx="214356" cy="391117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DD5D38A-2F00-45EB-972F-23FAF91CB708}"/>
              </a:ext>
            </a:extLst>
          </p:cNvPr>
          <p:cNvSpPr txBox="1"/>
          <p:nvPr/>
        </p:nvSpPr>
        <p:spPr>
          <a:xfrm>
            <a:off x="1091357" y="6308913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.project</a:t>
            </a:r>
            <a:endParaRPr lang="en-DE" dirty="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23A88B-55BE-4D1F-B1DF-75DB5505D53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5570" y="6547600"/>
            <a:ext cx="214356" cy="391117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A638C70B-8DB6-456D-AD06-77DD1C5BDFE0}"/>
              </a:ext>
            </a:extLst>
          </p:cNvPr>
          <p:cNvSpPr txBox="1"/>
          <p:nvPr/>
        </p:nvSpPr>
        <p:spPr>
          <a:xfrm>
            <a:off x="1091357" y="6539514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gitignore</a:t>
            </a:r>
            <a:endParaRPr lang="en-DE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5C7351C-E374-4DD4-91C1-54E61F1C103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5570" y="8007313"/>
            <a:ext cx="214356" cy="391117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923235D2-69F4-470A-BE2A-CCB602425E08}"/>
              </a:ext>
            </a:extLst>
          </p:cNvPr>
          <p:cNvSpPr txBox="1"/>
          <p:nvPr/>
        </p:nvSpPr>
        <p:spPr>
          <a:xfrm>
            <a:off x="1091357" y="8022087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README.md</a:t>
            </a:r>
            <a:endParaRPr lang="en-DE" dirty="0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E34C1873-9FC6-47E8-A973-79FFF6B3C411}"/>
              </a:ext>
            </a:extLst>
          </p:cNvPr>
          <p:cNvCxnSpPr>
            <a:cxnSpLocks/>
            <a:stCxn id="26" idx="2"/>
            <a:endCxn id="100" idx="1"/>
          </p:cNvCxnSpPr>
          <p:nvPr/>
        </p:nvCxnSpPr>
        <p:spPr>
          <a:xfrm rot="16200000" flipH="1">
            <a:off x="-1894555" y="3151646"/>
            <a:ext cx="5551487" cy="1487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3CE8B342-CBDE-48A7-B0C2-C63039DE319D}"/>
              </a:ext>
            </a:extLst>
          </p:cNvPr>
          <p:cNvCxnSpPr>
            <a:cxnSpLocks/>
            <a:stCxn id="26" idx="2"/>
            <a:endCxn id="103" idx="1"/>
          </p:cNvCxnSpPr>
          <p:nvPr/>
        </p:nvCxnSpPr>
        <p:spPr>
          <a:xfrm rot="16200000" flipH="1">
            <a:off x="-2012788" y="3269879"/>
            <a:ext cx="5787953" cy="1487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CC2AC949-021D-45FC-B65F-3FFB5A8AFE1C}"/>
              </a:ext>
            </a:extLst>
          </p:cNvPr>
          <p:cNvCxnSpPr>
            <a:cxnSpLocks/>
            <a:stCxn id="26" idx="2"/>
            <a:endCxn id="106" idx="1"/>
          </p:cNvCxnSpPr>
          <p:nvPr/>
        </p:nvCxnSpPr>
        <p:spPr>
          <a:xfrm rot="16200000" flipH="1">
            <a:off x="-2265249" y="3522340"/>
            <a:ext cx="6292874" cy="1487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CB47D60A-F715-47CE-8DA5-4DE869AE9DD4}"/>
              </a:ext>
            </a:extLst>
          </p:cNvPr>
          <p:cNvCxnSpPr>
            <a:cxnSpLocks/>
            <a:stCxn id="26" idx="2"/>
            <a:endCxn id="109" idx="1"/>
          </p:cNvCxnSpPr>
          <p:nvPr/>
        </p:nvCxnSpPr>
        <p:spPr>
          <a:xfrm rot="16200000" flipH="1">
            <a:off x="-2995105" y="4252196"/>
            <a:ext cx="7752587" cy="14876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C9E2AA-4DDF-5D8B-6236-47EA680480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23618" y="496996"/>
            <a:ext cx="297526" cy="1946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8092F-BFD9-75EE-6A20-5C71A70754AE}"/>
              </a:ext>
            </a:extLst>
          </p:cNvPr>
          <p:cNvSpPr txBox="1"/>
          <p:nvPr/>
        </p:nvSpPr>
        <p:spPr>
          <a:xfrm>
            <a:off x="1169689" y="403071"/>
            <a:ext cx="94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vscode</a:t>
            </a:r>
            <a:endParaRPr lang="en-DE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B2F1835-5B31-581E-B0B5-82C669D1F78D}"/>
              </a:ext>
            </a:extLst>
          </p:cNvPr>
          <p:cNvCxnSpPr>
            <a:cxnSpLocks/>
            <a:stCxn id="26" idx="2"/>
            <a:endCxn id="2" idx="1"/>
          </p:cNvCxnSpPr>
          <p:nvPr/>
        </p:nvCxnSpPr>
        <p:spPr>
          <a:xfrm rot="16200000" flipH="1">
            <a:off x="793199" y="463892"/>
            <a:ext cx="144027" cy="1168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6CD66C-82E6-71C5-A733-095212B4FE8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3307" y="6793269"/>
            <a:ext cx="214356" cy="391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28D5A-D560-B418-7889-E8F3F1F147B5}"/>
              </a:ext>
            </a:extLst>
          </p:cNvPr>
          <p:cNvSpPr txBox="1"/>
          <p:nvPr/>
        </p:nvSpPr>
        <p:spPr>
          <a:xfrm>
            <a:off x="1089094" y="6785183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pydevproject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C2711-3C8D-D297-E757-1DA69089A40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5569" y="6309288"/>
            <a:ext cx="214356" cy="3911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6F1062-3792-B345-0993-C2036E6E1CF7}"/>
              </a:ext>
            </a:extLst>
          </p:cNvPr>
          <p:cNvSpPr txBox="1"/>
          <p:nvPr/>
        </p:nvSpPr>
        <p:spPr>
          <a:xfrm>
            <a:off x="1085940" y="6055246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  <a:r>
              <a:rPr lang="en-GB" dirty="0" err="1"/>
              <a:t>EASyProducer</a:t>
            </a:r>
            <a:endParaRPr lang="en-DE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515E113-12BE-9B01-E64D-1C5B135CAA6F}"/>
              </a:ext>
            </a:extLst>
          </p:cNvPr>
          <p:cNvCxnSpPr>
            <a:cxnSpLocks/>
            <a:stCxn id="26" idx="2"/>
            <a:endCxn id="9" idx="1"/>
          </p:cNvCxnSpPr>
          <p:nvPr/>
        </p:nvCxnSpPr>
        <p:spPr>
          <a:xfrm rot="16200000" flipH="1">
            <a:off x="-2146093" y="3403185"/>
            <a:ext cx="6054562" cy="14876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45A83CB-FDE7-CBA4-F976-CA46968B9DBC}"/>
              </a:ext>
            </a:extLst>
          </p:cNvPr>
          <p:cNvCxnSpPr>
            <a:cxnSpLocks/>
            <a:stCxn id="26" idx="2"/>
            <a:endCxn id="7" idx="1"/>
          </p:cNvCxnSpPr>
          <p:nvPr/>
        </p:nvCxnSpPr>
        <p:spPr>
          <a:xfrm rot="16200000" flipH="1">
            <a:off x="-2389214" y="3646306"/>
            <a:ext cx="6538543" cy="1465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FD881CA-46AA-EA60-8200-65C63D07F96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3584" y="7039667"/>
            <a:ext cx="214356" cy="3911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FE1635-25A3-B91C-82C4-68328F49167C}"/>
              </a:ext>
            </a:extLst>
          </p:cNvPr>
          <p:cNvSpPr txBox="1"/>
          <p:nvPr/>
        </p:nvSpPr>
        <p:spPr>
          <a:xfrm>
            <a:off x="1089371" y="7031581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build.bat</a:t>
            </a:r>
            <a:endParaRPr lang="en-DE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2C2AE3-BFCD-7BDB-B8B0-04FE5DF525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3584" y="7292734"/>
            <a:ext cx="214356" cy="3911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403D83E-4561-4D6E-EBE2-4278757F6008}"/>
              </a:ext>
            </a:extLst>
          </p:cNvPr>
          <p:cNvSpPr txBox="1"/>
          <p:nvPr/>
        </p:nvSpPr>
        <p:spPr>
          <a:xfrm>
            <a:off x="1089371" y="7284648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build.sh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AFBED4B-932B-2A0F-A3B6-FB877C9CC0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3584" y="7521680"/>
            <a:ext cx="214356" cy="3911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2D83119-ED22-7D7B-B99E-898C7F247CAE}"/>
              </a:ext>
            </a:extLst>
          </p:cNvPr>
          <p:cNvSpPr txBox="1"/>
          <p:nvPr/>
        </p:nvSpPr>
        <p:spPr>
          <a:xfrm>
            <a:off x="1089371" y="7513594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updateModel.bat</a:t>
            </a:r>
            <a:endParaRPr lang="en-DE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1F91FAC-6E30-DA9B-4849-73E3BEE7ABB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544" t="7678" r="40643" b="13544"/>
          <a:stretch/>
        </p:blipFill>
        <p:spPr>
          <a:xfrm>
            <a:off x="953584" y="7774747"/>
            <a:ext cx="214356" cy="39111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C0C5DE2-77B2-A676-F39A-27ABB1671B62}"/>
              </a:ext>
            </a:extLst>
          </p:cNvPr>
          <p:cNvSpPr txBox="1"/>
          <p:nvPr/>
        </p:nvSpPr>
        <p:spPr>
          <a:xfrm>
            <a:off x="1089371" y="7766661"/>
            <a:ext cx="211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updateModel.sh</a:t>
            </a:r>
            <a:endParaRPr lang="en-DE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90220CF-0FE9-5921-AF84-132DD22602D5}"/>
              </a:ext>
            </a:extLst>
          </p:cNvPr>
          <p:cNvCxnSpPr>
            <a:cxnSpLocks/>
            <a:stCxn id="26" idx="2"/>
            <a:endCxn id="18" idx="1"/>
          </p:cNvCxnSpPr>
          <p:nvPr/>
        </p:nvCxnSpPr>
        <p:spPr>
          <a:xfrm rot="16200000" flipH="1">
            <a:off x="-2512275" y="3769366"/>
            <a:ext cx="6784941" cy="1467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69CA36E-D26A-8630-7CB1-3A2839AB37EA}"/>
              </a:ext>
            </a:extLst>
          </p:cNvPr>
          <p:cNvCxnSpPr>
            <a:cxnSpLocks/>
            <a:stCxn id="26" idx="2"/>
            <a:endCxn id="20" idx="1"/>
          </p:cNvCxnSpPr>
          <p:nvPr/>
        </p:nvCxnSpPr>
        <p:spPr>
          <a:xfrm rot="16200000" flipH="1">
            <a:off x="-2638809" y="3895900"/>
            <a:ext cx="7038008" cy="1467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8C68BF8-168B-5A95-C1A1-DFB006255DCF}"/>
              </a:ext>
            </a:extLst>
          </p:cNvPr>
          <p:cNvCxnSpPr>
            <a:cxnSpLocks/>
            <a:stCxn id="26" idx="2"/>
            <a:endCxn id="22" idx="1"/>
          </p:cNvCxnSpPr>
          <p:nvPr/>
        </p:nvCxnSpPr>
        <p:spPr>
          <a:xfrm rot="16200000" flipH="1">
            <a:off x="-2753282" y="4010373"/>
            <a:ext cx="7266954" cy="1467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2F1DBF6-6FAE-3ED0-556D-40998CB6A7C6}"/>
              </a:ext>
            </a:extLst>
          </p:cNvPr>
          <p:cNvCxnSpPr>
            <a:cxnSpLocks/>
            <a:stCxn id="26" idx="2"/>
            <a:endCxn id="24" idx="1"/>
          </p:cNvCxnSpPr>
          <p:nvPr/>
        </p:nvCxnSpPr>
        <p:spPr>
          <a:xfrm rot="16200000" flipH="1">
            <a:off x="-2879815" y="4136906"/>
            <a:ext cx="7520021" cy="1467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2014C821-4BDA-1166-C9DA-811D35B25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69690" y="4412228"/>
            <a:ext cx="297526" cy="19463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CEB682F-DFA7-0A19-2D6F-F7E8369A63CC}"/>
              </a:ext>
            </a:extLst>
          </p:cNvPr>
          <p:cNvSpPr txBox="1"/>
          <p:nvPr/>
        </p:nvSpPr>
        <p:spPr>
          <a:xfrm>
            <a:off x="1698320" y="4307303"/>
            <a:ext cx="1068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python</a:t>
            </a:r>
            <a:endParaRPr lang="en-DE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9541912-FBF2-ED2C-80A3-A9759839A183}"/>
              </a:ext>
            </a:extLst>
          </p:cNvPr>
          <p:cNvCxnSpPr>
            <a:cxnSpLocks/>
            <a:stCxn id="87" idx="2"/>
            <a:endCxn id="54" idx="1"/>
          </p:cNvCxnSpPr>
          <p:nvPr/>
        </p:nvCxnSpPr>
        <p:spPr>
          <a:xfrm rot="16200000" flipH="1">
            <a:off x="1175763" y="4215616"/>
            <a:ext cx="426659" cy="1611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072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114C68-5AB1-4F33-9E51-C451CE79CDD5}"/>
              </a:ext>
            </a:extLst>
          </p:cNvPr>
          <p:cNvSpPr txBox="1"/>
          <p:nvPr/>
        </p:nvSpPr>
        <p:spPr>
          <a:xfrm>
            <a:off x="3447290" y="1143001"/>
            <a:ext cx="2197525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Platform AAS server</a:t>
            </a:r>
          </a:p>
          <a:p>
            <a:pPr algn="ctr"/>
            <a:r>
              <a:rPr lang="en-US" dirty="0"/>
              <a:t>(registry, central AAS)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5F1B5-16F2-4717-A26D-44DC5752D2AA}"/>
              </a:ext>
            </a:extLst>
          </p:cNvPr>
          <p:cNvSpPr txBox="1"/>
          <p:nvPr/>
        </p:nvSpPr>
        <p:spPr>
          <a:xfrm>
            <a:off x="962714" y="2465832"/>
            <a:ext cx="35232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Resource AAS command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C6278-89F8-4FAA-B60B-0AF58859F19B}"/>
              </a:ext>
            </a:extLst>
          </p:cNvPr>
          <p:cNvSpPr txBox="1"/>
          <p:nvPr/>
        </p:nvSpPr>
        <p:spPr>
          <a:xfrm>
            <a:off x="953898" y="3059668"/>
            <a:ext cx="1345240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/>
              <a:t>ECS-runtime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29A32-6955-44CA-9C7F-49CD6628347F}"/>
              </a:ext>
            </a:extLst>
          </p:cNvPr>
          <p:cNvSpPr txBox="1"/>
          <p:nvPr/>
        </p:nvSpPr>
        <p:spPr>
          <a:xfrm>
            <a:off x="2611462" y="3153938"/>
            <a:ext cx="1750226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Service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5A06A-B5A0-47CF-84F1-9AD532D4A497}"/>
              </a:ext>
            </a:extLst>
          </p:cNvPr>
          <p:cNvSpPr txBox="1"/>
          <p:nvPr/>
        </p:nvSpPr>
        <p:spPr>
          <a:xfrm>
            <a:off x="2664043" y="3662980"/>
            <a:ext cx="1625927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F96B1-B669-4711-8824-3EC9DF424550}"/>
              </a:ext>
            </a:extLst>
          </p:cNvPr>
          <p:cNvSpPr/>
          <p:nvPr/>
        </p:nvSpPr>
        <p:spPr>
          <a:xfrm>
            <a:off x="2487706" y="3061605"/>
            <a:ext cx="1998276" cy="10825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D7AF9CA-EA2D-4058-BD6A-5FFD010293E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063181" y="2398501"/>
            <a:ext cx="224504" cy="1097830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6F81324-C703-4E37-AFB4-EDCD7FDB2151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2992377" y="2567136"/>
            <a:ext cx="226441" cy="762496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D6CFA-F0AB-48E5-810A-CAB82079B2E2}"/>
              </a:ext>
            </a:extLst>
          </p:cNvPr>
          <p:cNvSpPr/>
          <p:nvPr/>
        </p:nvSpPr>
        <p:spPr>
          <a:xfrm>
            <a:off x="846725" y="2346436"/>
            <a:ext cx="3715849" cy="18956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C339E9-1C42-4D9C-86DF-AF05B1A1C0D7}"/>
              </a:ext>
            </a:extLst>
          </p:cNvPr>
          <p:cNvCxnSpPr>
            <a:cxnSpLocks/>
            <a:stCxn id="38" idx="2"/>
            <a:endCxn id="19" idx="0"/>
          </p:cNvCxnSpPr>
          <p:nvPr/>
        </p:nvCxnSpPr>
        <p:spPr>
          <a:xfrm flipH="1">
            <a:off x="2704650" y="1791429"/>
            <a:ext cx="1216131" cy="55500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22DDFB-929B-49F3-A06C-60A35A66D385}"/>
              </a:ext>
            </a:extLst>
          </p:cNvPr>
          <p:cNvSpPr txBox="1"/>
          <p:nvPr/>
        </p:nvSpPr>
        <p:spPr>
          <a:xfrm>
            <a:off x="5252816" y="2875002"/>
            <a:ext cx="35232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Resource AAS command server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544B2-B745-4142-8DCC-F9BB5B7F7403}"/>
              </a:ext>
            </a:extLst>
          </p:cNvPr>
          <p:cNvSpPr txBox="1"/>
          <p:nvPr/>
        </p:nvSpPr>
        <p:spPr>
          <a:xfrm>
            <a:off x="5243999" y="3468838"/>
            <a:ext cx="1345240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ECS-runtime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FF9632-BF20-45E5-BFDA-D8DAD5A007AF}"/>
              </a:ext>
            </a:extLst>
          </p:cNvPr>
          <p:cNvSpPr txBox="1"/>
          <p:nvPr/>
        </p:nvSpPr>
        <p:spPr>
          <a:xfrm>
            <a:off x="6932743" y="3586796"/>
            <a:ext cx="1750221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Service manager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D8D017-1650-4928-A7D0-D76E0C7A7A51}"/>
              </a:ext>
            </a:extLst>
          </p:cNvPr>
          <p:cNvSpPr txBox="1"/>
          <p:nvPr/>
        </p:nvSpPr>
        <p:spPr>
          <a:xfrm>
            <a:off x="7025862" y="4072150"/>
            <a:ext cx="1625927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Services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A54F01-8562-4082-8B2A-460EA6E8C951}"/>
              </a:ext>
            </a:extLst>
          </p:cNvPr>
          <p:cNvSpPr/>
          <p:nvPr/>
        </p:nvSpPr>
        <p:spPr>
          <a:xfrm>
            <a:off x="6831106" y="3470775"/>
            <a:ext cx="1944978" cy="10825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1FB12EF-8327-4212-AFCB-2AF39B686AED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rot="5400000">
            <a:off x="6353283" y="2807672"/>
            <a:ext cx="224504" cy="1097831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51C7491-A857-4AD9-A6D9-E1D967D0C93D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rot="16200000" flipH="1">
            <a:off x="7295803" y="2962982"/>
            <a:ext cx="226441" cy="789145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E279784-6363-48A1-935E-2D972D47A4C7}"/>
              </a:ext>
            </a:extLst>
          </p:cNvPr>
          <p:cNvSpPr/>
          <p:nvPr/>
        </p:nvSpPr>
        <p:spPr>
          <a:xfrm>
            <a:off x="5149787" y="2346436"/>
            <a:ext cx="3715849" cy="23198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E8C6F6-518A-43EE-8DB3-60BD155889EF}"/>
              </a:ext>
            </a:extLst>
          </p:cNvPr>
          <p:cNvSpPr txBox="1"/>
          <p:nvPr/>
        </p:nvSpPr>
        <p:spPr>
          <a:xfrm>
            <a:off x="5261183" y="2459504"/>
            <a:ext cx="35232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Resource AAS server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ED9F60-5182-48E1-89A2-2FF5D448465D}"/>
              </a:ext>
            </a:extLst>
          </p:cNvPr>
          <p:cNvCxnSpPr>
            <a:cxnSpLocks/>
            <a:stCxn id="42" idx="0"/>
            <a:endCxn id="40" idx="1"/>
          </p:cNvCxnSpPr>
          <p:nvPr/>
        </p:nvCxnSpPr>
        <p:spPr>
          <a:xfrm flipV="1">
            <a:off x="2017338" y="1673774"/>
            <a:ext cx="1435487" cy="6764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B660061-554A-4831-B5C0-6E00AD7BC69D}"/>
              </a:ext>
            </a:extLst>
          </p:cNvPr>
          <p:cNvSpPr txBox="1"/>
          <p:nvPr/>
        </p:nvSpPr>
        <p:spPr>
          <a:xfrm rot="20171773">
            <a:off x="2751364" y="1939498"/>
            <a:ext cx="1362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2) communicate</a:t>
            </a:r>
            <a:endParaRPr lang="en-DE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AAC0D6-AD34-4034-A9A7-E3EAD63EC27A}"/>
              </a:ext>
            </a:extLst>
          </p:cNvPr>
          <p:cNvSpPr txBox="1"/>
          <p:nvPr/>
        </p:nvSpPr>
        <p:spPr>
          <a:xfrm rot="20086881">
            <a:off x="2209180" y="1741990"/>
            <a:ext cx="866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1) deploy</a:t>
            </a:r>
            <a:endParaRPr lang="en-DE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E93C42-ED3D-4B45-B5BA-767C5E3CD1D8}"/>
              </a:ext>
            </a:extLst>
          </p:cNvPr>
          <p:cNvSpPr/>
          <p:nvPr/>
        </p:nvSpPr>
        <p:spPr>
          <a:xfrm>
            <a:off x="3755553" y="1404930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9FA8E1-8DB5-4995-87F4-948EBB83D0E5}"/>
              </a:ext>
            </a:extLst>
          </p:cNvPr>
          <p:cNvSpPr/>
          <p:nvPr/>
        </p:nvSpPr>
        <p:spPr>
          <a:xfrm>
            <a:off x="3452823" y="1480526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E5D6D9-A499-43F7-832C-1CF06D0F9EA1}"/>
              </a:ext>
            </a:extLst>
          </p:cNvPr>
          <p:cNvSpPr/>
          <p:nvPr/>
        </p:nvSpPr>
        <p:spPr>
          <a:xfrm>
            <a:off x="1852110" y="2350272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B555DC-F18F-448A-BD8B-4A7CE8666564}"/>
              </a:ext>
            </a:extLst>
          </p:cNvPr>
          <p:cNvSpPr txBox="1"/>
          <p:nvPr/>
        </p:nvSpPr>
        <p:spPr>
          <a:xfrm>
            <a:off x="846723" y="3847646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D1</a:t>
            </a:r>
            <a:endParaRPr lang="en-DE" i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70CB613-2B6C-4D5F-A7F4-392B0E18D1F2}"/>
              </a:ext>
            </a:extLst>
          </p:cNvPr>
          <p:cNvCxnSpPr>
            <a:cxnSpLocks/>
            <a:stCxn id="48" idx="2"/>
            <a:endCxn id="58" idx="0"/>
          </p:cNvCxnSpPr>
          <p:nvPr/>
        </p:nvCxnSpPr>
        <p:spPr>
          <a:xfrm>
            <a:off x="5082471" y="1801668"/>
            <a:ext cx="1685044" cy="548603"/>
          </a:xfrm>
          <a:prstGeom prst="straightConnector1">
            <a:avLst/>
          </a:prstGeom>
          <a:ln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92BA795-548B-4CB9-B49F-C27C01BA20FE}"/>
              </a:ext>
            </a:extLst>
          </p:cNvPr>
          <p:cNvSpPr/>
          <p:nvPr/>
        </p:nvSpPr>
        <p:spPr>
          <a:xfrm>
            <a:off x="4917245" y="1415169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ED1E71-D39B-48AA-85BD-72D94288B14E}"/>
              </a:ext>
            </a:extLst>
          </p:cNvPr>
          <p:cNvSpPr/>
          <p:nvPr/>
        </p:nvSpPr>
        <p:spPr>
          <a:xfrm>
            <a:off x="5439318" y="1415169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E7F2E8F-8986-430B-B795-F703E3B4983B}"/>
              </a:ext>
            </a:extLst>
          </p:cNvPr>
          <p:cNvCxnSpPr>
            <a:cxnSpLocks/>
            <a:stCxn id="55" idx="0"/>
            <a:endCxn id="50" idx="2"/>
          </p:cNvCxnSpPr>
          <p:nvPr/>
        </p:nvCxnSpPr>
        <p:spPr>
          <a:xfrm flipH="1" flipV="1">
            <a:off x="5604546" y="1801666"/>
            <a:ext cx="1938171" cy="53716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1BD89EF8-145C-4B21-9DA0-9D20068F5CBE}"/>
              </a:ext>
            </a:extLst>
          </p:cNvPr>
          <p:cNvSpPr/>
          <p:nvPr/>
        </p:nvSpPr>
        <p:spPr>
          <a:xfrm>
            <a:off x="7377489" y="2338828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AA118A-0449-4C2A-A3F9-58559580A897}"/>
              </a:ext>
            </a:extLst>
          </p:cNvPr>
          <p:cNvSpPr/>
          <p:nvPr/>
        </p:nvSpPr>
        <p:spPr>
          <a:xfrm>
            <a:off x="6602289" y="2350271"/>
            <a:ext cx="330452" cy="386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241F9E-6BBA-49CF-BCCE-FD3E35CBF6BF}"/>
              </a:ext>
            </a:extLst>
          </p:cNvPr>
          <p:cNvSpPr txBox="1"/>
          <p:nvPr/>
        </p:nvSpPr>
        <p:spPr>
          <a:xfrm rot="984913">
            <a:off x="6207541" y="1801788"/>
            <a:ext cx="926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1) register</a:t>
            </a:r>
            <a:endParaRPr lang="en-DE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3F0762-E610-4C8A-AE86-6DEC777B751F}"/>
              </a:ext>
            </a:extLst>
          </p:cNvPr>
          <p:cNvSpPr txBox="1"/>
          <p:nvPr/>
        </p:nvSpPr>
        <p:spPr>
          <a:xfrm rot="984913">
            <a:off x="5145720" y="1956413"/>
            <a:ext cx="1362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2) communicate</a:t>
            </a:r>
            <a:endParaRPr lang="en-DE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7DD2B0-8399-4C9C-AA23-06BECF1158B6}"/>
              </a:ext>
            </a:extLst>
          </p:cNvPr>
          <p:cNvSpPr txBox="1"/>
          <p:nvPr/>
        </p:nvSpPr>
        <p:spPr>
          <a:xfrm>
            <a:off x="5160192" y="4304546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D2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0795570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47C52C2F-A329-48BC-80D4-77724B619D73}"/>
              </a:ext>
            </a:extLst>
          </p:cNvPr>
          <p:cNvSpPr txBox="1"/>
          <p:nvPr/>
        </p:nvSpPr>
        <p:spPr bwMode="auto">
          <a:xfrm>
            <a:off x="9503650" y="688009"/>
            <a:ext cx="2347117" cy="377411"/>
          </a:xfrm>
          <a:prstGeom prst="rect">
            <a:avLst/>
          </a:prstGeom>
          <a:solidFill>
            <a:srgbClr val="2683C6">
              <a:lumMod val="60000"/>
              <a:lumOff val="4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Equipment Nameplate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F2425-B591-466C-BE5D-86088977EF19}"/>
              </a:ext>
            </a:extLst>
          </p:cNvPr>
          <p:cNvSpPr txBox="1"/>
          <p:nvPr/>
        </p:nvSpPr>
        <p:spPr bwMode="auto">
          <a:xfrm>
            <a:off x="9504256" y="1989124"/>
            <a:ext cx="984565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Network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46B1B7-672F-4361-A1DA-5F2909F2CE32}"/>
              </a:ext>
            </a:extLst>
          </p:cNvPr>
          <p:cNvSpPr txBox="1"/>
          <p:nvPr/>
        </p:nvSpPr>
        <p:spPr bwMode="auto">
          <a:xfrm>
            <a:off x="7924840" y="2117323"/>
            <a:ext cx="1119217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Transport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A1FD0-DBCC-404B-B812-DCD2CDF1C33C}"/>
              </a:ext>
            </a:extLst>
          </p:cNvPr>
          <p:cNvSpPr txBox="1"/>
          <p:nvPr/>
        </p:nvSpPr>
        <p:spPr bwMode="auto">
          <a:xfrm>
            <a:off x="9510424" y="3692008"/>
            <a:ext cx="184858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Connector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09B4AE-189A-420C-AA18-DD7EA1FABE0D}"/>
              </a:ext>
            </a:extLst>
          </p:cNvPr>
          <p:cNvSpPr txBox="1"/>
          <p:nvPr/>
        </p:nvSpPr>
        <p:spPr bwMode="auto">
          <a:xfrm>
            <a:off x="9517320" y="4122339"/>
            <a:ext cx="1301959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Data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C7AAA5-92AF-4E83-A593-1E851A17DAD3}"/>
              </a:ext>
            </a:extLst>
          </p:cNvPr>
          <p:cNvSpPr txBox="1"/>
          <p:nvPr/>
        </p:nvSpPr>
        <p:spPr bwMode="auto">
          <a:xfrm>
            <a:off x="10806395" y="6178101"/>
            <a:ext cx="1021433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Services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798026-8371-4172-B865-019A9152BFCC}"/>
              </a:ext>
            </a:extLst>
          </p:cNvPr>
          <p:cNvSpPr txBox="1"/>
          <p:nvPr/>
        </p:nvSpPr>
        <p:spPr bwMode="auto">
          <a:xfrm>
            <a:off x="9523245" y="5185839"/>
            <a:ext cx="960519" cy="377411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Devices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735DE4-8BE3-402E-906A-954705A8AF5A}"/>
              </a:ext>
            </a:extLst>
          </p:cNvPr>
          <p:cNvSpPr txBox="1"/>
          <p:nvPr/>
        </p:nvSpPr>
        <p:spPr bwMode="auto">
          <a:xfrm>
            <a:off x="9517318" y="4555626"/>
            <a:ext cx="2188420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Device Management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8B7B6B-0FCB-47D2-AA93-0D83017507E6}"/>
              </a:ext>
            </a:extLst>
          </p:cNvPr>
          <p:cNvSpPr txBox="1"/>
          <p:nvPr/>
        </p:nvSpPr>
        <p:spPr bwMode="auto">
          <a:xfrm>
            <a:off x="9501456" y="2422410"/>
            <a:ext cx="950901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Storage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F6BDCE-B61A-40BC-97A9-9B16197BE1F9}"/>
              </a:ext>
            </a:extLst>
          </p:cNvPr>
          <p:cNvSpPr txBox="1"/>
          <p:nvPr/>
        </p:nvSpPr>
        <p:spPr bwMode="auto">
          <a:xfrm>
            <a:off x="10804864" y="5183547"/>
            <a:ext cx="1132041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Container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2C4256-C407-431A-BD92-A3A1E93C2BB8}"/>
              </a:ext>
            </a:extLst>
          </p:cNvPr>
          <p:cNvSpPr txBox="1"/>
          <p:nvPr/>
        </p:nvSpPr>
        <p:spPr bwMode="auto">
          <a:xfrm>
            <a:off x="10818511" y="5644758"/>
            <a:ext cx="973343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Artifacts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80A7AC02-D0D9-4F55-9F33-F20A9794226B}"/>
              </a:ext>
            </a:extLst>
          </p:cNvPr>
          <p:cNvCxnSpPr>
            <a:cxnSpLocks/>
            <a:endCxn id="44" idx="1"/>
          </p:cNvCxnSpPr>
          <p:nvPr/>
        </p:nvCxnSpPr>
        <p:spPr bwMode="auto">
          <a:xfrm>
            <a:off x="10483762" y="5368193"/>
            <a:ext cx="321100" cy="4058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Straight Arrow Connector 19">
            <a:extLst>
              <a:ext uri="{FF2B5EF4-FFF2-40B4-BE49-F238E27FC236}">
                <a16:creationId xmlns:a16="http://schemas.microsoft.com/office/drawing/2014/main" id="{4FBB7B29-3591-4FF1-9F89-D616EC9C09F3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 bwMode="auto">
          <a:xfrm>
            <a:off x="10483764" y="5374545"/>
            <a:ext cx="334747" cy="45891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Straight Arrow Connector 22">
            <a:extLst>
              <a:ext uri="{FF2B5EF4-FFF2-40B4-BE49-F238E27FC236}">
                <a16:creationId xmlns:a16="http://schemas.microsoft.com/office/drawing/2014/main" id="{0F2FC588-AA32-4570-B82E-60C764AD32A9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 bwMode="auto">
          <a:xfrm>
            <a:off x="10483764" y="5374543"/>
            <a:ext cx="322631" cy="992262"/>
          </a:xfrm>
          <a:prstGeom prst="bentConnector3">
            <a:avLst>
              <a:gd name="adj1" fmla="val 51968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Straight Arrow Connector 26">
            <a:extLst>
              <a:ext uri="{FF2B5EF4-FFF2-40B4-BE49-F238E27FC236}">
                <a16:creationId xmlns:a16="http://schemas.microsoft.com/office/drawing/2014/main" id="{3F06D0AA-34DD-457C-A5D1-F3BB939CE6E2}"/>
              </a:ext>
            </a:extLst>
          </p:cNvPr>
          <p:cNvCxnSpPr>
            <a:cxnSpLocks/>
            <a:stCxn id="50" idx="3"/>
            <a:endCxn id="41" idx="1"/>
          </p:cNvCxnSpPr>
          <p:nvPr/>
        </p:nvCxnSpPr>
        <p:spPr bwMode="auto">
          <a:xfrm>
            <a:off x="9047503" y="876713"/>
            <a:ext cx="475740" cy="449783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F0BD93E-FF28-4764-A962-0E4E2920381C}"/>
              </a:ext>
            </a:extLst>
          </p:cNvPr>
          <p:cNvSpPr txBox="1"/>
          <p:nvPr/>
        </p:nvSpPr>
        <p:spPr bwMode="auto">
          <a:xfrm>
            <a:off x="7505702" y="688009"/>
            <a:ext cx="1541803" cy="37741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Platform-AAS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52" name="Straight Arrow Connector 37">
            <a:extLst>
              <a:ext uri="{FF2B5EF4-FFF2-40B4-BE49-F238E27FC236}">
                <a16:creationId xmlns:a16="http://schemas.microsoft.com/office/drawing/2014/main" id="{0B39AB13-5A53-4E0A-922A-B22AD9214455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 bwMode="auto">
          <a:xfrm>
            <a:off x="9047505" y="876715"/>
            <a:ext cx="456751" cy="1301115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Straight Arrow Connector 40">
            <a:extLst>
              <a:ext uri="{FF2B5EF4-FFF2-40B4-BE49-F238E27FC236}">
                <a16:creationId xmlns:a16="http://schemas.microsoft.com/office/drawing/2014/main" id="{0E06ABED-27CE-4E03-8696-50DB343A429A}"/>
              </a:ext>
            </a:extLst>
          </p:cNvPr>
          <p:cNvCxnSpPr>
            <a:cxnSpLocks/>
            <a:stCxn id="50" idx="3"/>
            <a:endCxn id="37" idx="3"/>
          </p:cNvCxnSpPr>
          <p:nvPr/>
        </p:nvCxnSpPr>
        <p:spPr bwMode="auto">
          <a:xfrm flipH="1">
            <a:off x="9044055" y="876713"/>
            <a:ext cx="3448" cy="1429314"/>
          </a:xfrm>
          <a:prstGeom prst="bentConnector3">
            <a:avLst>
              <a:gd name="adj1" fmla="val -662993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Straight Arrow Connector 43">
            <a:extLst>
              <a:ext uri="{FF2B5EF4-FFF2-40B4-BE49-F238E27FC236}">
                <a16:creationId xmlns:a16="http://schemas.microsoft.com/office/drawing/2014/main" id="{E568FFC8-72E1-4523-A613-8A3D080265F5}"/>
              </a:ext>
            </a:extLst>
          </p:cNvPr>
          <p:cNvCxnSpPr>
            <a:cxnSpLocks/>
            <a:stCxn id="50" idx="3"/>
            <a:endCxn id="43" idx="1"/>
          </p:cNvCxnSpPr>
          <p:nvPr/>
        </p:nvCxnSpPr>
        <p:spPr bwMode="auto">
          <a:xfrm>
            <a:off x="9047505" y="876715"/>
            <a:ext cx="453951" cy="173440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Straight Arrow Connector 46">
            <a:extLst>
              <a:ext uri="{FF2B5EF4-FFF2-40B4-BE49-F238E27FC236}">
                <a16:creationId xmlns:a16="http://schemas.microsoft.com/office/drawing/2014/main" id="{F4E86166-16DB-45E5-B81A-2E3F4449921D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 bwMode="auto">
          <a:xfrm>
            <a:off x="9047505" y="876715"/>
            <a:ext cx="462919" cy="300399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Straight Arrow Connector 49">
            <a:extLst>
              <a:ext uri="{FF2B5EF4-FFF2-40B4-BE49-F238E27FC236}">
                <a16:creationId xmlns:a16="http://schemas.microsoft.com/office/drawing/2014/main" id="{865A9229-B881-4CF6-90F2-21432DA2E9C6}"/>
              </a:ext>
            </a:extLst>
          </p:cNvPr>
          <p:cNvCxnSpPr>
            <a:cxnSpLocks/>
            <a:stCxn id="50" idx="3"/>
            <a:endCxn id="42" idx="1"/>
          </p:cNvCxnSpPr>
          <p:nvPr/>
        </p:nvCxnSpPr>
        <p:spPr bwMode="auto">
          <a:xfrm>
            <a:off x="9047505" y="876715"/>
            <a:ext cx="469815" cy="3867617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Straight Arrow Connector 22">
            <a:extLst>
              <a:ext uri="{FF2B5EF4-FFF2-40B4-BE49-F238E27FC236}">
                <a16:creationId xmlns:a16="http://schemas.microsoft.com/office/drawing/2014/main" id="{80DD4582-0D28-463E-9591-453C6BADA70A}"/>
              </a:ext>
            </a:extLst>
          </p:cNvPr>
          <p:cNvCxnSpPr>
            <a:cxnSpLocks/>
            <a:stCxn id="45" idx="2"/>
            <a:endCxn id="40" idx="0"/>
          </p:cNvCxnSpPr>
          <p:nvPr/>
        </p:nvCxnSpPr>
        <p:spPr bwMode="auto">
          <a:xfrm rot="16200000" flipH="1">
            <a:off x="11233179" y="6094170"/>
            <a:ext cx="155932" cy="1192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8" name="Straight Arrow Connector 46">
            <a:extLst>
              <a:ext uri="{FF2B5EF4-FFF2-40B4-BE49-F238E27FC236}">
                <a16:creationId xmlns:a16="http://schemas.microsoft.com/office/drawing/2014/main" id="{0A935F7A-FE73-4B88-BF72-35407663609F}"/>
              </a:ext>
            </a:extLst>
          </p:cNvPr>
          <p:cNvCxnSpPr>
            <a:cxnSpLocks/>
            <a:stCxn id="50" idx="3"/>
            <a:endCxn id="39" idx="1"/>
          </p:cNvCxnSpPr>
          <p:nvPr/>
        </p:nvCxnSpPr>
        <p:spPr bwMode="auto">
          <a:xfrm>
            <a:off x="9047505" y="876713"/>
            <a:ext cx="469815" cy="343433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Straight Arrow Connector 46">
            <a:extLst>
              <a:ext uri="{FF2B5EF4-FFF2-40B4-BE49-F238E27FC236}">
                <a16:creationId xmlns:a16="http://schemas.microsoft.com/office/drawing/2014/main" id="{F10F462F-70B0-4256-A1AA-9A9230E29E52}"/>
              </a:ext>
            </a:extLst>
          </p:cNvPr>
          <p:cNvCxnSpPr>
            <a:cxnSpLocks/>
            <a:stCxn id="40" idx="3"/>
            <a:endCxn id="39" idx="3"/>
          </p:cNvCxnSpPr>
          <p:nvPr/>
        </p:nvCxnSpPr>
        <p:spPr bwMode="auto">
          <a:xfrm flipH="1" flipV="1">
            <a:off x="10819279" y="4311043"/>
            <a:ext cx="1008549" cy="2055762"/>
          </a:xfrm>
          <a:prstGeom prst="bentConnector3">
            <a:avLst>
              <a:gd name="adj1" fmla="val -22666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0" name="Straight Arrow Connector 22">
            <a:extLst>
              <a:ext uri="{FF2B5EF4-FFF2-40B4-BE49-F238E27FC236}">
                <a16:creationId xmlns:a16="http://schemas.microsoft.com/office/drawing/2014/main" id="{D135F68C-F031-4784-B710-C86B95896120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 bwMode="auto">
          <a:xfrm rot="5400000">
            <a:off x="10181115" y="4755426"/>
            <a:ext cx="252802" cy="608025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61" name="Straight Arrow Connector 46">
            <a:extLst>
              <a:ext uri="{FF2B5EF4-FFF2-40B4-BE49-F238E27FC236}">
                <a16:creationId xmlns:a16="http://schemas.microsoft.com/office/drawing/2014/main" id="{B93FADB1-7E07-48B8-BEA6-0DA1DB1AAF4B}"/>
              </a:ext>
            </a:extLst>
          </p:cNvPr>
          <p:cNvCxnSpPr>
            <a:cxnSpLocks/>
            <a:stCxn id="38" idx="3"/>
            <a:endCxn id="39" idx="3"/>
          </p:cNvCxnSpPr>
          <p:nvPr/>
        </p:nvCxnSpPr>
        <p:spPr bwMode="auto">
          <a:xfrm flipH="1">
            <a:off x="10819277" y="3880714"/>
            <a:ext cx="539728" cy="430331"/>
          </a:xfrm>
          <a:prstGeom prst="bentConnector3">
            <a:avLst>
              <a:gd name="adj1" fmla="val -42355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AE06-A5F2-4C99-8056-0A123D119E81}"/>
              </a:ext>
            </a:extLst>
          </p:cNvPr>
          <p:cNvSpPr/>
          <p:nvPr/>
        </p:nvSpPr>
        <p:spPr bwMode="auto">
          <a:xfrm>
            <a:off x="9912137" y="4124261"/>
            <a:ext cx="390525" cy="220821"/>
          </a:xfrm>
          <a:prstGeom prst="rect">
            <a:avLst/>
          </a:prstGeom>
          <a:noFill/>
          <a:ln w="12700" cap="flat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6664908-A98E-41F3-A850-FF2D83CA91BB}"/>
              </a:ext>
            </a:extLst>
          </p:cNvPr>
          <p:cNvSpPr/>
          <p:nvPr/>
        </p:nvSpPr>
        <p:spPr bwMode="auto">
          <a:xfrm>
            <a:off x="9901230" y="4284052"/>
            <a:ext cx="390525" cy="220821"/>
          </a:xfrm>
          <a:prstGeom prst="rect">
            <a:avLst/>
          </a:prstGeom>
          <a:noFill/>
          <a:ln w="12700" cap="flat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527A00-7D21-4070-98CC-79B854B26441}"/>
              </a:ext>
            </a:extLst>
          </p:cNvPr>
          <p:cNvSpPr txBox="1"/>
          <p:nvPr/>
        </p:nvSpPr>
        <p:spPr bwMode="auto">
          <a:xfrm>
            <a:off x="9518686" y="1131505"/>
            <a:ext cx="2164375" cy="377411"/>
          </a:xfrm>
          <a:prstGeom prst="rect">
            <a:avLst/>
          </a:prstGeom>
          <a:solidFill>
            <a:srgbClr val="2683C6">
              <a:lumMod val="60000"/>
              <a:lumOff val="4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Software Nameplate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5" name="Straight Arrow Connector 44">
            <a:extLst>
              <a:ext uri="{FF2B5EF4-FFF2-40B4-BE49-F238E27FC236}">
                <a16:creationId xmlns:a16="http://schemas.microsoft.com/office/drawing/2014/main" id="{002F76B9-991A-497F-9AE1-817DEEBC944B}"/>
              </a:ext>
            </a:extLst>
          </p:cNvPr>
          <p:cNvCxnSpPr>
            <a:cxnSpLocks/>
            <a:stCxn id="50" idx="3"/>
            <a:endCxn id="35" idx="1"/>
          </p:cNvCxnSpPr>
          <p:nvPr/>
        </p:nvCxnSpPr>
        <p:spPr bwMode="auto">
          <a:xfrm>
            <a:off x="9047505" y="876713"/>
            <a:ext cx="456145" cy="1270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C34514-49E2-4672-A923-7546DA853D00}"/>
              </a:ext>
            </a:extLst>
          </p:cNvPr>
          <p:cNvSpPr txBox="1"/>
          <p:nvPr/>
        </p:nvSpPr>
        <p:spPr bwMode="auto">
          <a:xfrm>
            <a:off x="8078076" y="2557474"/>
            <a:ext cx="97334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Artifacts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7" name="Straight Arrow Connector 43">
            <a:extLst>
              <a:ext uri="{FF2B5EF4-FFF2-40B4-BE49-F238E27FC236}">
                <a16:creationId xmlns:a16="http://schemas.microsoft.com/office/drawing/2014/main" id="{DE62297D-44FF-47CB-9370-AB120E31A864}"/>
              </a:ext>
            </a:extLst>
          </p:cNvPr>
          <p:cNvCxnSpPr>
            <a:cxnSpLocks/>
            <a:stCxn id="50" idx="3"/>
            <a:endCxn id="66" idx="3"/>
          </p:cNvCxnSpPr>
          <p:nvPr/>
        </p:nvCxnSpPr>
        <p:spPr bwMode="auto">
          <a:xfrm>
            <a:off x="9047503" y="876715"/>
            <a:ext cx="3914" cy="1869465"/>
          </a:xfrm>
          <a:prstGeom prst="bentConnector3">
            <a:avLst>
              <a:gd name="adj1" fmla="val 5940572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261EE80-1A5A-4223-A7B6-F20CD07245A7}"/>
              </a:ext>
            </a:extLst>
          </p:cNvPr>
          <p:cNvSpPr txBox="1"/>
          <p:nvPr/>
        </p:nvSpPr>
        <p:spPr bwMode="auto">
          <a:xfrm>
            <a:off x="8565596" y="5719891"/>
            <a:ext cx="1541803" cy="37741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Device-AAS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2B0531-52F3-4FC3-B5AE-3F42BDD579E4}"/>
              </a:ext>
            </a:extLst>
          </p:cNvPr>
          <p:cNvSpPr txBox="1"/>
          <p:nvPr/>
        </p:nvSpPr>
        <p:spPr bwMode="auto">
          <a:xfrm>
            <a:off x="5867232" y="6180918"/>
            <a:ext cx="1541803" cy="37741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Service-AAS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5EEBA538-B0B9-4953-AB16-90A55177AE4C}"/>
              </a:ext>
            </a:extLst>
          </p:cNvPr>
          <p:cNvCxnSpPr>
            <a:cxnSpLocks/>
            <a:stCxn id="38" idx="1"/>
            <a:endCxn id="79" idx="3"/>
          </p:cNvCxnSpPr>
          <p:nvPr/>
        </p:nvCxnSpPr>
        <p:spPr>
          <a:xfrm rot="10800000" flipV="1">
            <a:off x="7409036" y="3880712"/>
            <a:ext cx="2101389" cy="248891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839FB7F-74F2-4BC4-B3C0-AD15F3FF2588}"/>
              </a:ext>
            </a:extLst>
          </p:cNvPr>
          <p:cNvCxnSpPr>
            <a:cxnSpLocks/>
            <a:stCxn id="40" idx="1"/>
            <a:endCxn id="79" idx="3"/>
          </p:cNvCxnSpPr>
          <p:nvPr/>
        </p:nvCxnSpPr>
        <p:spPr>
          <a:xfrm rot="10800000" flipV="1">
            <a:off x="7409033" y="6366806"/>
            <a:ext cx="3397360" cy="2817"/>
          </a:xfrm>
          <a:prstGeom prst="bentConnector3">
            <a:avLst/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C8F4EBD-0BED-4674-AD44-0A4B82E67846}"/>
              </a:ext>
            </a:extLst>
          </p:cNvPr>
          <p:cNvCxnSpPr>
            <a:cxnSpLocks/>
            <a:stCxn id="41" idx="1"/>
            <a:endCxn id="78" idx="0"/>
          </p:cNvCxnSpPr>
          <p:nvPr/>
        </p:nvCxnSpPr>
        <p:spPr>
          <a:xfrm rot="10800000" flipV="1">
            <a:off x="9336499" y="5374543"/>
            <a:ext cx="186747" cy="345346"/>
          </a:xfrm>
          <a:prstGeom prst="bentConnector2">
            <a:avLst/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856D3BE-27A5-4A0B-ABE2-72A948854352}"/>
              </a:ext>
            </a:extLst>
          </p:cNvPr>
          <p:cNvSpPr txBox="1"/>
          <p:nvPr/>
        </p:nvSpPr>
        <p:spPr bwMode="auto">
          <a:xfrm>
            <a:off x="3489926" y="6187268"/>
            <a:ext cx="1851649" cy="37741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Application-AAS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942694D-0ECD-4076-A491-EF3159309AD2}"/>
              </a:ext>
            </a:extLst>
          </p:cNvPr>
          <p:cNvCxnSpPr>
            <a:cxnSpLocks/>
            <a:stCxn id="90" idx="3"/>
            <a:endCxn id="79" idx="1"/>
          </p:cNvCxnSpPr>
          <p:nvPr/>
        </p:nvCxnSpPr>
        <p:spPr>
          <a:xfrm flipV="1">
            <a:off x="5341575" y="6369622"/>
            <a:ext cx="525657" cy="635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180">
            <a:extLst>
              <a:ext uri="{FF2B5EF4-FFF2-40B4-BE49-F238E27FC236}">
                <a16:creationId xmlns:a16="http://schemas.microsoft.com/office/drawing/2014/main" id="{3C85D10B-E55A-47F7-A8BF-9EDF6D2D7F4D}"/>
              </a:ext>
            </a:extLst>
          </p:cNvPr>
          <p:cNvGrpSpPr/>
          <p:nvPr/>
        </p:nvGrpSpPr>
        <p:grpSpPr bwMode="auto">
          <a:xfrm>
            <a:off x="7505700" y="503644"/>
            <a:ext cx="324602" cy="246873"/>
            <a:chOff x="3257319" y="3502820"/>
            <a:chExt cx="378849" cy="288130"/>
          </a:xfrm>
        </p:grpSpPr>
        <p:sp>
          <p:nvSpPr>
            <p:cNvPr id="97" name="Rectangle 181">
              <a:extLst>
                <a:ext uri="{FF2B5EF4-FFF2-40B4-BE49-F238E27FC236}">
                  <a16:creationId xmlns:a16="http://schemas.microsoft.com/office/drawing/2014/main" id="{93E7FC4B-E4FE-494E-AF72-38D60FBD9A68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98" name="Freeform 182">
              <a:extLst>
                <a:ext uri="{FF2B5EF4-FFF2-40B4-BE49-F238E27FC236}">
                  <a16:creationId xmlns:a16="http://schemas.microsoft.com/office/drawing/2014/main" id="{6D78829D-CE5A-4080-9992-184901643B18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99" name="Group 180">
            <a:extLst>
              <a:ext uri="{FF2B5EF4-FFF2-40B4-BE49-F238E27FC236}">
                <a16:creationId xmlns:a16="http://schemas.microsoft.com/office/drawing/2014/main" id="{B93B6887-370B-4D1C-BBE8-4224413C5F2B}"/>
              </a:ext>
            </a:extLst>
          </p:cNvPr>
          <p:cNvGrpSpPr/>
          <p:nvPr/>
        </p:nvGrpSpPr>
        <p:grpSpPr bwMode="auto">
          <a:xfrm>
            <a:off x="8620361" y="5531961"/>
            <a:ext cx="324602" cy="246873"/>
            <a:chOff x="3257319" y="3502820"/>
            <a:chExt cx="378849" cy="288130"/>
          </a:xfrm>
        </p:grpSpPr>
        <p:sp>
          <p:nvSpPr>
            <p:cNvPr id="100" name="Rectangle 181">
              <a:extLst>
                <a:ext uri="{FF2B5EF4-FFF2-40B4-BE49-F238E27FC236}">
                  <a16:creationId xmlns:a16="http://schemas.microsoft.com/office/drawing/2014/main" id="{946209CD-3AFE-49F8-AD15-C9FE08E60FBB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1" name="Freeform 182">
              <a:extLst>
                <a:ext uri="{FF2B5EF4-FFF2-40B4-BE49-F238E27FC236}">
                  <a16:creationId xmlns:a16="http://schemas.microsoft.com/office/drawing/2014/main" id="{46789DC1-69E2-4C65-B2E6-72825C8D338C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02" name="Group 180">
            <a:extLst>
              <a:ext uri="{FF2B5EF4-FFF2-40B4-BE49-F238E27FC236}">
                <a16:creationId xmlns:a16="http://schemas.microsoft.com/office/drawing/2014/main" id="{3DB83D48-3E65-4756-AE19-96F9659E25EE}"/>
              </a:ext>
            </a:extLst>
          </p:cNvPr>
          <p:cNvGrpSpPr/>
          <p:nvPr/>
        </p:nvGrpSpPr>
        <p:grpSpPr bwMode="auto">
          <a:xfrm>
            <a:off x="3527229" y="6019786"/>
            <a:ext cx="324602" cy="246873"/>
            <a:chOff x="3257319" y="3502820"/>
            <a:chExt cx="378849" cy="288130"/>
          </a:xfrm>
        </p:grpSpPr>
        <p:sp>
          <p:nvSpPr>
            <p:cNvPr id="103" name="Rectangle 181">
              <a:extLst>
                <a:ext uri="{FF2B5EF4-FFF2-40B4-BE49-F238E27FC236}">
                  <a16:creationId xmlns:a16="http://schemas.microsoft.com/office/drawing/2014/main" id="{54287439-BFAC-47C8-AE10-D6BB2931DF5B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4" name="Freeform 182">
              <a:extLst>
                <a:ext uri="{FF2B5EF4-FFF2-40B4-BE49-F238E27FC236}">
                  <a16:creationId xmlns:a16="http://schemas.microsoft.com/office/drawing/2014/main" id="{ADFD58A4-5797-41B4-9208-7FBC8EB4A8F5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05" name="Group 180">
            <a:extLst>
              <a:ext uri="{FF2B5EF4-FFF2-40B4-BE49-F238E27FC236}">
                <a16:creationId xmlns:a16="http://schemas.microsoft.com/office/drawing/2014/main" id="{F584E87C-C069-489E-9FA6-3648520A1107}"/>
              </a:ext>
            </a:extLst>
          </p:cNvPr>
          <p:cNvGrpSpPr/>
          <p:nvPr/>
        </p:nvGrpSpPr>
        <p:grpSpPr bwMode="auto">
          <a:xfrm>
            <a:off x="5864780" y="6012233"/>
            <a:ext cx="324602" cy="246873"/>
            <a:chOff x="3257319" y="3502820"/>
            <a:chExt cx="378849" cy="288130"/>
          </a:xfrm>
        </p:grpSpPr>
        <p:sp>
          <p:nvSpPr>
            <p:cNvPr id="106" name="Rectangle 181">
              <a:extLst>
                <a:ext uri="{FF2B5EF4-FFF2-40B4-BE49-F238E27FC236}">
                  <a16:creationId xmlns:a16="http://schemas.microsoft.com/office/drawing/2014/main" id="{5A0A8647-02BF-418F-9756-799884F9F922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7" name="Freeform 182">
              <a:extLst>
                <a:ext uri="{FF2B5EF4-FFF2-40B4-BE49-F238E27FC236}">
                  <a16:creationId xmlns:a16="http://schemas.microsoft.com/office/drawing/2014/main" id="{3CBF41B0-7D41-4499-9154-ABC2B11A9FD8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B6048A97-AC92-4A76-A73C-EDF20FF6068E}"/>
              </a:ext>
            </a:extLst>
          </p:cNvPr>
          <p:cNvSpPr txBox="1"/>
          <p:nvPr/>
        </p:nvSpPr>
        <p:spPr bwMode="auto">
          <a:xfrm>
            <a:off x="9503648" y="3272187"/>
            <a:ext cx="1568058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Service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116" name="Straight Arrow Connector 46">
            <a:extLst>
              <a:ext uri="{FF2B5EF4-FFF2-40B4-BE49-F238E27FC236}">
                <a16:creationId xmlns:a16="http://schemas.microsoft.com/office/drawing/2014/main" id="{96244F16-AFBF-4106-8070-176173760A35}"/>
              </a:ext>
            </a:extLst>
          </p:cNvPr>
          <p:cNvCxnSpPr>
            <a:cxnSpLocks/>
            <a:stCxn id="50" idx="3"/>
            <a:endCxn id="115" idx="1"/>
          </p:cNvCxnSpPr>
          <p:nvPr/>
        </p:nvCxnSpPr>
        <p:spPr bwMode="auto">
          <a:xfrm>
            <a:off x="9047505" y="876713"/>
            <a:ext cx="456145" cy="2584178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E0DC1710-B776-4F32-BF11-DC55C333AA77}"/>
              </a:ext>
            </a:extLst>
          </p:cNvPr>
          <p:cNvCxnSpPr>
            <a:cxnSpLocks/>
            <a:stCxn id="115" idx="1"/>
            <a:endCxn id="79" idx="3"/>
          </p:cNvCxnSpPr>
          <p:nvPr/>
        </p:nvCxnSpPr>
        <p:spPr>
          <a:xfrm rot="10800000" flipV="1">
            <a:off x="7409036" y="3460892"/>
            <a:ext cx="2094615" cy="290873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821441-14E8-4107-8FC4-D9193115D3AE}"/>
              </a:ext>
            </a:extLst>
          </p:cNvPr>
          <p:cNvSpPr txBox="1"/>
          <p:nvPr/>
        </p:nvSpPr>
        <p:spPr bwMode="auto">
          <a:xfrm>
            <a:off x="7555905" y="1663568"/>
            <a:ext cx="1484702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Configuration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9" name="Straight Arrow Connector 37">
            <a:extLst>
              <a:ext uri="{FF2B5EF4-FFF2-40B4-BE49-F238E27FC236}">
                <a16:creationId xmlns:a16="http://schemas.microsoft.com/office/drawing/2014/main" id="{AEF1CA18-F6A0-4128-9903-F82F2B74CCF0}"/>
              </a:ext>
            </a:extLst>
          </p:cNvPr>
          <p:cNvCxnSpPr>
            <a:cxnSpLocks/>
            <a:stCxn id="50" idx="3"/>
            <a:endCxn id="68" idx="3"/>
          </p:cNvCxnSpPr>
          <p:nvPr/>
        </p:nvCxnSpPr>
        <p:spPr bwMode="auto">
          <a:xfrm flipH="1">
            <a:off x="9040607" y="876715"/>
            <a:ext cx="6896" cy="975559"/>
          </a:xfrm>
          <a:prstGeom prst="bentConnector3">
            <a:avLst>
              <a:gd name="adj1" fmla="val -3314965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06ED6B5-EB88-448B-AAA6-BBBA0A369E77}"/>
              </a:ext>
            </a:extLst>
          </p:cNvPr>
          <p:cNvSpPr txBox="1"/>
          <p:nvPr/>
        </p:nvSpPr>
        <p:spPr bwMode="auto">
          <a:xfrm>
            <a:off x="9497845" y="1564455"/>
            <a:ext cx="997389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>
                <a:solidFill>
                  <a:srgbClr val="535353"/>
                </a:solidFill>
                <a:latin typeface="Arial"/>
                <a:cs typeface="Arial"/>
              </a:rPr>
              <a:t>Platform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71" name="Straight Arrow Connector 37">
            <a:extLst>
              <a:ext uri="{FF2B5EF4-FFF2-40B4-BE49-F238E27FC236}">
                <a16:creationId xmlns:a16="http://schemas.microsoft.com/office/drawing/2014/main" id="{DF6B8C43-FA57-4D80-9DD3-1B2E1EA4B7BE}"/>
              </a:ext>
            </a:extLst>
          </p:cNvPr>
          <p:cNvCxnSpPr>
            <a:cxnSpLocks/>
            <a:stCxn id="50" idx="3"/>
          </p:cNvCxnSpPr>
          <p:nvPr/>
        </p:nvCxnSpPr>
        <p:spPr bwMode="auto">
          <a:xfrm>
            <a:off x="9047503" y="876715"/>
            <a:ext cx="475740" cy="78680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0E45AFD-36B8-41A2-BD84-9C6CE519F583}"/>
              </a:ext>
            </a:extLst>
          </p:cNvPr>
          <p:cNvSpPr txBox="1"/>
          <p:nvPr/>
        </p:nvSpPr>
        <p:spPr bwMode="auto">
          <a:xfrm>
            <a:off x="9501293" y="2843165"/>
            <a:ext cx="219002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ApplicationInstances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73" name="Straight Arrow Connector 46">
            <a:extLst>
              <a:ext uri="{FF2B5EF4-FFF2-40B4-BE49-F238E27FC236}">
                <a16:creationId xmlns:a16="http://schemas.microsoft.com/office/drawing/2014/main" id="{E1047EDC-11A1-4264-A655-220C1B84A884}"/>
              </a:ext>
            </a:extLst>
          </p:cNvPr>
          <p:cNvCxnSpPr>
            <a:cxnSpLocks/>
            <a:stCxn id="50" idx="3"/>
            <a:endCxn id="72" idx="1"/>
          </p:cNvCxnSpPr>
          <p:nvPr/>
        </p:nvCxnSpPr>
        <p:spPr bwMode="auto">
          <a:xfrm>
            <a:off x="9047503" y="876713"/>
            <a:ext cx="453788" cy="215515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44">
            <a:extLst>
              <a:ext uri="{FF2B5EF4-FFF2-40B4-BE49-F238E27FC236}">
                <a16:creationId xmlns:a16="http://schemas.microsoft.com/office/drawing/2014/main" id="{7DEB435C-19F4-4DBE-A2D8-209CEE6B65D0}"/>
              </a:ext>
            </a:extLst>
          </p:cNvPr>
          <p:cNvCxnSpPr>
            <a:cxnSpLocks/>
            <a:stCxn id="50" idx="3"/>
            <a:endCxn id="64" idx="1"/>
          </p:cNvCxnSpPr>
          <p:nvPr/>
        </p:nvCxnSpPr>
        <p:spPr bwMode="auto">
          <a:xfrm>
            <a:off x="9047505" y="876713"/>
            <a:ext cx="471181" cy="44349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906331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47C52C2F-A329-48BC-80D4-77724B619D73}"/>
              </a:ext>
            </a:extLst>
          </p:cNvPr>
          <p:cNvSpPr txBox="1"/>
          <p:nvPr/>
        </p:nvSpPr>
        <p:spPr bwMode="auto">
          <a:xfrm>
            <a:off x="9503650" y="688009"/>
            <a:ext cx="2347117" cy="377411"/>
          </a:xfrm>
          <a:prstGeom prst="rect">
            <a:avLst/>
          </a:prstGeom>
          <a:solidFill>
            <a:srgbClr val="2683C6">
              <a:lumMod val="60000"/>
              <a:lumOff val="4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Equipment Nameplate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F2425-B591-466C-BE5D-86088977EF19}"/>
              </a:ext>
            </a:extLst>
          </p:cNvPr>
          <p:cNvSpPr txBox="1"/>
          <p:nvPr/>
        </p:nvSpPr>
        <p:spPr bwMode="auto">
          <a:xfrm>
            <a:off x="9504256" y="1989124"/>
            <a:ext cx="984565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Network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46B1B7-672F-4361-A1DA-5F2909F2CE32}"/>
              </a:ext>
            </a:extLst>
          </p:cNvPr>
          <p:cNvSpPr txBox="1"/>
          <p:nvPr/>
        </p:nvSpPr>
        <p:spPr bwMode="auto">
          <a:xfrm>
            <a:off x="7924840" y="2117323"/>
            <a:ext cx="1119217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Transport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A1FD0-DBCC-404B-B812-DCD2CDF1C33C}"/>
              </a:ext>
            </a:extLst>
          </p:cNvPr>
          <p:cNvSpPr txBox="1"/>
          <p:nvPr/>
        </p:nvSpPr>
        <p:spPr bwMode="auto">
          <a:xfrm>
            <a:off x="9510424" y="3692008"/>
            <a:ext cx="184858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Connector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09B4AE-189A-420C-AA18-DD7EA1FABE0D}"/>
              </a:ext>
            </a:extLst>
          </p:cNvPr>
          <p:cNvSpPr txBox="1"/>
          <p:nvPr/>
        </p:nvSpPr>
        <p:spPr bwMode="auto">
          <a:xfrm>
            <a:off x="9517320" y="4122339"/>
            <a:ext cx="1301959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Data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C7AAA5-92AF-4E83-A593-1E851A17DAD3}"/>
              </a:ext>
            </a:extLst>
          </p:cNvPr>
          <p:cNvSpPr txBox="1"/>
          <p:nvPr/>
        </p:nvSpPr>
        <p:spPr bwMode="auto">
          <a:xfrm>
            <a:off x="10806395" y="6178101"/>
            <a:ext cx="1021433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Services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798026-8371-4172-B865-019A9152BFCC}"/>
              </a:ext>
            </a:extLst>
          </p:cNvPr>
          <p:cNvSpPr txBox="1"/>
          <p:nvPr/>
        </p:nvSpPr>
        <p:spPr bwMode="auto">
          <a:xfrm>
            <a:off x="9523245" y="5185839"/>
            <a:ext cx="960519" cy="377411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Devices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735DE4-8BE3-402E-906A-954705A8AF5A}"/>
              </a:ext>
            </a:extLst>
          </p:cNvPr>
          <p:cNvSpPr txBox="1"/>
          <p:nvPr/>
        </p:nvSpPr>
        <p:spPr bwMode="auto">
          <a:xfrm>
            <a:off x="9517318" y="4555626"/>
            <a:ext cx="2188420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Device Management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8B7B6B-0FCB-47D2-AA93-0D83017507E6}"/>
              </a:ext>
            </a:extLst>
          </p:cNvPr>
          <p:cNvSpPr txBox="1"/>
          <p:nvPr/>
        </p:nvSpPr>
        <p:spPr bwMode="auto">
          <a:xfrm>
            <a:off x="9501456" y="2422410"/>
            <a:ext cx="950901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Storage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F6BDCE-B61A-40BC-97A9-9B16197BE1F9}"/>
              </a:ext>
            </a:extLst>
          </p:cNvPr>
          <p:cNvSpPr txBox="1"/>
          <p:nvPr/>
        </p:nvSpPr>
        <p:spPr bwMode="auto">
          <a:xfrm>
            <a:off x="10804864" y="5183547"/>
            <a:ext cx="1132041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Container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2C4256-C407-431A-BD92-A3A1E93C2BB8}"/>
              </a:ext>
            </a:extLst>
          </p:cNvPr>
          <p:cNvSpPr txBox="1"/>
          <p:nvPr/>
        </p:nvSpPr>
        <p:spPr bwMode="auto">
          <a:xfrm>
            <a:off x="10818511" y="5644758"/>
            <a:ext cx="973343" cy="377411"/>
          </a:xfrm>
          <a:prstGeom prst="rect">
            <a:avLst/>
          </a:prstGeom>
          <a:noFill/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Artifacts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80A7AC02-D0D9-4F55-9F33-F20A9794226B}"/>
              </a:ext>
            </a:extLst>
          </p:cNvPr>
          <p:cNvCxnSpPr>
            <a:cxnSpLocks/>
            <a:endCxn id="44" idx="1"/>
          </p:cNvCxnSpPr>
          <p:nvPr/>
        </p:nvCxnSpPr>
        <p:spPr bwMode="auto">
          <a:xfrm>
            <a:off x="10483762" y="5368193"/>
            <a:ext cx="321100" cy="4058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Straight Arrow Connector 19">
            <a:extLst>
              <a:ext uri="{FF2B5EF4-FFF2-40B4-BE49-F238E27FC236}">
                <a16:creationId xmlns:a16="http://schemas.microsoft.com/office/drawing/2014/main" id="{4FBB7B29-3591-4FF1-9F89-D616EC9C09F3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 bwMode="auto">
          <a:xfrm>
            <a:off x="10483764" y="5374545"/>
            <a:ext cx="334747" cy="45891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Straight Arrow Connector 22">
            <a:extLst>
              <a:ext uri="{FF2B5EF4-FFF2-40B4-BE49-F238E27FC236}">
                <a16:creationId xmlns:a16="http://schemas.microsoft.com/office/drawing/2014/main" id="{0F2FC588-AA32-4570-B82E-60C764AD32A9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 bwMode="auto">
          <a:xfrm>
            <a:off x="10483764" y="5374543"/>
            <a:ext cx="322631" cy="992262"/>
          </a:xfrm>
          <a:prstGeom prst="bentConnector3">
            <a:avLst>
              <a:gd name="adj1" fmla="val 51968"/>
            </a:avLst>
          </a:prstGeom>
          <a:noFill/>
          <a:ln w="12700" cap="flat">
            <a:solidFill>
              <a:srgbClr val="3E8853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Straight Arrow Connector 26">
            <a:extLst>
              <a:ext uri="{FF2B5EF4-FFF2-40B4-BE49-F238E27FC236}">
                <a16:creationId xmlns:a16="http://schemas.microsoft.com/office/drawing/2014/main" id="{3F06D0AA-34DD-457C-A5D1-F3BB939CE6E2}"/>
              </a:ext>
            </a:extLst>
          </p:cNvPr>
          <p:cNvCxnSpPr>
            <a:cxnSpLocks/>
            <a:stCxn id="50" idx="3"/>
            <a:endCxn id="41" idx="1"/>
          </p:cNvCxnSpPr>
          <p:nvPr/>
        </p:nvCxnSpPr>
        <p:spPr bwMode="auto">
          <a:xfrm>
            <a:off x="9047503" y="876713"/>
            <a:ext cx="475740" cy="449783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F0BD93E-FF28-4764-A962-0E4E2920381C}"/>
              </a:ext>
            </a:extLst>
          </p:cNvPr>
          <p:cNvSpPr txBox="1"/>
          <p:nvPr/>
        </p:nvSpPr>
        <p:spPr bwMode="auto">
          <a:xfrm>
            <a:off x="7505702" y="688009"/>
            <a:ext cx="1541803" cy="37741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Platform-AAS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52" name="Straight Arrow Connector 37">
            <a:extLst>
              <a:ext uri="{FF2B5EF4-FFF2-40B4-BE49-F238E27FC236}">
                <a16:creationId xmlns:a16="http://schemas.microsoft.com/office/drawing/2014/main" id="{0B39AB13-5A53-4E0A-922A-B22AD9214455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 bwMode="auto">
          <a:xfrm>
            <a:off x="9047505" y="876715"/>
            <a:ext cx="456751" cy="1301115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Straight Arrow Connector 40">
            <a:extLst>
              <a:ext uri="{FF2B5EF4-FFF2-40B4-BE49-F238E27FC236}">
                <a16:creationId xmlns:a16="http://schemas.microsoft.com/office/drawing/2014/main" id="{0E06ABED-27CE-4E03-8696-50DB343A429A}"/>
              </a:ext>
            </a:extLst>
          </p:cNvPr>
          <p:cNvCxnSpPr>
            <a:cxnSpLocks/>
            <a:stCxn id="50" idx="3"/>
            <a:endCxn id="37" idx="3"/>
          </p:cNvCxnSpPr>
          <p:nvPr/>
        </p:nvCxnSpPr>
        <p:spPr bwMode="auto">
          <a:xfrm flipH="1">
            <a:off x="9044055" y="876713"/>
            <a:ext cx="3448" cy="1429314"/>
          </a:xfrm>
          <a:prstGeom prst="bentConnector3">
            <a:avLst>
              <a:gd name="adj1" fmla="val -662993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Straight Arrow Connector 43">
            <a:extLst>
              <a:ext uri="{FF2B5EF4-FFF2-40B4-BE49-F238E27FC236}">
                <a16:creationId xmlns:a16="http://schemas.microsoft.com/office/drawing/2014/main" id="{E568FFC8-72E1-4523-A613-8A3D080265F5}"/>
              </a:ext>
            </a:extLst>
          </p:cNvPr>
          <p:cNvCxnSpPr>
            <a:cxnSpLocks/>
            <a:stCxn id="50" idx="3"/>
            <a:endCxn id="43" idx="1"/>
          </p:cNvCxnSpPr>
          <p:nvPr/>
        </p:nvCxnSpPr>
        <p:spPr bwMode="auto">
          <a:xfrm>
            <a:off x="9047505" y="876715"/>
            <a:ext cx="453951" cy="173440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Straight Arrow Connector 46">
            <a:extLst>
              <a:ext uri="{FF2B5EF4-FFF2-40B4-BE49-F238E27FC236}">
                <a16:creationId xmlns:a16="http://schemas.microsoft.com/office/drawing/2014/main" id="{F4E86166-16DB-45E5-B81A-2E3F4449921D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 bwMode="auto">
          <a:xfrm>
            <a:off x="9047505" y="876715"/>
            <a:ext cx="462919" cy="300399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Straight Arrow Connector 49">
            <a:extLst>
              <a:ext uri="{FF2B5EF4-FFF2-40B4-BE49-F238E27FC236}">
                <a16:creationId xmlns:a16="http://schemas.microsoft.com/office/drawing/2014/main" id="{865A9229-B881-4CF6-90F2-21432DA2E9C6}"/>
              </a:ext>
            </a:extLst>
          </p:cNvPr>
          <p:cNvCxnSpPr>
            <a:cxnSpLocks/>
            <a:stCxn id="50" idx="3"/>
            <a:endCxn id="42" idx="1"/>
          </p:cNvCxnSpPr>
          <p:nvPr/>
        </p:nvCxnSpPr>
        <p:spPr bwMode="auto">
          <a:xfrm>
            <a:off x="9047505" y="876715"/>
            <a:ext cx="469815" cy="3867617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Straight Arrow Connector 22">
            <a:extLst>
              <a:ext uri="{FF2B5EF4-FFF2-40B4-BE49-F238E27FC236}">
                <a16:creationId xmlns:a16="http://schemas.microsoft.com/office/drawing/2014/main" id="{80DD4582-0D28-463E-9591-453C6BADA70A}"/>
              </a:ext>
            </a:extLst>
          </p:cNvPr>
          <p:cNvCxnSpPr>
            <a:cxnSpLocks/>
            <a:stCxn id="45" idx="2"/>
            <a:endCxn id="40" idx="0"/>
          </p:cNvCxnSpPr>
          <p:nvPr/>
        </p:nvCxnSpPr>
        <p:spPr bwMode="auto">
          <a:xfrm rot="16200000" flipH="1">
            <a:off x="11233179" y="6094170"/>
            <a:ext cx="155932" cy="1192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8" name="Straight Arrow Connector 46">
            <a:extLst>
              <a:ext uri="{FF2B5EF4-FFF2-40B4-BE49-F238E27FC236}">
                <a16:creationId xmlns:a16="http://schemas.microsoft.com/office/drawing/2014/main" id="{0A935F7A-FE73-4B88-BF72-35407663609F}"/>
              </a:ext>
            </a:extLst>
          </p:cNvPr>
          <p:cNvCxnSpPr>
            <a:cxnSpLocks/>
            <a:stCxn id="50" idx="3"/>
            <a:endCxn id="39" idx="1"/>
          </p:cNvCxnSpPr>
          <p:nvPr/>
        </p:nvCxnSpPr>
        <p:spPr bwMode="auto">
          <a:xfrm>
            <a:off x="9047505" y="876713"/>
            <a:ext cx="469815" cy="343433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Straight Arrow Connector 46">
            <a:extLst>
              <a:ext uri="{FF2B5EF4-FFF2-40B4-BE49-F238E27FC236}">
                <a16:creationId xmlns:a16="http://schemas.microsoft.com/office/drawing/2014/main" id="{F10F462F-70B0-4256-A1AA-9A9230E29E52}"/>
              </a:ext>
            </a:extLst>
          </p:cNvPr>
          <p:cNvCxnSpPr>
            <a:cxnSpLocks/>
            <a:stCxn id="40" idx="3"/>
            <a:endCxn id="39" idx="3"/>
          </p:cNvCxnSpPr>
          <p:nvPr/>
        </p:nvCxnSpPr>
        <p:spPr bwMode="auto">
          <a:xfrm flipH="1" flipV="1">
            <a:off x="10819279" y="4311043"/>
            <a:ext cx="1008549" cy="2055762"/>
          </a:xfrm>
          <a:prstGeom prst="bentConnector3">
            <a:avLst>
              <a:gd name="adj1" fmla="val -22666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0" name="Straight Arrow Connector 22">
            <a:extLst>
              <a:ext uri="{FF2B5EF4-FFF2-40B4-BE49-F238E27FC236}">
                <a16:creationId xmlns:a16="http://schemas.microsoft.com/office/drawing/2014/main" id="{D135F68C-F031-4784-B710-C86B95896120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 bwMode="auto">
          <a:xfrm rot="5400000">
            <a:off x="10181115" y="4755426"/>
            <a:ext cx="252802" cy="608025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61" name="Straight Arrow Connector 46">
            <a:extLst>
              <a:ext uri="{FF2B5EF4-FFF2-40B4-BE49-F238E27FC236}">
                <a16:creationId xmlns:a16="http://schemas.microsoft.com/office/drawing/2014/main" id="{B93FADB1-7E07-48B8-BEA6-0DA1DB1AAF4B}"/>
              </a:ext>
            </a:extLst>
          </p:cNvPr>
          <p:cNvCxnSpPr>
            <a:cxnSpLocks/>
            <a:stCxn id="38" idx="3"/>
            <a:endCxn id="39" idx="3"/>
          </p:cNvCxnSpPr>
          <p:nvPr/>
        </p:nvCxnSpPr>
        <p:spPr bwMode="auto">
          <a:xfrm flipH="1">
            <a:off x="10819277" y="3880714"/>
            <a:ext cx="539728" cy="430331"/>
          </a:xfrm>
          <a:prstGeom prst="bentConnector3">
            <a:avLst>
              <a:gd name="adj1" fmla="val -42355"/>
            </a:avLst>
          </a:prstGeom>
          <a:noFill/>
          <a:ln w="12700" cap="flat">
            <a:solidFill>
              <a:srgbClr val="1CADE4"/>
            </a:solidFill>
            <a:prstDash val="dash"/>
            <a:miter lim="800000"/>
            <a:tailEnd type="triangle"/>
          </a:ln>
          <a:effectLst/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43AAE06-A5F2-4C99-8056-0A123D119E81}"/>
              </a:ext>
            </a:extLst>
          </p:cNvPr>
          <p:cNvSpPr/>
          <p:nvPr/>
        </p:nvSpPr>
        <p:spPr bwMode="auto">
          <a:xfrm>
            <a:off x="9912137" y="4124261"/>
            <a:ext cx="390525" cy="220821"/>
          </a:xfrm>
          <a:prstGeom prst="rect">
            <a:avLst/>
          </a:prstGeom>
          <a:noFill/>
          <a:ln w="12700" cap="flat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6664908-A98E-41F3-A850-FF2D83CA91BB}"/>
              </a:ext>
            </a:extLst>
          </p:cNvPr>
          <p:cNvSpPr/>
          <p:nvPr/>
        </p:nvSpPr>
        <p:spPr bwMode="auto">
          <a:xfrm>
            <a:off x="9901230" y="4284052"/>
            <a:ext cx="390525" cy="220821"/>
          </a:xfrm>
          <a:prstGeom prst="rect">
            <a:avLst/>
          </a:prstGeom>
          <a:noFill/>
          <a:ln w="12700" cap="flat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527A00-7D21-4070-98CC-79B854B26441}"/>
              </a:ext>
            </a:extLst>
          </p:cNvPr>
          <p:cNvSpPr txBox="1"/>
          <p:nvPr/>
        </p:nvSpPr>
        <p:spPr bwMode="auto">
          <a:xfrm>
            <a:off x="9518686" y="1131505"/>
            <a:ext cx="2164375" cy="377411"/>
          </a:xfrm>
          <a:prstGeom prst="rect">
            <a:avLst/>
          </a:prstGeom>
          <a:solidFill>
            <a:srgbClr val="2683C6">
              <a:lumMod val="60000"/>
              <a:lumOff val="4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Software Nameplate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5" name="Straight Arrow Connector 44">
            <a:extLst>
              <a:ext uri="{FF2B5EF4-FFF2-40B4-BE49-F238E27FC236}">
                <a16:creationId xmlns:a16="http://schemas.microsoft.com/office/drawing/2014/main" id="{002F76B9-991A-497F-9AE1-817DEEBC944B}"/>
              </a:ext>
            </a:extLst>
          </p:cNvPr>
          <p:cNvCxnSpPr>
            <a:cxnSpLocks/>
            <a:stCxn id="50" idx="3"/>
            <a:endCxn id="35" idx="1"/>
          </p:cNvCxnSpPr>
          <p:nvPr/>
        </p:nvCxnSpPr>
        <p:spPr bwMode="auto">
          <a:xfrm>
            <a:off x="9047505" y="876713"/>
            <a:ext cx="456145" cy="12700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C34514-49E2-4672-A923-7546DA853D00}"/>
              </a:ext>
            </a:extLst>
          </p:cNvPr>
          <p:cNvSpPr txBox="1"/>
          <p:nvPr/>
        </p:nvSpPr>
        <p:spPr bwMode="auto">
          <a:xfrm>
            <a:off x="8078076" y="2557474"/>
            <a:ext cx="97334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Artifacts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7" name="Straight Arrow Connector 43">
            <a:extLst>
              <a:ext uri="{FF2B5EF4-FFF2-40B4-BE49-F238E27FC236}">
                <a16:creationId xmlns:a16="http://schemas.microsoft.com/office/drawing/2014/main" id="{DE62297D-44FF-47CB-9370-AB120E31A864}"/>
              </a:ext>
            </a:extLst>
          </p:cNvPr>
          <p:cNvCxnSpPr>
            <a:cxnSpLocks/>
            <a:stCxn id="50" idx="3"/>
            <a:endCxn id="66" idx="3"/>
          </p:cNvCxnSpPr>
          <p:nvPr/>
        </p:nvCxnSpPr>
        <p:spPr bwMode="auto">
          <a:xfrm>
            <a:off x="9047503" y="876715"/>
            <a:ext cx="3914" cy="1869465"/>
          </a:xfrm>
          <a:prstGeom prst="bentConnector3">
            <a:avLst>
              <a:gd name="adj1" fmla="val 5940572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5EEBA538-B0B9-4953-AB16-90A55177AE4C}"/>
              </a:ext>
            </a:extLst>
          </p:cNvPr>
          <p:cNvCxnSpPr>
            <a:cxnSpLocks/>
            <a:stCxn id="40" idx="2"/>
          </p:cNvCxnSpPr>
          <p:nvPr/>
        </p:nvCxnSpPr>
        <p:spPr>
          <a:xfrm rot="16200000" flipH="1">
            <a:off x="11228187" y="6644434"/>
            <a:ext cx="177846" cy="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839FB7F-74F2-4BC4-B3C0-AD15F3FF2588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1691314" y="3031871"/>
            <a:ext cx="179622" cy="272505"/>
          </a:xfrm>
          <a:prstGeom prst="bentConnector2">
            <a:avLst/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C8F4EBD-0BED-4674-AD44-0A4B82E67846}"/>
              </a:ext>
            </a:extLst>
          </p:cNvPr>
          <p:cNvCxnSpPr>
            <a:cxnSpLocks/>
            <a:stCxn id="41" idx="2"/>
          </p:cNvCxnSpPr>
          <p:nvPr/>
        </p:nvCxnSpPr>
        <p:spPr>
          <a:xfrm rot="5400000">
            <a:off x="9849790" y="5716963"/>
            <a:ext cx="307426" cy="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180">
            <a:extLst>
              <a:ext uri="{FF2B5EF4-FFF2-40B4-BE49-F238E27FC236}">
                <a16:creationId xmlns:a16="http://schemas.microsoft.com/office/drawing/2014/main" id="{3C85D10B-E55A-47F7-A8BF-9EDF6D2D7F4D}"/>
              </a:ext>
            </a:extLst>
          </p:cNvPr>
          <p:cNvGrpSpPr/>
          <p:nvPr/>
        </p:nvGrpSpPr>
        <p:grpSpPr bwMode="auto">
          <a:xfrm>
            <a:off x="7505700" y="503644"/>
            <a:ext cx="324602" cy="246873"/>
            <a:chOff x="3257319" y="3502820"/>
            <a:chExt cx="378849" cy="288130"/>
          </a:xfrm>
        </p:grpSpPr>
        <p:sp>
          <p:nvSpPr>
            <p:cNvPr id="97" name="Rectangle 181">
              <a:extLst>
                <a:ext uri="{FF2B5EF4-FFF2-40B4-BE49-F238E27FC236}">
                  <a16:creationId xmlns:a16="http://schemas.microsoft.com/office/drawing/2014/main" id="{93E7FC4B-E4FE-494E-AF72-38D60FBD9A68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98" name="Freeform 182">
              <a:extLst>
                <a:ext uri="{FF2B5EF4-FFF2-40B4-BE49-F238E27FC236}">
                  <a16:creationId xmlns:a16="http://schemas.microsoft.com/office/drawing/2014/main" id="{6D78829D-CE5A-4080-9992-184901643B18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99" name="Group 180">
            <a:extLst>
              <a:ext uri="{FF2B5EF4-FFF2-40B4-BE49-F238E27FC236}">
                <a16:creationId xmlns:a16="http://schemas.microsoft.com/office/drawing/2014/main" id="{B93B6887-370B-4D1C-BBE8-4224413C5F2B}"/>
              </a:ext>
            </a:extLst>
          </p:cNvPr>
          <p:cNvGrpSpPr/>
          <p:nvPr/>
        </p:nvGrpSpPr>
        <p:grpSpPr bwMode="auto">
          <a:xfrm>
            <a:off x="11156309" y="6737077"/>
            <a:ext cx="324602" cy="246873"/>
            <a:chOff x="3257319" y="3502820"/>
            <a:chExt cx="378849" cy="288130"/>
          </a:xfrm>
        </p:grpSpPr>
        <p:sp>
          <p:nvSpPr>
            <p:cNvPr id="100" name="Rectangle 181">
              <a:extLst>
                <a:ext uri="{FF2B5EF4-FFF2-40B4-BE49-F238E27FC236}">
                  <a16:creationId xmlns:a16="http://schemas.microsoft.com/office/drawing/2014/main" id="{946209CD-3AFE-49F8-AD15-C9FE08E60FBB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1" name="Freeform 182">
              <a:extLst>
                <a:ext uri="{FF2B5EF4-FFF2-40B4-BE49-F238E27FC236}">
                  <a16:creationId xmlns:a16="http://schemas.microsoft.com/office/drawing/2014/main" id="{46789DC1-69E2-4C65-B2E6-72825C8D338C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02" name="Group 180">
            <a:extLst>
              <a:ext uri="{FF2B5EF4-FFF2-40B4-BE49-F238E27FC236}">
                <a16:creationId xmlns:a16="http://schemas.microsoft.com/office/drawing/2014/main" id="{3DB83D48-3E65-4756-AE19-96F9659E25EE}"/>
              </a:ext>
            </a:extLst>
          </p:cNvPr>
          <p:cNvGrpSpPr/>
          <p:nvPr/>
        </p:nvGrpSpPr>
        <p:grpSpPr bwMode="auto">
          <a:xfrm>
            <a:off x="11708635" y="3337455"/>
            <a:ext cx="324602" cy="246873"/>
            <a:chOff x="3257319" y="3502820"/>
            <a:chExt cx="378849" cy="288130"/>
          </a:xfrm>
        </p:grpSpPr>
        <p:sp>
          <p:nvSpPr>
            <p:cNvPr id="103" name="Rectangle 181">
              <a:extLst>
                <a:ext uri="{FF2B5EF4-FFF2-40B4-BE49-F238E27FC236}">
                  <a16:creationId xmlns:a16="http://schemas.microsoft.com/office/drawing/2014/main" id="{54287439-BFAC-47C8-AE10-D6BB2931DF5B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4" name="Freeform 182">
              <a:extLst>
                <a:ext uri="{FF2B5EF4-FFF2-40B4-BE49-F238E27FC236}">
                  <a16:creationId xmlns:a16="http://schemas.microsoft.com/office/drawing/2014/main" id="{ADFD58A4-5797-41B4-9208-7FBC8EB4A8F5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05" name="Group 180">
            <a:extLst>
              <a:ext uri="{FF2B5EF4-FFF2-40B4-BE49-F238E27FC236}">
                <a16:creationId xmlns:a16="http://schemas.microsoft.com/office/drawing/2014/main" id="{F584E87C-C069-489E-9FA6-3648520A1107}"/>
              </a:ext>
            </a:extLst>
          </p:cNvPr>
          <p:cNvGrpSpPr/>
          <p:nvPr/>
        </p:nvGrpSpPr>
        <p:grpSpPr bwMode="auto">
          <a:xfrm>
            <a:off x="9834235" y="5870676"/>
            <a:ext cx="324602" cy="246873"/>
            <a:chOff x="3257319" y="3502820"/>
            <a:chExt cx="378849" cy="288130"/>
          </a:xfrm>
        </p:grpSpPr>
        <p:sp>
          <p:nvSpPr>
            <p:cNvPr id="106" name="Rectangle 181">
              <a:extLst>
                <a:ext uri="{FF2B5EF4-FFF2-40B4-BE49-F238E27FC236}">
                  <a16:creationId xmlns:a16="http://schemas.microsoft.com/office/drawing/2014/main" id="{5A0A8647-02BF-418F-9756-799884F9F922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07" name="Freeform 182">
              <a:extLst>
                <a:ext uri="{FF2B5EF4-FFF2-40B4-BE49-F238E27FC236}">
                  <a16:creationId xmlns:a16="http://schemas.microsoft.com/office/drawing/2014/main" id="{3CBF41B0-7D41-4499-9154-ABC2B11A9FD8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B6048A97-AC92-4A76-A73C-EDF20FF6068E}"/>
              </a:ext>
            </a:extLst>
          </p:cNvPr>
          <p:cNvSpPr txBox="1"/>
          <p:nvPr/>
        </p:nvSpPr>
        <p:spPr bwMode="auto">
          <a:xfrm>
            <a:off x="9503648" y="3272187"/>
            <a:ext cx="1568058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Service Types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116" name="Straight Arrow Connector 46">
            <a:extLst>
              <a:ext uri="{FF2B5EF4-FFF2-40B4-BE49-F238E27FC236}">
                <a16:creationId xmlns:a16="http://schemas.microsoft.com/office/drawing/2014/main" id="{96244F16-AFBF-4106-8070-176173760A35}"/>
              </a:ext>
            </a:extLst>
          </p:cNvPr>
          <p:cNvCxnSpPr>
            <a:cxnSpLocks/>
            <a:stCxn id="50" idx="3"/>
            <a:endCxn id="115" idx="1"/>
          </p:cNvCxnSpPr>
          <p:nvPr/>
        </p:nvCxnSpPr>
        <p:spPr bwMode="auto">
          <a:xfrm>
            <a:off x="9047505" y="876713"/>
            <a:ext cx="456145" cy="2584178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821441-14E8-4107-8FC4-D9193115D3AE}"/>
              </a:ext>
            </a:extLst>
          </p:cNvPr>
          <p:cNvSpPr txBox="1"/>
          <p:nvPr/>
        </p:nvSpPr>
        <p:spPr bwMode="auto">
          <a:xfrm>
            <a:off x="7555905" y="1663568"/>
            <a:ext cx="1484702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>
                <a:solidFill>
                  <a:srgbClr val="535353"/>
                </a:solidFill>
                <a:latin typeface="Arial"/>
                <a:cs typeface="Arial"/>
              </a:rPr>
              <a:t>Configuration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69" name="Straight Arrow Connector 37">
            <a:extLst>
              <a:ext uri="{FF2B5EF4-FFF2-40B4-BE49-F238E27FC236}">
                <a16:creationId xmlns:a16="http://schemas.microsoft.com/office/drawing/2014/main" id="{AEF1CA18-F6A0-4128-9903-F82F2B74CCF0}"/>
              </a:ext>
            </a:extLst>
          </p:cNvPr>
          <p:cNvCxnSpPr>
            <a:cxnSpLocks/>
            <a:stCxn id="50" idx="3"/>
            <a:endCxn id="68" idx="3"/>
          </p:cNvCxnSpPr>
          <p:nvPr/>
        </p:nvCxnSpPr>
        <p:spPr bwMode="auto">
          <a:xfrm flipH="1">
            <a:off x="9040607" y="876715"/>
            <a:ext cx="6896" cy="975559"/>
          </a:xfrm>
          <a:prstGeom prst="bentConnector3">
            <a:avLst>
              <a:gd name="adj1" fmla="val -3314965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06ED6B5-EB88-448B-AAA6-BBBA0A369E77}"/>
              </a:ext>
            </a:extLst>
          </p:cNvPr>
          <p:cNvSpPr txBox="1"/>
          <p:nvPr/>
        </p:nvSpPr>
        <p:spPr bwMode="auto">
          <a:xfrm>
            <a:off x="9497845" y="1564455"/>
            <a:ext cx="997389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>
                <a:solidFill>
                  <a:srgbClr val="535353"/>
                </a:solidFill>
                <a:latin typeface="Arial"/>
                <a:cs typeface="Arial"/>
              </a:rPr>
              <a:t>Platform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71" name="Straight Arrow Connector 37">
            <a:extLst>
              <a:ext uri="{FF2B5EF4-FFF2-40B4-BE49-F238E27FC236}">
                <a16:creationId xmlns:a16="http://schemas.microsoft.com/office/drawing/2014/main" id="{DF6B8C43-FA57-4D80-9DD3-1B2E1EA4B7BE}"/>
              </a:ext>
            </a:extLst>
          </p:cNvPr>
          <p:cNvCxnSpPr>
            <a:cxnSpLocks/>
            <a:stCxn id="50" idx="3"/>
          </p:cNvCxnSpPr>
          <p:nvPr/>
        </p:nvCxnSpPr>
        <p:spPr bwMode="auto">
          <a:xfrm>
            <a:off x="9047503" y="876715"/>
            <a:ext cx="475740" cy="78680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0E45AFD-36B8-41A2-BD84-9C6CE519F583}"/>
              </a:ext>
            </a:extLst>
          </p:cNvPr>
          <p:cNvSpPr txBox="1"/>
          <p:nvPr/>
        </p:nvSpPr>
        <p:spPr bwMode="auto">
          <a:xfrm>
            <a:off x="9501293" y="2843165"/>
            <a:ext cx="2190023" cy="377411"/>
          </a:xfrm>
          <a:prstGeom prst="rect">
            <a:avLst/>
          </a:prstGeom>
          <a:solidFill>
            <a:srgbClr val="42BA97">
              <a:lumMod val="20000"/>
              <a:lumOff val="80000"/>
            </a:srgbClr>
          </a:solidFill>
          <a:ln w="12700" cap="flat">
            <a:solidFill>
              <a:srgbClr val="535353"/>
            </a:solidFill>
            <a:miter lim="400000"/>
          </a:ln>
          <a:effectLst/>
        </p:spPr>
        <p:txBody>
          <a:bodyPr wrap="non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GB" sz="1700" kern="0" dirty="0" err="1">
                <a:solidFill>
                  <a:srgbClr val="535353"/>
                </a:solidFill>
                <a:latin typeface="Arial"/>
                <a:cs typeface="Arial"/>
              </a:rPr>
              <a:t>ApplicationInstances</a:t>
            </a:r>
            <a:endParaRPr lang="en-DE" sz="1700" kern="0" dirty="0">
              <a:solidFill>
                <a:srgbClr val="535353"/>
              </a:solidFill>
              <a:latin typeface="Arial"/>
              <a:cs typeface="Arial"/>
            </a:endParaRPr>
          </a:p>
        </p:txBody>
      </p:sp>
      <p:cxnSp>
        <p:nvCxnSpPr>
          <p:cNvPr id="73" name="Straight Arrow Connector 46">
            <a:extLst>
              <a:ext uri="{FF2B5EF4-FFF2-40B4-BE49-F238E27FC236}">
                <a16:creationId xmlns:a16="http://schemas.microsoft.com/office/drawing/2014/main" id="{E1047EDC-11A1-4264-A655-220C1B84A884}"/>
              </a:ext>
            </a:extLst>
          </p:cNvPr>
          <p:cNvCxnSpPr>
            <a:cxnSpLocks/>
            <a:stCxn id="50" idx="3"/>
            <a:endCxn id="72" idx="1"/>
          </p:cNvCxnSpPr>
          <p:nvPr/>
        </p:nvCxnSpPr>
        <p:spPr bwMode="auto">
          <a:xfrm>
            <a:off x="9047503" y="876713"/>
            <a:ext cx="453788" cy="215515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44">
            <a:extLst>
              <a:ext uri="{FF2B5EF4-FFF2-40B4-BE49-F238E27FC236}">
                <a16:creationId xmlns:a16="http://schemas.microsoft.com/office/drawing/2014/main" id="{7DEB435C-19F4-4DBE-A2D8-209CEE6B65D0}"/>
              </a:ext>
            </a:extLst>
          </p:cNvPr>
          <p:cNvCxnSpPr>
            <a:cxnSpLocks/>
            <a:stCxn id="50" idx="3"/>
            <a:endCxn id="64" idx="1"/>
          </p:cNvCxnSpPr>
          <p:nvPr/>
        </p:nvCxnSpPr>
        <p:spPr bwMode="auto">
          <a:xfrm>
            <a:off x="9047505" y="876713"/>
            <a:ext cx="471181" cy="44349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rgbClr val="1CADE4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38113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49">
            <a:extLst>
              <a:ext uri="{FF2B5EF4-FFF2-40B4-BE49-F238E27FC236}">
                <a16:creationId xmlns:a16="http://schemas.microsoft.com/office/drawing/2014/main" id="{72454B46-FEE2-494A-89FE-8FA1514167E8}"/>
              </a:ext>
            </a:extLst>
          </p:cNvPr>
          <p:cNvSpPr/>
          <p:nvPr/>
        </p:nvSpPr>
        <p:spPr bwMode="auto">
          <a:xfrm>
            <a:off x="2732840" y="2436726"/>
            <a:ext cx="6178062" cy="41242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1" name="Rectangle 47">
            <a:extLst>
              <a:ext uri="{FF2B5EF4-FFF2-40B4-BE49-F238E27FC236}">
                <a16:creationId xmlns:a16="http://schemas.microsoft.com/office/drawing/2014/main" id="{7EF2F337-3903-4BA2-85DB-087587461679}"/>
              </a:ext>
            </a:extLst>
          </p:cNvPr>
          <p:cNvSpPr/>
          <p:nvPr/>
        </p:nvSpPr>
        <p:spPr bwMode="auto">
          <a:xfrm>
            <a:off x="2622050" y="5152460"/>
            <a:ext cx="2434646" cy="426789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 algn="ctr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Edge, Cloud, Server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2" name="Rectangle 48">
            <a:extLst>
              <a:ext uri="{FF2B5EF4-FFF2-40B4-BE49-F238E27FC236}">
                <a16:creationId xmlns:a16="http://schemas.microsoft.com/office/drawing/2014/main" id="{0DF03C07-2127-438F-8841-C48352F75CBE}"/>
              </a:ext>
            </a:extLst>
          </p:cNvPr>
          <p:cNvSpPr/>
          <p:nvPr/>
        </p:nvSpPr>
        <p:spPr bwMode="auto">
          <a:xfrm>
            <a:off x="7954737" y="5124870"/>
            <a:ext cx="1595541" cy="434252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Platform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3" name="Rectangle 49">
            <a:extLst>
              <a:ext uri="{FF2B5EF4-FFF2-40B4-BE49-F238E27FC236}">
                <a16:creationId xmlns:a16="http://schemas.microsoft.com/office/drawing/2014/main" id="{27ADC5A7-CE43-40BB-AAF1-EBFDE9C197BF}"/>
              </a:ext>
            </a:extLst>
          </p:cNvPr>
          <p:cNvSpPr/>
          <p:nvPr/>
        </p:nvSpPr>
        <p:spPr bwMode="auto">
          <a:xfrm>
            <a:off x="2732844" y="3340249"/>
            <a:ext cx="6191713" cy="38785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Transport and Connectors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4" name="Rectangle 50">
            <a:extLst>
              <a:ext uri="{FF2B5EF4-FFF2-40B4-BE49-F238E27FC236}">
                <a16:creationId xmlns:a16="http://schemas.microsoft.com/office/drawing/2014/main" id="{D8A099C5-40B3-4E20-8FCC-AAC55BF624A2}"/>
              </a:ext>
            </a:extLst>
          </p:cNvPr>
          <p:cNvSpPr/>
          <p:nvPr/>
        </p:nvSpPr>
        <p:spPr bwMode="auto">
          <a:xfrm>
            <a:off x="7153174" y="1773482"/>
            <a:ext cx="1771383" cy="59950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AI-Toolkit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5" name="Rectangle 60">
            <a:extLst>
              <a:ext uri="{FF2B5EF4-FFF2-40B4-BE49-F238E27FC236}">
                <a16:creationId xmlns:a16="http://schemas.microsoft.com/office/drawing/2014/main" id="{2BBC8B31-BE46-43FC-BE8E-B1F861EA0B8D}"/>
              </a:ext>
            </a:extLst>
          </p:cNvPr>
          <p:cNvSpPr/>
          <p:nvPr/>
        </p:nvSpPr>
        <p:spPr bwMode="auto">
          <a:xfrm>
            <a:off x="2096080" y="938700"/>
            <a:ext cx="6828476" cy="412420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SCADA, ES, Visualization, Data exploration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7" name="TextBox 41">
            <a:extLst>
              <a:ext uri="{FF2B5EF4-FFF2-40B4-BE49-F238E27FC236}">
                <a16:creationId xmlns:a16="http://schemas.microsoft.com/office/drawing/2014/main" id="{CC764738-0A3F-462C-BADB-4F249D5F565A}"/>
              </a:ext>
            </a:extLst>
          </p:cNvPr>
          <p:cNvSpPr/>
          <p:nvPr/>
        </p:nvSpPr>
        <p:spPr bwMode="auto">
          <a:xfrm rot="16199998">
            <a:off x="8089978" y="4319746"/>
            <a:ext cx="1342993" cy="28084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Connector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8" name="Rectangle 91">
            <a:extLst>
              <a:ext uri="{FF2B5EF4-FFF2-40B4-BE49-F238E27FC236}">
                <a16:creationId xmlns:a16="http://schemas.microsoft.com/office/drawing/2014/main" id="{BB4C4DFD-3EE4-4A89-A436-43FEE30F2797}"/>
              </a:ext>
            </a:extLst>
          </p:cNvPr>
          <p:cNvSpPr/>
          <p:nvPr/>
        </p:nvSpPr>
        <p:spPr bwMode="auto">
          <a:xfrm>
            <a:off x="3060691" y="4390800"/>
            <a:ext cx="1853019" cy="76437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Deployment </a:t>
            </a:r>
          </a:p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Unit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9" name="TextBox 17">
            <a:extLst>
              <a:ext uri="{FF2B5EF4-FFF2-40B4-BE49-F238E27FC236}">
                <a16:creationId xmlns:a16="http://schemas.microsoft.com/office/drawing/2014/main" id="{9F59F207-D307-45A6-94F7-4FBA4CB1D507}"/>
              </a:ext>
            </a:extLst>
          </p:cNvPr>
          <p:cNvSpPr/>
          <p:nvPr/>
        </p:nvSpPr>
        <p:spPr bwMode="auto">
          <a:xfrm>
            <a:off x="3200752" y="4728716"/>
            <a:ext cx="379958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kern="0" dirty="0">
                <a:solidFill>
                  <a:prstClr val="white"/>
                </a:solidFill>
                <a:cs typeface="Arial"/>
              </a:rPr>
              <a:t>AI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0" name="TextBox 17">
            <a:extLst>
              <a:ext uri="{FF2B5EF4-FFF2-40B4-BE49-F238E27FC236}">
                <a16:creationId xmlns:a16="http://schemas.microsoft.com/office/drawing/2014/main" id="{D103E990-1CE0-4C4A-845C-A2F1A59917D0}"/>
              </a:ext>
            </a:extLst>
          </p:cNvPr>
          <p:cNvSpPr/>
          <p:nvPr/>
        </p:nvSpPr>
        <p:spPr bwMode="auto">
          <a:xfrm>
            <a:off x="4366938" y="4755538"/>
            <a:ext cx="453136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Ano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2" name="TextBox 17">
            <a:extLst>
              <a:ext uri="{FF2B5EF4-FFF2-40B4-BE49-F238E27FC236}">
                <a16:creationId xmlns:a16="http://schemas.microsoft.com/office/drawing/2014/main" id="{D05A1336-EA33-43C3-9D48-02973C671C11}"/>
              </a:ext>
            </a:extLst>
          </p:cNvPr>
          <p:cNvSpPr/>
          <p:nvPr/>
        </p:nvSpPr>
        <p:spPr bwMode="auto">
          <a:xfrm>
            <a:off x="7216536" y="1917311"/>
            <a:ext cx="692618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AI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5" name="Rectangle 111">
            <a:extLst>
              <a:ext uri="{FF2B5EF4-FFF2-40B4-BE49-F238E27FC236}">
                <a16:creationId xmlns:a16="http://schemas.microsoft.com/office/drawing/2014/main" id="{F7B334DA-B4D2-4EA3-A28F-BA10EACFDE2A}"/>
              </a:ext>
            </a:extLst>
          </p:cNvPr>
          <p:cNvSpPr/>
          <p:nvPr/>
        </p:nvSpPr>
        <p:spPr bwMode="auto">
          <a:xfrm>
            <a:off x="2732840" y="1772880"/>
            <a:ext cx="1386748" cy="60603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Deployment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6" name="Rectangle 112">
            <a:extLst>
              <a:ext uri="{FF2B5EF4-FFF2-40B4-BE49-F238E27FC236}">
                <a16:creationId xmlns:a16="http://schemas.microsoft.com/office/drawing/2014/main" id="{EA5FAEF9-7CD9-4663-81FA-97CCD1000BF2}"/>
              </a:ext>
            </a:extLst>
          </p:cNvPr>
          <p:cNvSpPr/>
          <p:nvPr/>
        </p:nvSpPr>
        <p:spPr bwMode="auto">
          <a:xfrm>
            <a:off x="5632704" y="1779520"/>
            <a:ext cx="1471438" cy="594039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r"/>
            <a:r>
              <a:rPr lang="en-US" kern="0" dirty="0">
                <a:solidFill>
                  <a:prstClr val="black"/>
                </a:solidFill>
                <a:cs typeface="Arial"/>
              </a:rPr>
              <a:t>Monitoring /</a:t>
            </a:r>
          </a:p>
          <a:p>
            <a:pPr algn="ctr"/>
            <a:r>
              <a:rPr lang="en-US" kern="0" dirty="0">
                <a:solidFill>
                  <a:prstClr val="black"/>
                </a:solidFill>
                <a:cs typeface="Arial"/>
              </a:rPr>
              <a:t>Adaption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47" name="Rectangle 100">
            <a:extLst>
              <a:ext uri="{FF2B5EF4-FFF2-40B4-BE49-F238E27FC236}">
                <a16:creationId xmlns:a16="http://schemas.microsoft.com/office/drawing/2014/main" id="{52868258-E95C-446B-B2AA-59708635C6E0}"/>
              </a:ext>
            </a:extLst>
          </p:cNvPr>
          <p:cNvSpPr/>
          <p:nvPr/>
        </p:nvSpPr>
        <p:spPr bwMode="auto">
          <a:xfrm>
            <a:off x="4181864" y="1786027"/>
            <a:ext cx="1386748" cy="594039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Configuration, Instantiation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50" name="Group 150">
            <a:extLst>
              <a:ext uri="{FF2B5EF4-FFF2-40B4-BE49-F238E27FC236}">
                <a16:creationId xmlns:a16="http://schemas.microsoft.com/office/drawing/2014/main" id="{0F2E399E-957D-4CF7-9001-E3F7B352286E}"/>
              </a:ext>
            </a:extLst>
          </p:cNvPr>
          <p:cNvGrpSpPr/>
          <p:nvPr/>
        </p:nvGrpSpPr>
        <p:grpSpPr bwMode="auto">
          <a:xfrm>
            <a:off x="4767260" y="5279617"/>
            <a:ext cx="268252" cy="204017"/>
            <a:chOff x="3257319" y="3502820"/>
            <a:chExt cx="378849" cy="288130"/>
          </a:xfrm>
        </p:grpSpPr>
        <p:sp>
          <p:nvSpPr>
            <p:cNvPr id="151" name="Rectangle 151">
              <a:extLst>
                <a:ext uri="{FF2B5EF4-FFF2-40B4-BE49-F238E27FC236}">
                  <a16:creationId xmlns:a16="http://schemas.microsoft.com/office/drawing/2014/main" id="{F58408C3-29DA-4606-AA4D-06E8E38A506C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DFA56444-B6FB-4677-8E38-27C236C87B19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53" name="TextBox 3">
            <a:extLst>
              <a:ext uri="{FF2B5EF4-FFF2-40B4-BE49-F238E27FC236}">
                <a16:creationId xmlns:a16="http://schemas.microsoft.com/office/drawing/2014/main" id="{655D0539-1E99-4743-BD66-6B487A9EBF40}"/>
              </a:ext>
            </a:extLst>
          </p:cNvPr>
          <p:cNvSpPr/>
          <p:nvPr/>
        </p:nvSpPr>
        <p:spPr bwMode="auto">
          <a:xfrm>
            <a:off x="3652185" y="2459263"/>
            <a:ext cx="378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Security, data protection, data sharing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54" name="TextBox 17">
            <a:extLst>
              <a:ext uri="{FF2B5EF4-FFF2-40B4-BE49-F238E27FC236}">
                <a16:creationId xmlns:a16="http://schemas.microsoft.com/office/drawing/2014/main" id="{3B79E63B-B1BA-4710-9D3A-59EC30C94B49}"/>
              </a:ext>
            </a:extLst>
          </p:cNvPr>
          <p:cNvSpPr/>
          <p:nvPr/>
        </p:nvSpPr>
        <p:spPr bwMode="auto">
          <a:xfrm>
            <a:off x="7908923" y="2492355"/>
            <a:ext cx="918812" cy="305025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Ano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5" name="Rectangle 178">
            <a:extLst>
              <a:ext uri="{FF2B5EF4-FFF2-40B4-BE49-F238E27FC236}">
                <a16:creationId xmlns:a16="http://schemas.microsoft.com/office/drawing/2014/main" id="{5C79AD48-1D58-463D-AEF3-E1113D85BC08}"/>
              </a:ext>
            </a:extLst>
          </p:cNvPr>
          <p:cNvSpPr/>
          <p:nvPr/>
        </p:nvSpPr>
        <p:spPr bwMode="auto">
          <a:xfrm>
            <a:off x="5855850" y="1408826"/>
            <a:ext cx="3055053" cy="31337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>
                <a:solidFill>
                  <a:prstClr val="black"/>
                </a:solidFill>
                <a:cs typeface="Arial"/>
              </a:rPr>
              <a:t>Apps</a:t>
            </a:r>
            <a:endParaRPr kern="0">
              <a:solidFill>
                <a:prstClr val="black"/>
              </a:solidFill>
              <a:cs typeface="Arial"/>
            </a:endParaRPr>
          </a:p>
        </p:txBody>
      </p:sp>
      <p:sp>
        <p:nvSpPr>
          <p:cNvPr id="156" name="Rectangle 111">
            <a:extLst>
              <a:ext uri="{FF2B5EF4-FFF2-40B4-BE49-F238E27FC236}">
                <a16:creationId xmlns:a16="http://schemas.microsoft.com/office/drawing/2014/main" id="{8FB3BCFB-6F0C-4F7B-950E-D17E8F93F0B6}"/>
              </a:ext>
            </a:extLst>
          </p:cNvPr>
          <p:cNvSpPr/>
          <p:nvPr/>
        </p:nvSpPr>
        <p:spPr bwMode="auto">
          <a:xfrm rot="16200000">
            <a:off x="1178629" y="2330573"/>
            <a:ext cx="2409923" cy="566042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Configuration model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57" name="Group 132">
            <a:extLst>
              <a:ext uri="{FF2B5EF4-FFF2-40B4-BE49-F238E27FC236}">
                <a16:creationId xmlns:a16="http://schemas.microsoft.com/office/drawing/2014/main" id="{A218798A-3E67-4E6B-86F6-F3B2B4BCDB76}"/>
              </a:ext>
            </a:extLst>
          </p:cNvPr>
          <p:cNvGrpSpPr/>
          <p:nvPr/>
        </p:nvGrpSpPr>
        <p:grpSpPr bwMode="auto">
          <a:xfrm>
            <a:off x="9118203" y="5217733"/>
            <a:ext cx="349597" cy="244580"/>
            <a:chOff x="3257319" y="3502820"/>
            <a:chExt cx="378849" cy="288130"/>
          </a:xfrm>
        </p:grpSpPr>
        <p:sp>
          <p:nvSpPr>
            <p:cNvPr id="158" name="Rectangle 133">
              <a:extLst>
                <a:ext uri="{FF2B5EF4-FFF2-40B4-BE49-F238E27FC236}">
                  <a16:creationId xmlns:a16="http://schemas.microsoft.com/office/drawing/2014/main" id="{3807077B-C5E3-4C8C-BBE9-8D06F35BE497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591B9000-BF83-41DE-9FCC-773436D24D64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61" name="Rectangle 178">
            <a:extLst>
              <a:ext uri="{FF2B5EF4-FFF2-40B4-BE49-F238E27FC236}">
                <a16:creationId xmlns:a16="http://schemas.microsoft.com/office/drawing/2014/main" id="{F7864959-ABB2-4CA8-BD14-2DC74739103E}"/>
              </a:ext>
            </a:extLst>
          </p:cNvPr>
          <p:cNvSpPr/>
          <p:nvPr/>
        </p:nvSpPr>
        <p:spPr bwMode="auto">
          <a:xfrm>
            <a:off x="2741952" y="1408635"/>
            <a:ext cx="3055053" cy="31337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Management-UI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grpSp>
        <p:nvGrpSpPr>
          <p:cNvPr id="165" name="Group 150">
            <a:extLst>
              <a:ext uri="{FF2B5EF4-FFF2-40B4-BE49-F238E27FC236}">
                <a16:creationId xmlns:a16="http://schemas.microsoft.com/office/drawing/2014/main" id="{D92D350A-1E7B-4A8E-AE94-17B5FEE65061}"/>
              </a:ext>
            </a:extLst>
          </p:cNvPr>
          <p:cNvGrpSpPr/>
          <p:nvPr/>
        </p:nvGrpSpPr>
        <p:grpSpPr bwMode="auto">
          <a:xfrm>
            <a:off x="8415007" y="1467397"/>
            <a:ext cx="274075" cy="196467"/>
            <a:chOff x="3257319" y="3502820"/>
            <a:chExt cx="378849" cy="288130"/>
          </a:xfrm>
        </p:grpSpPr>
        <p:sp>
          <p:nvSpPr>
            <p:cNvPr id="166" name="Rectangle 151">
              <a:extLst>
                <a:ext uri="{FF2B5EF4-FFF2-40B4-BE49-F238E27FC236}">
                  <a16:creationId xmlns:a16="http://schemas.microsoft.com/office/drawing/2014/main" id="{191A5D74-2BF2-4A2F-8E3E-FE65DB1BF413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67" name="Freeform 152">
              <a:extLst>
                <a:ext uri="{FF2B5EF4-FFF2-40B4-BE49-F238E27FC236}">
                  <a16:creationId xmlns:a16="http://schemas.microsoft.com/office/drawing/2014/main" id="{DD17158A-52CA-4FAD-A060-72DF3383CF70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71" name="Group 150">
            <a:extLst>
              <a:ext uri="{FF2B5EF4-FFF2-40B4-BE49-F238E27FC236}">
                <a16:creationId xmlns:a16="http://schemas.microsoft.com/office/drawing/2014/main" id="{766E4C07-E66B-4627-92A8-5A7BA680C73A}"/>
              </a:ext>
            </a:extLst>
          </p:cNvPr>
          <p:cNvGrpSpPr/>
          <p:nvPr/>
        </p:nvGrpSpPr>
        <p:grpSpPr bwMode="auto">
          <a:xfrm>
            <a:off x="8463895" y="2537093"/>
            <a:ext cx="292091" cy="222147"/>
            <a:chOff x="3257319" y="3502820"/>
            <a:chExt cx="378849" cy="288130"/>
          </a:xfrm>
        </p:grpSpPr>
        <p:sp>
          <p:nvSpPr>
            <p:cNvPr id="172" name="Rectangle 151">
              <a:extLst>
                <a:ext uri="{FF2B5EF4-FFF2-40B4-BE49-F238E27FC236}">
                  <a16:creationId xmlns:a16="http://schemas.microsoft.com/office/drawing/2014/main" id="{D64E9A23-2EF3-4271-ACB8-9878F15B36D2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3" name="Freeform 152">
              <a:extLst>
                <a:ext uri="{FF2B5EF4-FFF2-40B4-BE49-F238E27FC236}">
                  <a16:creationId xmlns:a16="http://schemas.microsoft.com/office/drawing/2014/main" id="{42241D5B-FEE3-4EF6-97E0-B18D5085E244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77" name="Group 150">
            <a:extLst>
              <a:ext uri="{FF2B5EF4-FFF2-40B4-BE49-F238E27FC236}">
                <a16:creationId xmlns:a16="http://schemas.microsoft.com/office/drawing/2014/main" id="{E0E7C11B-7E53-4687-9FA6-AD641EEEACF9}"/>
              </a:ext>
            </a:extLst>
          </p:cNvPr>
          <p:cNvGrpSpPr/>
          <p:nvPr/>
        </p:nvGrpSpPr>
        <p:grpSpPr bwMode="auto">
          <a:xfrm>
            <a:off x="7551823" y="1987979"/>
            <a:ext cx="295577" cy="224798"/>
            <a:chOff x="3257319" y="3502820"/>
            <a:chExt cx="378849" cy="288130"/>
          </a:xfrm>
        </p:grpSpPr>
        <p:sp>
          <p:nvSpPr>
            <p:cNvPr id="178" name="Rectangle 151">
              <a:extLst>
                <a:ext uri="{FF2B5EF4-FFF2-40B4-BE49-F238E27FC236}">
                  <a16:creationId xmlns:a16="http://schemas.microsoft.com/office/drawing/2014/main" id="{58A0CFAF-A3AA-468D-812F-1035246DA1F3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9" name="Freeform 152">
              <a:extLst>
                <a:ext uri="{FF2B5EF4-FFF2-40B4-BE49-F238E27FC236}">
                  <a16:creationId xmlns:a16="http://schemas.microsoft.com/office/drawing/2014/main" id="{E248F886-95F0-424A-B5E0-B837D7AB463D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80" name="Group 180">
            <a:extLst>
              <a:ext uri="{FF2B5EF4-FFF2-40B4-BE49-F238E27FC236}">
                <a16:creationId xmlns:a16="http://schemas.microsoft.com/office/drawing/2014/main" id="{514ABC1D-DE3A-47A0-AB1B-5697440C2C89}"/>
              </a:ext>
            </a:extLst>
          </p:cNvPr>
          <p:cNvGrpSpPr/>
          <p:nvPr/>
        </p:nvGrpSpPr>
        <p:grpSpPr bwMode="auto">
          <a:xfrm>
            <a:off x="4569966" y="4408903"/>
            <a:ext cx="319771" cy="243199"/>
            <a:chOff x="3257319" y="3502820"/>
            <a:chExt cx="378849" cy="288130"/>
          </a:xfrm>
        </p:grpSpPr>
        <p:sp>
          <p:nvSpPr>
            <p:cNvPr id="181" name="Rectangle 181">
              <a:extLst>
                <a:ext uri="{FF2B5EF4-FFF2-40B4-BE49-F238E27FC236}">
                  <a16:creationId xmlns:a16="http://schemas.microsoft.com/office/drawing/2014/main" id="{DB0924C7-2BCA-4CB4-AC78-D61593A3DBB6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82" name="Freeform 182">
              <a:extLst>
                <a:ext uri="{FF2B5EF4-FFF2-40B4-BE49-F238E27FC236}">
                  <a16:creationId xmlns:a16="http://schemas.microsoft.com/office/drawing/2014/main" id="{AB34CE6B-A381-4BF7-BD1C-9B57F665BED2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83" name="Arrow: Up-Down 182">
            <a:extLst>
              <a:ext uri="{FF2B5EF4-FFF2-40B4-BE49-F238E27FC236}">
                <a16:creationId xmlns:a16="http://schemas.microsoft.com/office/drawing/2014/main" id="{F26377E6-1758-4A21-83EF-56A4E3A85EFD}"/>
              </a:ext>
            </a:extLst>
          </p:cNvPr>
          <p:cNvSpPr/>
          <p:nvPr/>
        </p:nvSpPr>
        <p:spPr bwMode="auto">
          <a:xfrm>
            <a:off x="8654647" y="3576372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185" name="Arrow: Up-Down 184">
            <a:extLst>
              <a:ext uri="{FF2B5EF4-FFF2-40B4-BE49-F238E27FC236}">
                <a16:creationId xmlns:a16="http://schemas.microsoft.com/office/drawing/2014/main" id="{E3F66705-6607-421D-BC75-8B1FC27AFA30}"/>
              </a:ext>
            </a:extLst>
          </p:cNvPr>
          <p:cNvSpPr/>
          <p:nvPr/>
        </p:nvSpPr>
        <p:spPr bwMode="auto">
          <a:xfrm>
            <a:off x="7792549" y="2184214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187" name="TextBox 41">
            <a:extLst>
              <a:ext uri="{FF2B5EF4-FFF2-40B4-BE49-F238E27FC236}">
                <a16:creationId xmlns:a16="http://schemas.microsoft.com/office/drawing/2014/main" id="{9C4F4B56-47E0-4E4A-91AA-FBE0BB80B87E}"/>
              </a:ext>
            </a:extLst>
          </p:cNvPr>
          <p:cNvSpPr/>
          <p:nvPr/>
        </p:nvSpPr>
        <p:spPr bwMode="auto">
          <a:xfrm rot="16199998">
            <a:off x="2262896" y="4349984"/>
            <a:ext cx="1342993" cy="28084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Connector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88" name="Arrow: Up-Down 187">
            <a:extLst>
              <a:ext uri="{FF2B5EF4-FFF2-40B4-BE49-F238E27FC236}">
                <a16:creationId xmlns:a16="http://schemas.microsoft.com/office/drawing/2014/main" id="{B95B420C-D12C-48C2-AADC-BE8A68585AD1}"/>
              </a:ext>
            </a:extLst>
          </p:cNvPr>
          <p:cNvSpPr/>
          <p:nvPr/>
        </p:nvSpPr>
        <p:spPr bwMode="auto">
          <a:xfrm>
            <a:off x="2793774" y="3606672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pic>
        <p:nvPicPr>
          <p:cNvPr id="189" name="Picture 2" descr="Free Machinery Cliparts, Download Free Machinery Cliparts png images, Free  ClipArts on Clipart Library">
            <a:extLst>
              <a:ext uri="{FF2B5EF4-FFF2-40B4-BE49-F238E27FC236}">
                <a16:creationId xmlns:a16="http://schemas.microsoft.com/office/drawing/2014/main" id="{B6CD5F7A-74AC-46B6-8B31-3E154B3DC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44" y="5020018"/>
            <a:ext cx="1348446" cy="5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0" name="Group 150">
            <a:extLst>
              <a:ext uri="{FF2B5EF4-FFF2-40B4-BE49-F238E27FC236}">
                <a16:creationId xmlns:a16="http://schemas.microsoft.com/office/drawing/2014/main" id="{B1B73E83-83E6-47F4-8569-06E055F7B3DB}"/>
              </a:ext>
            </a:extLst>
          </p:cNvPr>
          <p:cNvGrpSpPr/>
          <p:nvPr/>
        </p:nvGrpSpPr>
        <p:grpSpPr bwMode="auto">
          <a:xfrm>
            <a:off x="2196385" y="4964530"/>
            <a:ext cx="268252" cy="204017"/>
            <a:chOff x="3257319" y="3502820"/>
            <a:chExt cx="378849" cy="288130"/>
          </a:xfrm>
        </p:grpSpPr>
        <p:sp>
          <p:nvSpPr>
            <p:cNvPr id="191" name="Rectangle 151">
              <a:extLst>
                <a:ext uri="{FF2B5EF4-FFF2-40B4-BE49-F238E27FC236}">
                  <a16:creationId xmlns:a16="http://schemas.microsoft.com/office/drawing/2014/main" id="{0DE1C627-3B54-4493-80BA-459DE54598AA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92" name="Freeform 152">
              <a:extLst>
                <a:ext uri="{FF2B5EF4-FFF2-40B4-BE49-F238E27FC236}">
                  <a16:creationId xmlns:a16="http://schemas.microsoft.com/office/drawing/2014/main" id="{6852D32D-8780-4E1F-8036-CDE3F27D6DF2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FD46FB3-A5E6-4924-8BAD-7001D9D02197}"/>
              </a:ext>
            </a:extLst>
          </p:cNvPr>
          <p:cNvSpPr/>
          <p:nvPr/>
        </p:nvSpPr>
        <p:spPr>
          <a:xfrm>
            <a:off x="9196559" y="943650"/>
            <a:ext cx="2775836" cy="1342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7" name="TextBox 17">
            <a:extLst>
              <a:ext uri="{FF2B5EF4-FFF2-40B4-BE49-F238E27FC236}">
                <a16:creationId xmlns:a16="http://schemas.microsoft.com/office/drawing/2014/main" id="{0397AE90-F3B1-4756-B9E3-1FC43DEAEDA6}"/>
              </a:ext>
            </a:extLst>
          </p:cNvPr>
          <p:cNvSpPr/>
          <p:nvPr/>
        </p:nvSpPr>
        <p:spPr bwMode="auto">
          <a:xfrm>
            <a:off x="9318064" y="1031470"/>
            <a:ext cx="453136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latin typeface="Calibri"/>
                <a:cs typeface="Arial"/>
              </a:rPr>
              <a:t>…</a:t>
            </a:r>
            <a:endParaRPr kern="0" dirty="0">
              <a:solidFill>
                <a:prstClr val="white"/>
              </a:solidFill>
              <a:latin typeface="Calibri"/>
              <a:cs typeface="Arial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C7620D0-1ABC-43C0-A1B0-EB39B0863AA6}"/>
              </a:ext>
            </a:extLst>
          </p:cNvPr>
          <p:cNvSpPr txBox="1"/>
          <p:nvPr/>
        </p:nvSpPr>
        <p:spPr bwMode="auto">
          <a:xfrm>
            <a:off x="9820997" y="1031470"/>
            <a:ext cx="195021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Deployable service</a:t>
            </a:r>
          </a:p>
        </p:txBody>
      </p:sp>
      <p:sp>
        <p:nvSpPr>
          <p:cNvPr id="200" name="TextBox 17">
            <a:extLst>
              <a:ext uri="{FF2B5EF4-FFF2-40B4-BE49-F238E27FC236}">
                <a16:creationId xmlns:a16="http://schemas.microsoft.com/office/drawing/2014/main" id="{3C08A871-22D5-4F3E-A714-FA33D1B262DA}"/>
              </a:ext>
            </a:extLst>
          </p:cNvPr>
          <p:cNvSpPr/>
          <p:nvPr/>
        </p:nvSpPr>
        <p:spPr bwMode="auto">
          <a:xfrm>
            <a:off x="9318064" y="1463987"/>
            <a:ext cx="453136" cy="369332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b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kern="0" dirty="0">
                <a:solidFill>
                  <a:prstClr val="white"/>
                </a:solidFill>
                <a:cs typeface="Arial"/>
              </a:rPr>
              <a:t>…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535CE40-A2C0-43B5-AA57-C19454044C22}"/>
              </a:ext>
            </a:extLst>
          </p:cNvPr>
          <p:cNvSpPr txBox="1"/>
          <p:nvPr/>
        </p:nvSpPr>
        <p:spPr bwMode="auto">
          <a:xfrm>
            <a:off x="9820997" y="1463987"/>
            <a:ext cx="208480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External component</a:t>
            </a:r>
          </a:p>
        </p:txBody>
      </p:sp>
      <p:grpSp>
        <p:nvGrpSpPr>
          <p:cNvPr id="202" name="Group 180">
            <a:extLst>
              <a:ext uri="{FF2B5EF4-FFF2-40B4-BE49-F238E27FC236}">
                <a16:creationId xmlns:a16="http://schemas.microsoft.com/office/drawing/2014/main" id="{DD035545-69C7-4579-B199-2CE065E06639}"/>
              </a:ext>
            </a:extLst>
          </p:cNvPr>
          <p:cNvGrpSpPr/>
          <p:nvPr/>
        </p:nvGrpSpPr>
        <p:grpSpPr bwMode="auto">
          <a:xfrm>
            <a:off x="9343783" y="1930178"/>
            <a:ext cx="324602" cy="246873"/>
            <a:chOff x="3257319" y="3502820"/>
            <a:chExt cx="378849" cy="288130"/>
          </a:xfrm>
        </p:grpSpPr>
        <p:sp>
          <p:nvSpPr>
            <p:cNvPr id="203" name="Rectangle 181">
              <a:extLst>
                <a:ext uri="{FF2B5EF4-FFF2-40B4-BE49-F238E27FC236}">
                  <a16:creationId xmlns:a16="http://schemas.microsoft.com/office/drawing/2014/main" id="{BAECA0E3-A4C0-43D2-A29C-424E8EDF33D9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204" name="Freeform 182">
              <a:extLst>
                <a:ext uri="{FF2B5EF4-FFF2-40B4-BE49-F238E27FC236}">
                  <a16:creationId xmlns:a16="http://schemas.microsoft.com/office/drawing/2014/main" id="{FEF75BEE-1E06-4B44-86E0-47942EF0D14C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164CC8CB-C226-4B12-9E7A-28E9AF347435}"/>
              </a:ext>
            </a:extLst>
          </p:cNvPr>
          <p:cNvSpPr txBox="1"/>
          <p:nvPr/>
        </p:nvSpPr>
        <p:spPr bwMode="auto">
          <a:xfrm>
            <a:off x="9830063" y="1869074"/>
            <a:ext cx="55656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r>
              <a:rPr lang="en-US" dirty="0"/>
              <a:t>AAS</a:t>
            </a:r>
          </a:p>
        </p:txBody>
      </p:sp>
      <p:sp>
        <p:nvSpPr>
          <p:cNvPr id="74" name="Rectangle 49">
            <a:extLst>
              <a:ext uri="{FF2B5EF4-FFF2-40B4-BE49-F238E27FC236}">
                <a16:creationId xmlns:a16="http://schemas.microsoft.com/office/drawing/2014/main" id="{486D0CB1-318B-414A-94E6-9190506BB569}"/>
              </a:ext>
            </a:extLst>
          </p:cNvPr>
          <p:cNvSpPr/>
          <p:nvPr/>
        </p:nvSpPr>
        <p:spPr bwMode="auto">
          <a:xfrm>
            <a:off x="2732842" y="2906650"/>
            <a:ext cx="6178061" cy="38272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Service Interfaces, Resources, Monitoring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grpSp>
        <p:nvGrpSpPr>
          <p:cNvPr id="75" name="Group 180">
            <a:extLst>
              <a:ext uri="{FF2B5EF4-FFF2-40B4-BE49-F238E27FC236}">
                <a16:creationId xmlns:a16="http://schemas.microsoft.com/office/drawing/2014/main" id="{9D5B4A37-634F-4BDB-955F-F8E5E5B59485}"/>
              </a:ext>
            </a:extLst>
          </p:cNvPr>
          <p:cNvGrpSpPr/>
          <p:nvPr/>
        </p:nvGrpSpPr>
        <p:grpSpPr bwMode="auto">
          <a:xfrm>
            <a:off x="1454697" y="1394470"/>
            <a:ext cx="566043" cy="379011"/>
            <a:chOff x="3257319" y="3502820"/>
            <a:chExt cx="378849" cy="288130"/>
          </a:xfrm>
        </p:grpSpPr>
        <p:sp>
          <p:nvSpPr>
            <p:cNvPr id="76" name="Rectangle 181">
              <a:extLst>
                <a:ext uri="{FF2B5EF4-FFF2-40B4-BE49-F238E27FC236}">
                  <a16:creationId xmlns:a16="http://schemas.microsoft.com/office/drawing/2014/main" id="{5AC79991-51A0-4152-B9C4-0B7023189DF6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77" name="Freeform 182">
              <a:extLst>
                <a:ext uri="{FF2B5EF4-FFF2-40B4-BE49-F238E27FC236}">
                  <a16:creationId xmlns:a16="http://schemas.microsoft.com/office/drawing/2014/main" id="{13DDD137-4B97-4E2D-BFA9-5EF8210D61FD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84" name="Arrow: Up-Down 183">
            <a:extLst>
              <a:ext uri="{FF2B5EF4-FFF2-40B4-BE49-F238E27FC236}">
                <a16:creationId xmlns:a16="http://schemas.microsoft.com/office/drawing/2014/main" id="{F22A0B5D-E4F7-4F26-9456-5DC0B87AECCF}"/>
              </a:ext>
            </a:extLst>
          </p:cNvPr>
          <p:cNvSpPr/>
          <p:nvPr/>
        </p:nvSpPr>
        <p:spPr bwMode="auto">
          <a:xfrm>
            <a:off x="7065585" y="2745161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79" name="Rectangle 49">
            <a:extLst>
              <a:ext uri="{FF2B5EF4-FFF2-40B4-BE49-F238E27FC236}">
                <a16:creationId xmlns:a16="http://schemas.microsoft.com/office/drawing/2014/main" id="{C4CA17B7-D712-442E-A512-094F9F5F6C75}"/>
              </a:ext>
            </a:extLst>
          </p:cNvPr>
          <p:cNvSpPr/>
          <p:nvPr/>
        </p:nvSpPr>
        <p:spPr bwMode="auto">
          <a:xfrm>
            <a:off x="3153710" y="3767791"/>
            <a:ext cx="5367693" cy="38785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Support and AAS integration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871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198" grpId="0" animBg="1"/>
      <p:bldP spid="200" grpId="0" animBg="1"/>
      <p:bldP spid="201" grpId="0" animBg="1"/>
      <p:bldP spid="20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47">
            <a:extLst>
              <a:ext uri="{FF2B5EF4-FFF2-40B4-BE49-F238E27FC236}">
                <a16:creationId xmlns:a16="http://schemas.microsoft.com/office/drawing/2014/main" id="{7EF2F337-3903-4BA2-85DB-087587461679}"/>
              </a:ext>
            </a:extLst>
          </p:cNvPr>
          <p:cNvSpPr/>
          <p:nvPr/>
        </p:nvSpPr>
        <p:spPr bwMode="auto">
          <a:xfrm>
            <a:off x="2622050" y="5152460"/>
            <a:ext cx="2434646" cy="426789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 algn="ctr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Edge, Cloud, Server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2" name="Rectangle 48">
            <a:extLst>
              <a:ext uri="{FF2B5EF4-FFF2-40B4-BE49-F238E27FC236}">
                <a16:creationId xmlns:a16="http://schemas.microsoft.com/office/drawing/2014/main" id="{0DF03C07-2127-438F-8841-C48352F75CBE}"/>
              </a:ext>
            </a:extLst>
          </p:cNvPr>
          <p:cNvSpPr/>
          <p:nvPr/>
        </p:nvSpPr>
        <p:spPr bwMode="auto">
          <a:xfrm>
            <a:off x="9192445" y="5155170"/>
            <a:ext cx="1595541" cy="434252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b"/>
          <a:lstStyle/>
          <a:p>
            <a:pPr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Platform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3" name="Rectangle 49">
            <a:extLst>
              <a:ext uri="{FF2B5EF4-FFF2-40B4-BE49-F238E27FC236}">
                <a16:creationId xmlns:a16="http://schemas.microsoft.com/office/drawing/2014/main" id="{27ADC5A7-CE43-40BB-AAF1-EBFDE9C197BF}"/>
              </a:ext>
            </a:extLst>
          </p:cNvPr>
          <p:cNvSpPr/>
          <p:nvPr/>
        </p:nvSpPr>
        <p:spPr bwMode="auto">
          <a:xfrm>
            <a:off x="2732843" y="3431689"/>
            <a:ext cx="8457173" cy="38785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Transport and Connectors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4" name="Rectangle 50">
            <a:extLst>
              <a:ext uri="{FF2B5EF4-FFF2-40B4-BE49-F238E27FC236}">
                <a16:creationId xmlns:a16="http://schemas.microsoft.com/office/drawing/2014/main" id="{D8A099C5-40B3-4E20-8FCC-AAC55BF624A2}"/>
              </a:ext>
            </a:extLst>
          </p:cNvPr>
          <p:cNvSpPr/>
          <p:nvPr/>
        </p:nvSpPr>
        <p:spPr bwMode="auto">
          <a:xfrm>
            <a:off x="6650254" y="1773482"/>
            <a:ext cx="1771383" cy="59950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AI-Toolkit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5" name="Rectangle 60">
            <a:extLst>
              <a:ext uri="{FF2B5EF4-FFF2-40B4-BE49-F238E27FC236}">
                <a16:creationId xmlns:a16="http://schemas.microsoft.com/office/drawing/2014/main" id="{2BBC8B31-BE46-43FC-BE8E-B1F861EA0B8D}"/>
              </a:ext>
            </a:extLst>
          </p:cNvPr>
          <p:cNvSpPr/>
          <p:nvPr/>
        </p:nvSpPr>
        <p:spPr bwMode="auto">
          <a:xfrm>
            <a:off x="2096081" y="938700"/>
            <a:ext cx="9126883" cy="412420"/>
          </a:xfrm>
          <a:prstGeom prst="rect">
            <a:avLst/>
          </a:prstGeom>
          <a:solidFill>
            <a:srgbClr val="6684A7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SCADA, ES, Visualization, Data exploration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36" name="Rectangle 62">
            <a:extLst>
              <a:ext uri="{FF2B5EF4-FFF2-40B4-BE49-F238E27FC236}">
                <a16:creationId xmlns:a16="http://schemas.microsoft.com/office/drawing/2014/main" id="{4451D3F8-F999-43B0-9334-E870AB90ACB6}"/>
              </a:ext>
            </a:extLst>
          </p:cNvPr>
          <p:cNvSpPr/>
          <p:nvPr/>
        </p:nvSpPr>
        <p:spPr bwMode="auto">
          <a:xfrm>
            <a:off x="8467521" y="1761577"/>
            <a:ext cx="1782595" cy="61245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Data </a:t>
            </a:r>
          </a:p>
          <a:p>
            <a:pPr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integration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7" name="TextBox 41">
            <a:extLst>
              <a:ext uri="{FF2B5EF4-FFF2-40B4-BE49-F238E27FC236}">
                <a16:creationId xmlns:a16="http://schemas.microsoft.com/office/drawing/2014/main" id="{CC764738-0A3F-462C-BADB-4F249D5F565A}"/>
              </a:ext>
            </a:extLst>
          </p:cNvPr>
          <p:cNvSpPr/>
          <p:nvPr/>
        </p:nvSpPr>
        <p:spPr bwMode="auto">
          <a:xfrm rot="16199998">
            <a:off x="9327686" y="4350046"/>
            <a:ext cx="1342993" cy="28084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Connector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8" name="Rectangle 91">
            <a:extLst>
              <a:ext uri="{FF2B5EF4-FFF2-40B4-BE49-F238E27FC236}">
                <a16:creationId xmlns:a16="http://schemas.microsoft.com/office/drawing/2014/main" id="{BB4C4DFD-3EE4-4A89-A436-43FEE30F2797}"/>
              </a:ext>
            </a:extLst>
          </p:cNvPr>
          <p:cNvSpPr/>
          <p:nvPr/>
        </p:nvSpPr>
        <p:spPr bwMode="auto">
          <a:xfrm>
            <a:off x="3060691" y="4390800"/>
            <a:ext cx="1853019" cy="764370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Deployment </a:t>
            </a:r>
          </a:p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Unit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39" name="TextBox 17">
            <a:extLst>
              <a:ext uri="{FF2B5EF4-FFF2-40B4-BE49-F238E27FC236}">
                <a16:creationId xmlns:a16="http://schemas.microsoft.com/office/drawing/2014/main" id="{9F59F207-D307-45A6-94F7-4FBA4CB1D507}"/>
              </a:ext>
            </a:extLst>
          </p:cNvPr>
          <p:cNvSpPr/>
          <p:nvPr/>
        </p:nvSpPr>
        <p:spPr bwMode="auto">
          <a:xfrm>
            <a:off x="3200752" y="4728716"/>
            <a:ext cx="379958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kern="0" dirty="0">
                <a:solidFill>
                  <a:prstClr val="white"/>
                </a:solidFill>
                <a:cs typeface="Arial"/>
              </a:rPr>
              <a:t>AI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0" name="TextBox 17">
            <a:extLst>
              <a:ext uri="{FF2B5EF4-FFF2-40B4-BE49-F238E27FC236}">
                <a16:creationId xmlns:a16="http://schemas.microsoft.com/office/drawing/2014/main" id="{D103E990-1CE0-4C4A-845C-A2F1A59917D0}"/>
              </a:ext>
            </a:extLst>
          </p:cNvPr>
          <p:cNvSpPr/>
          <p:nvPr/>
        </p:nvSpPr>
        <p:spPr bwMode="auto">
          <a:xfrm>
            <a:off x="4366938" y="4755538"/>
            <a:ext cx="453136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Ano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2" name="TextBox 17">
            <a:extLst>
              <a:ext uri="{FF2B5EF4-FFF2-40B4-BE49-F238E27FC236}">
                <a16:creationId xmlns:a16="http://schemas.microsoft.com/office/drawing/2014/main" id="{D05A1336-EA33-43C3-9D48-02973C671C11}"/>
              </a:ext>
            </a:extLst>
          </p:cNvPr>
          <p:cNvSpPr/>
          <p:nvPr/>
        </p:nvSpPr>
        <p:spPr bwMode="auto">
          <a:xfrm>
            <a:off x="6713616" y="1917311"/>
            <a:ext cx="692618" cy="369332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AI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3" name="L-Shape 1">
            <a:extLst>
              <a:ext uri="{FF2B5EF4-FFF2-40B4-BE49-F238E27FC236}">
                <a16:creationId xmlns:a16="http://schemas.microsoft.com/office/drawing/2014/main" id="{9DD5B3A7-0625-45E8-94AA-C2D38519A76C}"/>
              </a:ext>
            </a:extLst>
          </p:cNvPr>
          <p:cNvSpPr/>
          <p:nvPr/>
        </p:nvSpPr>
        <p:spPr bwMode="auto">
          <a:xfrm rot="16199998">
            <a:off x="6247720" y="-2106245"/>
            <a:ext cx="1447765" cy="8477523"/>
          </a:xfrm>
          <a:prstGeom prst="corner">
            <a:avLst>
              <a:gd name="adj1" fmla="val 62645"/>
              <a:gd name="adj2" fmla="val 29183"/>
            </a:avLst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vert="vert" rtlCol="0" anchor="t"/>
          <a:lstStyle/>
          <a:p>
            <a:pPr algn="ctr" defTabSz="914400">
              <a:defRPr/>
            </a:pPr>
            <a:endParaRPr lang="en-US" kern="0">
              <a:solidFill>
                <a:prstClr val="white"/>
              </a:solidFill>
              <a:cs typeface="Arial"/>
            </a:endParaRPr>
          </a:p>
        </p:txBody>
      </p:sp>
      <p:sp>
        <p:nvSpPr>
          <p:cNvPr id="145" name="Rectangle 111">
            <a:extLst>
              <a:ext uri="{FF2B5EF4-FFF2-40B4-BE49-F238E27FC236}">
                <a16:creationId xmlns:a16="http://schemas.microsoft.com/office/drawing/2014/main" id="{F7B334DA-B4D2-4EA3-A28F-BA10EACFDE2A}"/>
              </a:ext>
            </a:extLst>
          </p:cNvPr>
          <p:cNvSpPr/>
          <p:nvPr/>
        </p:nvSpPr>
        <p:spPr bwMode="auto">
          <a:xfrm>
            <a:off x="2732840" y="1772880"/>
            <a:ext cx="985064" cy="606034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Deploy-</a:t>
            </a:r>
            <a:r>
              <a:rPr lang="en-US" kern="0" dirty="0" err="1">
                <a:solidFill>
                  <a:prstClr val="black"/>
                </a:solidFill>
                <a:cs typeface="Arial"/>
              </a:rPr>
              <a:t>ment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6" name="Rectangle 112">
            <a:extLst>
              <a:ext uri="{FF2B5EF4-FFF2-40B4-BE49-F238E27FC236}">
                <a16:creationId xmlns:a16="http://schemas.microsoft.com/office/drawing/2014/main" id="{EA5FAEF9-7CD9-4663-81FA-97CCD1000BF2}"/>
              </a:ext>
            </a:extLst>
          </p:cNvPr>
          <p:cNvSpPr/>
          <p:nvPr/>
        </p:nvSpPr>
        <p:spPr bwMode="auto">
          <a:xfrm>
            <a:off x="5209164" y="1779520"/>
            <a:ext cx="1392058" cy="594039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r"/>
            <a:r>
              <a:rPr lang="en-US" kern="0" dirty="0">
                <a:solidFill>
                  <a:prstClr val="black"/>
                </a:solidFill>
                <a:cs typeface="Arial"/>
              </a:rPr>
              <a:t>Monitoring /</a:t>
            </a:r>
          </a:p>
          <a:p>
            <a:pPr algn="ctr"/>
            <a:r>
              <a:rPr lang="en-US" kern="0" dirty="0">
                <a:solidFill>
                  <a:prstClr val="black"/>
                </a:solidFill>
                <a:cs typeface="Arial"/>
              </a:rPr>
              <a:t>Adaption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47" name="Rectangle 100">
            <a:extLst>
              <a:ext uri="{FF2B5EF4-FFF2-40B4-BE49-F238E27FC236}">
                <a16:creationId xmlns:a16="http://schemas.microsoft.com/office/drawing/2014/main" id="{52868258-E95C-446B-B2AA-59708635C6E0}"/>
              </a:ext>
            </a:extLst>
          </p:cNvPr>
          <p:cNvSpPr/>
          <p:nvPr/>
        </p:nvSpPr>
        <p:spPr bwMode="auto">
          <a:xfrm>
            <a:off x="3770384" y="1786027"/>
            <a:ext cx="1386748" cy="594039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Configuration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8" name="TextBox 17">
            <a:extLst>
              <a:ext uri="{FF2B5EF4-FFF2-40B4-BE49-F238E27FC236}">
                <a16:creationId xmlns:a16="http://schemas.microsoft.com/office/drawing/2014/main" id="{823BAD79-7BB5-4288-BB81-B3BEA375237D}"/>
              </a:ext>
            </a:extLst>
          </p:cNvPr>
          <p:cNvSpPr/>
          <p:nvPr/>
        </p:nvSpPr>
        <p:spPr bwMode="auto">
          <a:xfrm>
            <a:off x="8956943" y="2497370"/>
            <a:ext cx="1072727" cy="307686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Store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49" name="TextBox 17">
            <a:extLst>
              <a:ext uri="{FF2B5EF4-FFF2-40B4-BE49-F238E27FC236}">
                <a16:creationId xmlns:a16="http://schemas.microsoft.com/office/drawing/2014/main" id="{8A14D024-E339-4D80-97FF-63EDE70D99C9}"/>
              </a:ext>
            </a:extLst>
          </p:cNvPr>
          <p:cNvSpPr/>
          <p:nvPr/>
        </p:nvSpPr>
        <p:spPr bwMode="auto">
          <a:xfrm>
            <a:off x="2777162" y="2492171"/>
            <a:ext cx="1913355" cy="312887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>
              <a:defRPr/>
            </a:pPr>
            <a:r>
              <a:rPr lang="en-US" kern="0" dirty="0">
                <a:solidFill>
                  <a:prstClr val="white"/>
                </a:solidFill>
                <a:cs typeface="Arial"/>
              </a:rPr>
              <a:t>Secure Store</a:t>
            </a:r>
            <a:endParaRPr lang="en-US" kern="0" baseline="-25000" dirty="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50" name="Group 150">
            <a:extLst>
              <a:ext uri="{FF2B5EF4-FFF2-40B4-BE49-F238E27FC236}">
                <a16:creationId xmlns:a16="http://schemas.microsoft.com/office/drawing/2014/main" id="{0F2E399E-957D-4CF7-9001-E3F7B352286E}"/>
              </a:ext>
            </a:extLst>
          </p:cNvPr>
          <p:cNvGrpSpPr/>
          <p:nvPr/>
        </p:nvGrpSpPr>
        <p:grpSpPr bwMode="auto">
          <a:xfrm>
            <a:off x="4767260" y="5279617"/>
            <a:ext cx="268252" cy="204017"/>
            <a:chOff x="3257319" y="3502820"/>
            <a:chExt cx="378849" cy="288130"/>
          </a:xfrm>
        </p:grpSpPr>
        <p:sp>
          <p:nvSpPr>
            <p:cNvPr id="151" name="Rectangle 151">
              <a:extLst>
                <a:ext uri="{FF2B5EF4-FFF2-40B4-BE49-F238E27FC236}">
                  <a16:creationId xmlns:a16="http://schemas.microsoft.com/office/drawing/2014/main" id="{F58408C3-29DA-4606-AA4D-06E8E38A506C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DFA56444-B6FB-4677-8E38-27C236C87B19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53" name="TextBox 3">
            <a:extLst>
              <a:ext uri="{FF2B5EF4-FFF2-40B4-BE49-F238E27FC236}">
                <a16:creationId xmlns:a16="http://schemas.microsoft.com/office/drawing/2014/main" id="{655D0539-1E99-4743-BD66-6B487A9EBF40}"/>
              </a:ext>
            </a:extLst>
          </p:cNvPr>
          <p:cNvSpPr/>
          <p:nvPr/>
        </p:nvSpPr>
        <p:spPr bwMode="auto">
          <a:xfrm>
            <a:off x="5224295" y="2450046"/>
            <a:ext cx="378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Security, data protection, data sharing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54" name="TextBox 17">
            <a:extLst>
              <a:ext uri="{FF2B5EF4-FFF2-40B4-BE49-F238E27FC236}">
                <a16:creationId xmlns:a16="http://schemas.microsoft.com/office/drawing/2014/main" id="{3B79E63B-B1BA-4710-9D3A-59EC30C94B49}"/>
              </a:ext>
            </a:extLst>
          </p:cNvPr>
          <p:cNvSpPr/>
          <p:nvPr/>
        </p:nvSpPr>
        <p:spPr bwMode="auto">
          <a:xfrm>
            <a:off x="10100386" y="2504113"/>
            <a:ext cx="918812" cy="305025"/>
          </a:xfrm>
          <a:prstGeom prst="rect">
            <a:avLst/>
          </a:prstGeom>
          <a:solidFill>
            <a:srgbClr val="62A5C6"/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defRPr/>
            </a:pPr>
            <a:r>
              <a:rPr lang="en-US" kern="0" dirty="0" err="1">
                <a:solidFill>
                  <a:prstClr val="white"/>
                </a:solidFill>
                <a:cs typeface="Arial"/>
              </a:rPr>
              <a:t>Ano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55" name="Rectangle 178">
            <a:extLst>
              <a:ext uri="{FF2B5EF4-FFF2-40B4-BE49-F238E27FC236}">
                <a16:creationId xmlns:a16="http://schemas.microsoft.com/office/drawing/2014/main" id="{5C79AD48-1D58-463D-AEF3-E1113D85BC08}"/>
              </a:ext>
            </a:extLst>
          </p:cNvPr>
          <p:cNvSpPr/>
          <p:nvPr/>
        </p:nvSpPr>
        <p:spPr bwMode="auto">
          <a:xfrm>
            <a:off x="5855848" y="1408826"/>
            <a:ext cx="4394266" cy="31337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>
                <a:solidFill>
                  <a:prstClr val="black"/>
                </a:solidFill>
                <a:cs typeface="Arial"/>
              </a:rPr>
              <a:t>Apps</a:t>
            </a:r>
            <a:endParaRPr kern="0">
              <a:solidFill>
                <a:prstClr val="black"/>
              </a:solidFill>
              <a:cs typeface="Arial"/>
            </a:endParaRPr>
          </a:p>
        </p:txBody>
      </p:sp>
      <p:sp>
        <p:nvSpPr>
          <p:cNvPr id="156" name="Rectangle 111">
            <a:extLst>
              <a:ext uri="{FF2B5EF4-FFF2-40B4-BE49-F238E27FC236}">
                <a16:creationId xmlns:a16="http://schemas.microsoft.com/office/drawing/2014/main" id="{8FB3BCFB-6F0C-4F7B-950E-D17E8F93F0B6}"/>
              </a:ext>
            </a:extLst>
          </p:cNvPr>
          <p:cNvSpPr/>
          <p:nvPr/>
        </p:nvSpPr>
        <p:spPr bwMode="auto">
          <a:xfrm rot="16200000">
            <a:off x="1178629" y="2330573"/>
            <a:ext cx="2409923" cy="566042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Configuration model</a:t>
            </a:r>
            <a:endParaRPr kern="0" dirty="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57" name="Group 132">
            <a:extLst>
              <a:ext uri="{FF2B5EF4-FFF2-40B4-BE49-F238E27FC236}">
                <a16:creationId xmlns:a16="http://schemas.microsoft.com/office/drawing/2014/main" id="{A218798A-3E67-4E6B-86F6-F3B2B4BCDB76}"/>
              </a:ext>
            </a:extLst>
          </p:cNvPr>
          <p:cNvGrpSpPr/>
          <p:nvPr/>
        </p:nvGrpSpPr>
        <p:grpSpPr bwMode="auto">
          <a:xfrm>
            <a:off x="10355911" y="5248033"/>
            <a:ext cx="349597" cy="244580"/>
            <a:chOff x="3257319" y="3502820"/>
            <a:chExt cx="378849" cy="288130"/>
          </a:xfrm>
        </p:grpSpPr>
        <p:sp>
          <p:nvSpPr>
            <p:cNvPr id="158" name="Rectangle 133">
              <a:extLst>
                <a:ext uri="{FF2B5EF4-FFF2-40B4-BE49-F238E27FC236}">
                  <a16:creationId xmlns:a16="http://schemas.microsoft.com/office/drawing/2014/main" id="{3807077B-C5E3-4C8C-BBE9-8D06F35BE497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591B9000-BF83-41DE-9FCC-773436D24D64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61" name="Rectangle 178">
            <a:extLst>
              <a:ext uri="{FF2B5EF4-FFF2-40B4-BE49-F238E27FC236}">
                <a16:creationId xmlns:a16="http://schemas.microsoft.com/office/drawing/2014/main" id="{F7864959-ABB2-4CA8-BD14-2DC74739103E}"/>
              </a:ext>
            </a:extLst>
          </p:cNvPr>
          <p:cNvSpPr/>
          <p:nvPr/>
        </p:nvSpPr>
        <p:spPr bwMode="auto">
          <a:xfrm>
            <a:off x="2741952" y="1408635"/>
            <a:ext cx="3055053" cy="31337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Management-UI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grpSp>
        <p:nvGrpSpPr>
          <p:cNvPr id="162" name="Group 180">
            <a:extLst>
              <a:ext uri="{FF2B5EF4-FFF2-40B4-BE49-F238E27FC236}">
                <a16:creationId xmlns:a16="http://schemas.microsoft.com/office/drawing/2014/main" id="{A10857D0-205B-4D93-A5E1-5636E429E63C}"/>
              </a:ext>
            </a:extLst>
          </p:cNvPr>
          <p:cNvGrpSpPr/>
          <p:nvPr/>
        </p:nvGrpSpPr>
        <p:grpSpPr bwMode="auto">
          <a:xfrm>
            <a:off x="2829819" y="2528222"/>
            <a:ext cx="324602" cy="246873"/>
            <a:chOff x="3257319" y="3502820"/>
            <a:chExt cx="378849" cy="288130"/>
          </a:xfrm>
        </p:grpSpPr>
        <p:sp>
          <p:nvSpPr>
            <p:cNvPr id="163" name="Rectangle 181">
              <a:extLst>
                <a:ext uri="{FF2B5EF4-FFF2-40B4-BE49-F238E27FC236}">
                  <a16:creationId xmlns:a16="http://schemas.microsoft.com/office/drawing/2014/main" id="{9467D1BA-6EC4-49FA-9609-933A642EF433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64" name="Freeform 182">
              <a:extLst>
                <a:ext uri="{FF2B5EF4-FFF2-40B4-BE49-F238E27FC236}">
                  <a16:creationId xmlns:a16="http://schemas.microsoft.com/office/drawing/2014/main" id="{A675AC0F-5172-4265-8A78-D26DEABCB7B0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65" name="Group 150">
            <a:extLst>
              <a:ext uri="{FF2B5EF4-FFF2-40B4-BE49-F238E27FC236}">
                <a16:creationId xmlns:a16="http://schemas.microsoft.com/office/drawing/2014/main" id="{D92D350A-1E7B-4A8E-AE94-17B5FEE65061}"/>
              </a:ext>
            </a:extLst>
          </p:cNvPr>
          <p:cNvGrpSpPr/>
          <p:nvPr/>
        </p:nvGrpSpPr>
        <p:grpSpPr bwMode="auto">
          <a:xfrm>
            <a:off x="8415007" y="1467397"/>
            <a:ext cx="274075" cy="196467"/>
            <a:chOff x="3257319" y="3502820"/>
            <a:chExt cx="378849" cy="288130"/>
          </a:xfrm>
        </p:grpSpPr>
        <p:sp>
          <p:nvSpPr>
            <p:cNvPr id="166" name="Rectangle 151">
              <a:extLst>
                <a:ext uri="{FF2B5EF4-FFF2-40B4-BE49-F238E27FC236}">
                  <a16:creationId xmlns:a16="http://schemas.microsoft.com/office/drawing/2014/main" id="{191A5D74-2BF2-4A2F-8E3E-FE65DB1BF413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67" name="Freeform 152">
              <a:extLst>
                <a:ext uri="{FF2B5EF4-FFF2-40B4-BE49-F238E27FC236}">
                  <a16:creationId xmlns:a16="http://schemas.microsoft.com/office/drawing/2014/main" id="{DD17158A-52CA-4FAD-A060-72DF3383CF70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68" name="Group 150">
            <a:extLst>
              <a:ext uri="{FF2B5EF4-FFF2-40B4-BE49-F238E27FC236}">
                <a16:creationId xmlns:a16="http://schemas.microsoft.com/office/drawing/2014/main" id="{C79CBB85-82D4-437D-8B5B-B0F1E4FF8606}"/>
              </a:ext>
            </a:extLst>
          </p:cNvPr>
          <p:cNvGrpSpPr/>
          <p:nvPr/>
        </p:nvGrpSpPr>
        <p:grpSpPr bwMode="auto">
          <a:xfrm>
            <a:off x="9793057" y="2018222"/>
            <a:ext cx="332071" cy="252553"/>
            <a:chOff x="3257319" y="3502820"/>
            <a:chExt cx="378849" cy="288130"/>
          </a:xfrm>
        </p:grpSpPr>
        <p:sp>
          <p:nvSpPr>
            <p:cNvPr id="169" name="Rectangle 151">
              <a:extLst>
                <a:ext uri="{FF2B5EF4-FFF2-40B4-BE49-F238E27FC236}">
                  <a16:creationId xmlns:a16="http://schemas.microsoft.com/office/drawing/2014/main" id="{14DE1EBA-5B17-41BB-B188-66763B1F8F18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9F0FF856-0D9C-419A-ABC0-EE4D73F5B23F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71" name="Group 150">
            <a:extLst>
              <a:ext uri="{FF2B5EF4-FFF2-40B4-BE49-F238E27FC236}">
                <a16:creationId xmlns:a16="http://schemas.microsoft.com/office/drawing/2014/main" id="{766E4C07-E66B-4627-92A8-5A7BA680C73A}"/>
              </a:ext>
            </a:extLst>
          </p:cNvPr>
          <p:cNvGrpSpPr/>
          <p:nvPr/>
        </p:nvGrpSpPr>
        <p:grpSpPr bwMode="auto">
          <a:xfrm>
            <a:off x="10655358" y="2548851"/>
            <a:ext cx="292091" cy="222147"/>
            <a:chOff x="3257319" y="3502820"/>
            <a:chExt cx="378849" cy="288130"/>
          </a:xfrm>
        </p:grpSpPr>
        <p:sp>
          <p:nvSpPr>
            <p:cNvPr id="172" name="Rectangle 151">
              <a:extLst>
                <a:ext uri="{FF2B5EF4-FFF2-40B4-BE49-F238E27FC236}">
                  <a16:creationId xmlns:a16="http://schemas.microsoft.com/office/drawing/2014/main" id="{D64E9A23-2EF3-4271-ACB8-9878F15B36D2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3" name="Freeform 152">
              <a:extLst>
                <a:ext uri="{FF2B5EF4-FFF2-40B4-BE49-F238E27FC236}">
                  <a16:creationId xmlns:a16="http://schemas.microsoft.com/office/drawing/2014/main" id="{42241D5B-FEE3-4EF6-97E0-B18D5085E244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74" name="Group 180">
            <a:extLst>
              <a:ext uri="{FF2B5EF4-FFF2-40B4-BE49-F238E27FC236}">
                <a16:creationId xmlns:a16="http://schemas.microsoft.com/office/drawing/2014/main" id="{E7D107F3-D596-43E2-A71C-098889E4A7AD}"/>
              </a:ext>
            </a:extLst>
          </p:cNvPr>
          <p:cNvGrpSpPr/>
          <p:nvPr/>
        </p:nvGrpSpPr>
        <p:grpSpPr bwMode="auto">
          <a:xfrm>
            <a:off x="9647747" y="2518837"/>
            <a:ext cx="324602" cy="246873"/>
            <a:chOff x="3257319" y="3502820"/>
            <a:chExt cx="378849" cy="288130"/>
          </a:xfrm>
        </p:grpSpPr>
        <p:sp>
          <p:nvSpPr>
            <p:cNvPr id="175" name="Rectangle 181">
              <a:extLst>
                <a:ext uri="{FF2B5EF4-FFF2-40B4-BE49-F238E27FC236}">
                  <a16:creationId xmlns:a16="http://schemas.microsoft.com/office/drawing/2014/main" id="{6E799435-CD37-49E3-9E6A-3FE1FDC7F728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6" name="Freeform 182">
              <a:extLst>
                <a:ext uri="{FF2B5EF4-FFF2-40B4-BE49-F238E27FC236}">
                  <a16:creationId xmlns:a16="http://schemas.microsoft.com/office/drawing/2014/main" id="{36A7EB05-B630-4E5F-8D08-13EF95D726BB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77" name="Group 150">
            <a:extLst>
              <a:ext uri="{FF2B5EF4-FFF2-40B4-BE49-F238E27FC236}">
                <a16:creationId xmlns:a16="http://schemas.microsoft.com/office/drawing/2014/main" id="{E0E7C11B-7E53-4687-9FA6-AD641EEEACF9}"/>
              </a:ext>
            </a:extLst>
          </p:cNvPr>
          <p:cNvGrpSpPr/>
          <p:nvPr/>
        </p:nvGrpSpPr>
        <p:grpSpPr bwMode="auto">
          <a:xfrm>
            <a:off x="7048903" y="1987979"/>
            <a:ext cx="295577" cy="224798"/>
            <a:chOff x="3257319" y="3502820"/>
            <a:chExt cx="378849" cy="288130"/>
          </a:xfrm>
        </p:grpSpPr>
        <p:sp>
          <p:nvSpPr>
            <p:cNvPr id="178" name="Rectangle 151">
              <a:extLst>
                <a:ext uri="{FF2B5EF4-FFF2-40B4-BE49-F238E27FC236}">
                  <a16:creationId xmlns:a16="http://schemas.microsoft.com/office/drawing/2014/main" id="{58A0CFAF-A3AA-468D-812F-1035246DA1F3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79" name="Freeform 152">
              <a:extLst>
                <a:ext uri="{FF2B5EF4-FFF2-40B4-BE49-F238E27FC236}">
                  <a16:creationId xmlns:a16="http://schemas.microsoft.com/office/drawing/2014/main" id="{E248F886-95F0-424A-B5E0-B837D7AB463D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grpSp>
        <p:nvGrpSpPr>
          <p:cNvPr id="180" name="Group 180">
            <a:extLst>
              <a:ext uri="{FF2B5EF4-FFF2-40B4-BE49-F238E27FC236}">
                <a16:creationId xmlns:a16="http://schemas.microsoft.com/office/drawing/2014/main" id="{514ABC1D-DE3A-47A0-AB1B-5697440C2C89}"/>
              </a:ext>
            </a:extLst>
          </p:cNvPr>
          <p:cNvGrpSpPr/>
          <p:nvPr/>
        </p:nvGrpSpPr>
        <p:grpSpPr bwMode="auto">
          <a:xfrm>
            <a:off x="4569966" y="4408903"/>
            <a:ext cx="319771" cy="243199"/>
            <a:chOff x="3257319" y="3502820"/>
            <a:chExt cx="378849" cy="288130"/>
          </a:xfrm>
        </p:grpSpPr>
        <p:sp>
          <p:nvSpPr>
            <p:cNvPr id="181" name="Rectangle 181">
              <a:extLst>
                <a:ext uri="{FF2B5EF4-FFF2-40B4-BE49-F238E27FC236}">
                  <a16:creationId xmlns:a16="http://schemas.microsoft.com/office/drawing/2014/main" id="{DB0924C7-2BCA-4CB4-AC78-D61593A3DBB6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82" name="Freeform 182">
              <a:extLst>
                <a:ext uri="{FF2B5EF4-FFF2-40B4-BE49-F238E27FC236}">
                  <a16:creationId xmlns:a16="http://schemas.microsoft.com/office/drawing/2014/main" id="{AB34CE6B-A381-4BF7-BD1C-9B57F665BED2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83" name="Arrow: Up-Down 182">
            <a:extLst>
              <a:ext uri="{FF2B5EF4-FFF2-40B4-BE49-F238E27FC236}">
                <a16:creationId xmlns:a16="http://schemas.microsoft.com/office/drawing/2014/main" id="{F26377E6-1758-4A21-83EF-56A4E3A85EFD}"/>
              </a:ext>
            </a:extLst>
          </p:cNvPr>
          <p:cNvSpPr/>
          <p:nvPr/>
        </p:nvSpPr>
        <p:spPr bwMode="auto">
          <a:xfrm>
            <a:off x="9892355" y="3606672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185" name="Arrow: Up-Down 184">
            <a:extLst>
              <a:ext uri="{FF2B5EF4-FFF2-40B4-BE49-F238E27FC236}">
                <a16:creationId xmlns:a16="http://schemas.microsoft.com/office/drawing/2014/main" id="{E3F66705-6607-421D-BC75-8B1FC27AFA30}"/>
              </a:ext>
            </a:extLst>
          </p:cNvPr>
          <p:cNvSpPr/>
          <p:nvPr/>
        </p:nvSpPr>
        <p:spPr bwMode="auto">
          <a:xfrm>
            <a:off x="7792549" y="2184214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186" name="Arrow: Up-Down 185">
            <a:extLst>
              <a:ext uri="{FF2B5EF4-FFF2-40B4-BE49-F238E27FC236}">
                <a16:creationId xmlns:a16="http://schemas.microsoft.com/office/drawing/2014/main" id="{D470DDFA-1FF2-48A6-9C58-FF1B3EBD1D81}"/>
              </a:ext>
            </a:extLst>
          </p:cNvPr>
          <p:cNvSpPr/>
          <p:nvPr/>
        </p:nvSpPr>
        <p:spPr bwMode="auto">
          <a:xfrm>
            <a:off x="9529775" y="2166763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sp>
        <p:nvSpPr>
          <p:cNvPr id="187" name="TextBox 41">
            <a:extLst>
              <a:ext uri="{FF2B5EF4-FFF2-40B4-BE49-F238E27FC236}">
                <a16:creationId xmlns:a16="http://schemas.microsoft.com/office/drawing/2014/main" id="{9C4F4B56-47E0-4E4A-91AA-FBE0BB80B87E}"/>
              </a:ext>
            </a:extLst>
          </p:cNvPr>
          <p:cNvSpPr/>
          <p:nvPr/>
        </p:nvSpPr>
        <p:spPr bwMode="auto">
          <a:xfrm rot="16199998">
            <a:off x="2262896" y="4349984"/>
            <a:ext cx="1342993" cy="280843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Connector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sp>
        <p:nvSpPr>
          <p:cNvPr id="188" name="Arrow: Up-Down 187">
            <a:extLst>
              <a:ext uri="{FF2B5EF4-FFF2-40B4-BE49-F238E27FC236}">
                <a16:creationId xmlns:a16="http://schemas.microsoft.com/office/drawing/2014/main" id="{B95B420C-D12C-48C2-AADC-BE8A68585AD1}"/>
              </a:ext>
            </a:extLst>
          </p:cNvPr>
          <p:cNvSpPr/>
          <p:nvPr/>
        </p:nvSpPr>
        <p:spPr bwMode="auto">
          <a:xfrm>
            <a:off x="2793774" y="3606672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  <p:pic>
        <p:nvPicPr>
          <p:cNvPr id="189" name="Picture 2" descr="Free Machinery Cliparts, Download Free Machinery Cliparts png images, Free  ClipArts on Clipart Library">
            <a:extLst>
              <a:ext uri="{FF2B5EF4-FFF2-40B4-BE49-F238E27FC236}">
                <a16:creationId xmlns:a16="http://schemas.microsoft.com/office/drawing/2014/main" id="{B6CD5F7A-74AC-46B6-8B31-3E154B3DC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590" y="5706014"/>
            <a:ext cx="1348446" cy="5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0" name="Group 150">
            <a:extLst>
              <a:ext uri="{FF2B5EF4-FFF2-40B4-BE49-F238E27FC236}">
                <a16:creationId xmlns:a16="http://schemas.microsoft.com/office/drawing/2014/main" id="{B1B73E83-83E6-47F4-8569-06E055F7B3DB}"/>
              </a:ext>
            </a:extLst>
          </p:cNvPr>
          <p:cNvGrpSpPr/>
          <p:nvPr/>
        </p:nvGrpSpPr>
        <p:grpSpPr bwMode="auto">
          <a:xfrm>
            <a:off x="3390731" y="5650526"/>
            <a:ext cx="268252" cy="204017"/>
            <a:chOff x="3257319" y="3502820"/>
            <a:chExt cx="378849" cy="288130"/>
          </a:xfrm>
        </p:grpSpPr>
        <p:sp>
          <p:nvSpPr>
            <p:cNvPr id="191" name="Rectangle 151">
              <a:extLst>
                <a:ext uri="{FF2B5EF4-FFF2-40B4-BE49-F238E27FC236}">
                  <a16:creationId xmlns:a16="http://schemas.microsoft.com/office/drawing/2014/main" id="{0DE1C627-3B54-4493-80BA-459DE54598AA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192" name="Freeform 152">
              <a:extLst>
                <a:ext uri="{FF2B5EF4-FFF2-40B4-BE49-F238E27FC236}">
                  <a16:creationId xmlns:a16="http://schemas.microsoft.com/office/drawing/2014/main" id="{6852D32D-8780-4E1F-8036-CDE3F27D6DF2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74" name="Rectangle 49">
            <a:extLst>
              <a:ext uri="{FF2B5EF4-FFF2-40B4-BE49-F238E27FC236}">
                <a16:creationId xmlns:a16="http://schemas.microsoft.com/office/drawing/2014/main" id="{486D0CB1-318B-414A-94E6-9190506BB569}"/>
              </a:ext>
            </a:extLst>
          </p:cNvPr>
          <p:cNvSpPr/>
          <p:nvPr/>
        </p:nvSpPr>
        <p:spPr bwMode="auto">
          <a:xfrm>
            <a:off x="2732842" y="2998090"/>
            <a:ext cx="8457173" cy="382725"/>
          </a:xfrm>
          <a:prstGeom prst="rect">
            <a:avLst/>
          </a:prstGeom>
          <a:solidFill>
            <a:srgbClr val="2683C6">
              <a:lumMod val="20000"/>
              <a:lumOff val="80000"/>
            </a:srgbClr>
          </a:solidFill>
          <a:ln w="12700" cap="flat" cmpd="sng" algn="ctr">
            <a:solidFill>
              <a:srgbClr val="5B9BD5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kern="0" dirty="0">
                <a:solidFill>
                  <a:prstClr val="black"/>
                </a:solidFill>
                <a:cs typeface="Arial"/>
              </a:rPr>
              <a:t>Service Interfaces, Resources, Monitoring</a:t>
            </a:r>
            <a:endParaRPr kern="0" dirty="0">
              <a:solidFill>
                <a:prstClr val="black"/>
              </a:solidFill>
              <a:cs typeface="Arial"/>
            </a:endParaRPr>
          </a:p>
        </p:txBody>
      </p:sp>
      <p:grpSp>
        <p:nvGrpSpPr>
          <p:cNvPr id="75" name="Group 180">
            <a:extLst>
              <a:ext uri="{FF2B5EF4-FFF2-40B4-BE49-F238E27FC236}">
                <a16:creationId xmlns:a16="http://schemas.microsoft.com/office/drawing/2014/main" id="{9D5B4A37-634F-4BDB-955F-F8E5E5B59485}"/>
              </a:ext>
            </a:extLst>
          </p:cNvPr>
          <p:cNvGrpSpPr/>
          <p:nvPr/>
        </p:nvGrpSpPr>
        <p:grpSpPr bwMode="auto">
          <a:xfrm>
            <a:off x="1454697" y="1394470"/>
            <a:ext cx="566043" cy="379011"/>
            <a:chOff x="3257319" y="3502820"/>
            <a:chExt cx="378849" cy="288130"/>
          </a:xfrm>
        </p:grpSpPr>
        <p:sp>
          <p:nvSpPr>
            <p:cNvPr id="76" name="Rectangle 181">
              <a:extLst>
                <a:ext uri="{FF2B5EF4-FFF2-40B4-BE49-F238E27FC236}">
                  <a16:creationId xmlns:a16="http://schemas.microsoft.com/office/drawing/2014/main" id="{5AC79991-51A0-4152-B9C4-0B7023189DF6}"/>
                </a:ext>
              </a:extLst>
            </p:cNvPr>
            <p:cNvSpPr/>
            <p:nvPr/>
          </p:nvSpPr>
          <p:spPr bwMode="auto">
            <a:xfrm>
              <a:off x="3331908" y="3620320"/>
              <a:ext cx="194865" cy="166288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  <p:sp>
          <p:nvSpPr>
            <p:cNvPr id="77" name="Freeform 182">
              <a:extLst>
                <a:ext uri="{FF2B5EF4-FFF2-40B4-BE49-F238E27FC236}">
                  <a16:creationId xmlns:a16="http://schemas.microsoft.com/office/drawing/2014/main" id="{13DDD137-4B97-4E2D-BFA9-5EF8210D61FD}"/>
                </a:ext>
              </a:extLst>
            </p:cNvPr>
            <p:cNvSpPr/>
            <p:nvPr/>
          </p:nvSpPr>
          <p:spPr bwMode="auto">
            <a:xfrm>
              <a:off x="3257319" y="3502820"/>
              <a:ext cx="378849" cy="288130"/>
            </a:xfrm>
            <a:custGeom>
              <a:avLst/>
              <a:gdLst>
                <a:gd name="connsiteX0" fmla="*/ 0 w 426244"/>
                <a:gd name="connsiteY0" fmla="*/ 0 h 290512"/>
                <a:gd name="connsiteX1" fmla="*/ 0 w 426244"/>
                <a:gd name="connsiteY1" fmla="*/ 290512 h 290512"/>
                <a:gd name="connsiteX2" fmla="*/ 90488 w 426244"/>
                <a:gd name="connsiteY2" fmla="*/ 290512 h 290512"/>
                <a:gd name="connsiteX3" fmla="*/ 90488 w 426244"/>
                <a:gd name="connsiteY3" fmla="*/ 92868 h 290512"/>
                <a:gd name="connsiteX4" fmla="*/ 342900 w 426244"/>
                <a:gd name="connsiteY4" fmla="*/ 92868 h 290512"/>
                <a:gd name="connsiteX5" fmla="*/ 342900 w 426244"/>
                <a:gd name="connsiteY5" fmla="*/ 290512 h 290512"/>
                <a:gd name="connsiteX6" fmla="*/ 426244 w 426244"/>
                <a:gd name="connsiteY6" fmla="*/ 290512 h 290512"/>
                <a:gd name="connsiteX7" fmla="*/ 426244 w 426244"/>
                <a:gd name="connsiteY7" fmla="*/ 4762 h 290512"/>
                <a:gd name="connsiteX8" fmla="*/ 0 w 426244"/>
                <a:gd name="connsiteY8" fmla="*/ 0 h 290512"/>
                <a:gd name="connsiteX0" fmla="*/ 47625 w 426244"/>
                <a:gd name="connsiteY0" fmla="*/ 0 h 288130"/>
                <a:gd name="connsiteX1" fmla="*/ 0 w 426244"/>
                <a:gd name="connsiteY1" fmla="*/ 288130 h 288130"/>
                <a:gd name="connsiteX2" fmla="*/ 90488 w 426244"/>
                <a:gd name="connsiteY2" fmla="*/ 288130 h 288130"/>
                <a:gd name="connsiteX3" fmla="*/ 90488 w 426244"/>
                <a:gd name="connsiteY3" fmla="*/ 90486 h 288130"/>
                <a:gd name="connsiteX4" fmla="*/ 342900 w 426244"/>
                <a:gd name="connsiteY4" fmla="*/ 90486 h 288130"/>
                <a:gd name="connsiteX5" fmla="*/ 342900 w 426244"/>
                <a:gd name="connsiteY5" fmla="*/ 288130 h 288130"/>
                <a:gd name="connsiteX6" fmla="*/ 426244 w 426244"/>
                <a:gd name="connsiteY6" fmla="*/ 288130 h 288130"/>
                <a:gd name="connsiteX7" fmla="*/ 426244 w 426244"/>
                <a:gd name="connsiteY7" fmla="*/ 2380 h 288130"/>
                <a:gd name="connsiteX8" fmla="*/ 47625 w 426244"/>
                <a:gd name="connsiteY8" fmla="*/ 0 h 288130"/>
                <a:gd name="connsiteX0" fmla="*/ 7144 w 385763"/>
                <a:gd name="connsiteY0" fmla="*/ 0 h 290512"/>
                <a:gd name="connsiteX1" fmla="*/ 0 w 385763"/>
                <a:gd name="connsiteY1" fmla="*/ 290512 h 290512"/>
                <a:gd name="connsiteX2" fmla="*/ 50007 w 385763"/>
                <a:gd name="connsiteY2" fmla="*/ 288130 h 290512"/>
                <a:gd name="connsiteX3" fmla="*/ 50007 w 385763"/>
                <a:gd name="connsiteY3" fmla="*/ 90486 h 290512"/>
                <a:gd name="connsiteX4" fmla="*/ 302419 w 385763"/>
                <a:gd name="connsiteY4" fmla="*/ 90486 h 290512"/>
                <a:gd name="connsiteX5" fmla="*/ 302419 w 385763"/>
                <a:gd name="connsiteY5" fmla="*/ 288130 h 290512"/>
                <a:gd name="connsiteX6" fmla="*/ 385763 w 385763"/>
                <a:gd name="connsiteY6" fmla="*/ 288130 h 290512"/>
                <a:gd name="connsiteX7" fmla="*/ 385763 w 385763"/>
                <a:gd name="connsiteY7" fmla="*/ 2380 h 290512"/>
                <a:gd name="connsiteX8" fmla="*/ 7144 w 385763"/>
                <a:gd name="connsiteY8" fmla="*/ 0 h 290512"/>
                <a:gd name="connsiteX0" fmla="*/ 0 w 378619"/>
                <a:gd name="connsiteY0" fmla="*/ 0 h 290512"/>
                <a:gd name="connsiteX1" fmla="*/ 2381 w 378619"/>
                <a:gd name="connsiteY1" fmla="*/ 290512 h 290512"/>
                <a:gd name="connsiteX2" fmla="*/ 42863 w 378619"/>
                <a:gd name="connsiteY2" fmla="*/ 288130 h 290512"/>
                <a:gd name="connsiteX3" fmla="*/ 42863 w 378619"/>
                <a:gd name="connsiteY3" fmla="*/ 90486 h 290512"/>
                <a:gd name="connsiteX4" fmla="*/ 295275 w 378619"/>
                <a:gd name="connsiteY4" fmla="*/ 90486 h 290512"/>
                <a:gd name="connsiteX5" fmla="*/ 295275 w 378619"/>
                <a:gd name="connsiteY5" fmla="*/ 288130 h 290512"/>
                <a:gd name="connsiteX6" fmla="*/ 378619 w 378619"/>
                <a:gd name="connsiteY6" fmla="*/ 288130 h 290512"/>
                <a:gd name="connsiteX7" fmla="*/ 378619 w 378619"/>
                <a:gd name="connsiteY7" fmla="*/ 2380 h 290512"/>
                <a:gd name="connsiteX8" fmla="*/ 0 w 378619"/>
                <a:gd name="connsiteY8" fmla="*/ 0 h 290512"/>
                <a:gd name="connsiteX0" fmla="*/ 2486 w 381105"/>
                <a:gd name="connsiteY0" fmla="*/ 0 h 288130"/>
                <a:gd name="connsiteX1" fmla="*/ 105 w 381105"/>
                <a:gd name="connsiteY1" fmla="*/ 280987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92893"/>
                <a:gd name="connsiteX1" fmla="*/ 230 w 378849"/>
                <a:gd name="connsiteY1" fmla="*/ 292893 h 292893"/>
                <a:gd name="connsiteX2" fmla="*/ 43093 w 378849"/>
                <a:gd name="connsiteY2" fmla="*/ 288130 h 292893"/>
                <a:gd name="connsiteX3" fmla="*/ 43093 w 378849"/>
                <a:gd name="connsiteY3" fmla="*/ 90486 h 292893"/>
                <a:gd name="connsiteX4" fmla="*/ 295505 w 378849"/>
                <a:gd name="connsiteY4" fmla="*/ 90486 h 292893"/>
                <a:gd name="connsiteX5" fmla="*/ 295505 w 378849"/>
                <a:gd name="connsiteY5" fmla="*/ 288130 h 292893"/>
                <a:gd name="connsiteX6" fmla="*/ 378849 w 378849"/>
                <a:gd name="connsiteY6" fmla="*/ 288130 h 292893"/>
                <a:gd name="connsiteX7" fmla="*/ 378849 w 378849"/>
                <a:gd name="connsiteY7" fmla="*/ 2380 h 292893"/>
                <a:gd name="connsiteX8" fmla="*/ 230 w 378849"/>
                <a:gd name="connsiteY8" fmla="*/ 0 h 292893"/>
                <a:gd name="connsiteX0" fmla="*/ 2486 w 381105"/>
                <a:gd name="connsiteY0" fmla="*/ 0 h 288130"/>
                <a:gd name="connsiteX1" fmla="*/ 105 w 381105"/>
                <a:gd name="connsiteY1" fmla="*/ 283368 h 288130"/>
                <a:gd name="connsiteX2" fmla="*/ 45349 w 381105"/>
                <a:gd name="connsiteY2" fmla="*/ 288130 h 288130"/>
                <a:gd name="connsiteX3" fmla="*/ 45349 w 381105"/>
                <a:gd name="connsiteY3" fmla="*/ 90486 h 288130"/>
                <a:gd name="connsiteX4" fmla="*/ 297761 w 381105"/>
                <a:gd name="connsiteY4" fmla="*/ 90486 h 288130"/>
                <a:gd name="connsiteX5" fmla="*/ 297761 w 381105"/>
                <a:gd name="connsiteY5" fmla="*/ 288130 h 288130"/>
                <a:gd name="connsiteX6" fmla="*/ 381105 w 381105"/>
                <a:gd name="connsiteY6" fmla="*/ 288130 h 288130"/>
                <a:gd name="connsiteX7" fmla="*/ 381105 w 381105"/>
                <a:gd name="connsiteY7" fmla="*/ 2380 h 288130"/>
                <a:gd name="connsiteX8" fmla="*/ 2486 w 381105"/>
                <a:gd name="connsiteY8" fmla="*/ 0 h 288130"/>
                <a:gd name="connsiteX0" fmla="*/ 230 w 378849"/>
                <a:gd name="connsiteY0" fmla="*/ 0 h 288130"/>
                <a:gd name="connsiteX1" fmla="*/ 230 w 378849"/>
                <a:gd name="connsiteY1" fmla="*/ 288130 h 288130"/>
                <a:gd name="connsiteX2" fmla="*/ 43093 w 378849"/>
                <a:gd name="connsiteY2" fmla="*/ 288130 h 288130"/>
                <a:gd name="connsiteX3" fmla="*/ 43093 w 378849"/>
                <a:gd name="connsiteY3" fmla="*/ 90486 h 288130"/>
                <a:gd name="connsiteX4" fmla="*/ 295505 w 378849"/>
                <a:gd name="connsiteY4" fmla="*/ 90486 h 288130"/>
                <a:gd name="connsiteX5" fmla="*/ 295505 w 378849"/>
                <a:gd name="connsiteY5" fmla="*/ 288130 h 288130"/>
                <a:gd name="connsiteX6" fmla="*/ 378849 w 378849"/>
                <a:gd name="connsiteY6" fmla="*/ 288130 h 288130"/>
                <a:gd name="connsiteX7" fmla="*/ 378849 w 378849"/>
                <a:gd name="connsiteY7" fmla="*/ 2380 h 288130"/>
                <a:gd name="connsiteX8" fmla="*/ 230 w 378849"/>
                <a:gd name="connsiteY8" fmla="*/ 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849" h="288130" extrusionOk="0">
                  <a:moveTo>
                    <a:pt x="230" y="0"/>
                  </a:moveTo>
                  <a:cubicBezTo>
                    <a:pt x="1024" y="96837"/>
                    <a:pt x="-564" y="191293"/>
                    <a:pt x="230" y="288130"/>
                  </a:cubicBezTo>
                  <a:lnTo>
                    <a:pt x="43093" y="288130"/>
                  </a:lnTo>
                  <a:lnTo>
                    <a:pt x="43093" y="90486"/>
                  </a:lnTo>
                  <a:lnTo>
                    <a:pt x="295505" y="90486"/>
                  </a:lnTo>
                  <a:lnTo>
                    <a:pt x="295505" y="288130"/>
                  </a:lnTo>
                  <a:lnTo>
                    <a:pt x="378849" y="288130"/>
                  </a:lnTo>
                  <a:lnTo>
                    <a:pt x="378849" y="238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cs typeface="Arial"/>
              </a:endParaRPr>
            </a:p>
          </p:txBody>
        </p:sp>
      </p:grpSp>
      <p:sp>
        <p:nvSpPr>
          <p:cNvPr id="184" name="Arrow: Up-Down 183">
            <a:extLst>
              <a:ext uri="{FF2B5EF4-FFF2-40B4-BE49-F238E27FC236}">
                <a16:creationId xmlns:a16="http://schemas.microsoft.com/office/drawing/2014/main" id="{F22A0B5D-E4F7-4F26-9456-5DC0B87AECCF}"/>
              </a:ext>
            </a:extLst>
          </p:cNvPr>
          <p:cNvSpPr/>
          <p:nvPr/>
        </p:nvSpPr>
        <p:spPr bwMode="auto">
          <a:xfrm>
            <a:off x="7065585" y="2745161"/>
            <a:ext cx="232773" cy="360186"/>
          </a:xfrm>
          <a:prstGeom prst="upDownArrow">
            <a:avLst/>
          </a:prstGeom>
          <a:solidFill>
            <a:srgbClr val="FFFFFF"/>
          </a:solidFill>
          <a:ln w="12700" cap="flat">
            <a:solidFill>
              <a:srgbClr val="1CADE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lnSpc>
                <a:spcPct val="120000"/>
              </a:lnSpc>
              <a:defRPr/>
            </a:pPr>
            <a:endParaRPr lang="en-DE" sz="1600" kern="0">
              <a:solidFill>
                <a:srgbClr val="9D9D9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32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6FC11B-F9D1-4AD5-8620-54E5A291F6DC}"/>
              </a:ext>
            </a:extLst>
          </p:cNvPr>
          <p:cNvSpPr txBox="1"/>
          <p:nvPr/>
        </p:nvSpPr>
        <p:spPr>
          <a:xfrm>
            <a:off x="238252" y="1145540"/>
            <a:ext cx="38985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UI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594B7-C022-4B89-951F-73FC4A541043}"/>
              </a:ext>
            </a:extLst>
          </p:cNvPr>
          <p:cNvSpPr txBox="1"/>
          <p:nvPr/>
        </p:nvSpPr>
        <p:spPr>
          <a:xfrm>
            <a:off x="1706881" y="320040"/>
            <a:ext cx="143603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Platform-AAS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B8CA2-1A74-4144-85EF-346290C58F25}"/>
              </a:ext>
            </a:extLst>
          </p:cNvPr>
          <p:cNvSpPr txBox="1"/>
          <p:nvPr/>
        </p:nvSpPr>
        <p:spPr>
          <a:xfrm>
            <a:off x="3770376" y="472440"/>
            <a:ext cx="139012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ECS-Runtime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573DE-2921-4EE4-8526-0598A3AD3D4D}"/>
              </a:ext>
            </a:extLst>
          </p:cNvPr>
          <p:cNvSpPr txBox="1"/>
          <p:nvPr/>
        </p:nvSpPr>
        <p:spPr>
          <a:xfrm>
            <a:off x="5641379" y="2511908"/>
            <a:ext cx="1754198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 Manager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C33EC-1365-478B-89ED-9AE7E7CD8D2A}"/>
              </a:ext>
            </a:extLst>
          </p:cNvPr>
          <p:cNvSpPr txBox="1"/>
          <p:nvPr/>
        </p:nvSpPr>
        <p:spPr>
          <a:xfrm>
            <a:off x="7787172" y="3464012"/>
            <a:ext cx="211513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 Environment</a:t>
            </a:r>
            <a:endParaRPr lang="en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D9C5FA-89B5-4FB0-857E-9A24C137C86A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33177" y="1514872"/>
            <a:ext cx="94578" cy="6457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5E5F0-6195-47D9-AA6F-A6A62B5DC51D}"/>
              </a:ext>
            </a:extLst>
          </p:cNvPr>
          <p:cNvCxnSpPr>
            <a:cxnSpLocks/>
            <a:stCxn id="3" idx="2"/>
            <a:endCxn id="284" idx="2"/>
          </p:cNvCxnSpPr>
          <p:nvPr/>
        </p:nvCxnSpPr>
        <p:spPr>
          <a:xfrm flipH="1">
            <a:off x="2420372" y="689373"/>
            <a:ext cx="4526" cy="8786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7B63AA-C8CB-4F7A-AE15-1682F5D1FF77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451864" y="841772"/>
            <a:ext cx="13574" cy="724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FBBC56-0A42-4B8F-AD4E-3E9A2127B0C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518478" y="2881240"/>
            <a:ext cx="1" cy="4075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EC0AF8-EB08-4BA6-93F1-5426CA9FE6D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844737" y="3833344"/>
            <a:ext cx="1" cy="2133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4339A7-8D65-49BB-984B-877697F748F6}"/>
              </a:ext>
            </a:extLst>
          </p:cNvPr>
          <p:cNvCxnSpPr>
            <a:cxnSpLocks/>
          </p:cNvCxnSpPr>
          <p:nvPr/>
        </p:nvCxnSpPr>
        <p:spPr>
          <a:xfrm>
            <a:off x="10914342" y="4535873"/>
            <a:ext cx="15207" cy="1454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DD485DD-501C-4991-AEEE-1950AD1720F8}"/>
              </a:ext>
            </a:extLst>
          </p:cNvPr>
          <p:cNvSpPr/>
          <p:nvPr/>
        </p:nvSpPr>
        <p:spPr>
          <a:xfrm>
            <a:off x="4396030" y="1018095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F9589AE-EDA9-498E-BB48-8FACF2CDBCA9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rot="10800000">
            <a:off x="2410652" y="1143544"/>
            <a:ext cx="1985381" cy="6526"/>
          </a:xfrm>
          <a:prstGeom prst="bentConnector3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DDEE8B9-9EFE-4574-9C35-3CBE4A7713C0}"/>
              </a:ext>
            </a:extLst>
          </p:cNvPr>
          <p:cNvSpPr/>
          <p:nvPr/>
        </p:nvSpPr>
        <p:spPr>
          <a:xfrm>
            <a:off x="2231751" y="1011569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5BE991-FF6F-4A66-9B73-A7576E61AF09}"/>
              </a:ext>
            </a:extLst>
          </p:cNvPr>
          <p:cNvSpPr txBox="1"/>
          <p:nvPr/>
        </p:nvSpPr>
        <p:spPr>
          <a:xfrm>
            <a:off x="2978014" y="831180"/>
            <a:ext cx="10143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deployEcs</a:t>
            </a:r>
            <a:endParaRPr lang="en-DE" sz="16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E0D28D-A86D-4008-9517-ECF9BB32482F}"/>
              </a:ext>
            </a:extLst>
          </p:cNvPr>
          <p:cNvSpPr/>
          <p:nvPr/>
        </p:nvSpPr>
        <p:spPr>
          <a:xfrm>
            <a:off x="6429029" y="3011996"/>
            <a:ext cx="197729" cy="4524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770723-2E20-43E1-B85D-C98EE34D2040}"/>
              </a:ext>
            </a:extLst>
          </p:cNvPr>
          <p:cNvSpPr/>
          <p:nvPr/>
        </p:nvSpPr>
        <p:spPr>
          <a:xfrm>
            <a:off x="2243867" y="1199700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8396B8-D900-420D-98EC-7F3F59BD1737}"/>
              </a:ext>
            </a:extLst>
          </p:cNvPr>
          <p:cNvSpPr txBox="1"/>
          <p:nvPr/>
        </p:nvSpPr>
        <p:spPr>
          <a:xfrm>
            <a:off x="4605559" y="2871405"/>
            <a:ext cx="169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deployServiceMgr</a:t>
            </a:r>
            <a:endParaRPr lang="en-DE" sz="16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18389C-918D-49F0-AA18-DB266F237608}"/>
              </a:ext>
            </a:extLst>
          </p:cNvPr>
          <p:cNvCxnSpPr>
            <a:cxnSpLocks/>
          </p:cNvCxnSpPr>
          <p:nvPr/>
        </p:nvCxnSpPr>
        <p:spPr>
          <a:xfrm>
            <a:off x="256032" y="1583703"/>
            <a:ext cx="1138986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C5BB44-2696-4B34-9369-133CE468658C}"/>
              </a:ext>
            </a:extLst>
          </p:cNvPr>
          <p:cNvSpPr/>
          <p:nvPr/>
        </p:nvSpPr>
        <p:spPr>
          <a:xfrm>
            <a:off x="358567" y="1772647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93F973-D399-45BD-B782-C572995FFC91}"/>
              </a:ext>
            </a:extLst>
          </p:cNvPr>
          <p:cNvSpPr/>
          <p:nvPr/>
        </p:nvSpPr>
        <p:spPr>
          <a:xfrm>
            <a:off x="2336995" y="1774334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EB934C8-7207-4744-9578-CB60BA9F3098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37465" y="1904624"/>
            <a:ext cx="1799530" cy="1687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8E5BC5A-9285-487E-9836-560805DD5433}"/>
              </a:ext>
            </a:extLst>
          </p:cNvPr>
          <p:cNvSpPr txBox="1"/>
          <p:nvPr/>
        </p:nvSpPr>
        <p:spPr>
          <a:xfrm>
            <a:off x="947819" y="1603370"/>
            <a:ext cx="12706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listResources</a:t>
            </a:r>
            <a:endParaRPr lang="en-DE" sz="1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83A1E5-75CE-4433-A394-1C5D2DFDEAA9}"/>
              </a:ext>
            </a:extLst>
          </p:cNvPr>
          <p:cNvSpPr/>
          <p:nvPr/>
        </p:nvSpPr>
        <p:spPr>
          <a:xfrm>
            <a:off x="360759" y="2073899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A86212-AE54-437E-A160-8F001F495713}"/>
              </a:ext>
            </a:extLst>
          </p:cNvPr>
          <p:cNvSpPr/>
          <p:nvPr/>
        </p:nvSpPr>
        <p:spPr>
          <a:xfrm>
            <a:off x="4360078" y="2075586"/>
            <a:ext cx="173456" cy="4101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AF0EA71-FA04-4D52-805D-2B5B3D07CEF9}"/>
              </a:ext>
            </a:extLst>
          </p:cNvPr>
          <p:cNvCxnSpPr>
            <a:cxnSpLocks/>
            <a:stCxn id="47" idx="3"/>
            <a:endCxn id="83" idx="1"/>
          </p:cNvCxnSpPr>
          <p:nvPr/>
        </p:nvCxnSpPr>
        <p:spPr>
          <a:xfrm>
            <a:off x="539659" y="2205874"/>
            <a:ext cx="1807721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099F9C2-4BD8-4A90-BCBC-6F21FA9D9A81}"/>
              </a:ext>
            </a:extLst>
          </p:cNvPr>
          <p:cNvSpPr txBox="1"/>
          <p:nvPr/>
        </p:nvSpPr>
        <p:spPr>
          <a:xfrm>
            <a:off x="845546" y="1904622"/>
            <a:ext cx="1313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addContainer</a:t>
            </a:r>
            <a:endParaRPr lang="en-DE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0AD57F-9A56-437D-BC05-291F01D3A489}"/>
              </a:ext>
            </a:extLst>
          </p:cNvPr>
          <p:cNvSpPr/>
          <p:nvPr/>
        </p:nvSpPr>
        <p:spPr>
          <a:xfrm>
            <a:off x="353187" y="2561081"/>
            <a:ext cx="176661" cy="9117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30FF90-6CB5-4F94-9C18-DCEC4F052865}"/>
              </a:ext>
            </a:extLst>
          </p:cNvPr>
          <p:cNvSpPr/>
          <p:nvPr/>
        </p:nvSpPr>
        <p:spPr>
          <a:xfrm>
            <a:off x="4361651" y="2562768"/>
            <a:ext cx="174595" cy="9017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E9F21A8-ADBE-4BAE-B665-9CABD3DD9E9E}"/>
              </a:ext>
            </a:extLst>
          </p:cNvPr>
          <p:cNvCxnSpPr>
            <a:cxnSpLocks/>
            <a:stCxn id="76" idx="3"/>
            <a:endCxn id="86" idx="1"/>
          </p:cNvCxnSpPr>
          <p:nvPr/>
        </p:nvCxnSpPr>
        <p:spPr>
          <a:xfrm>
            <a:off x="529847" y="2691724"/>
            <a:ext cx="1815444" cy="1411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FC8409A-E4C3-4913-9016-D4528165F86E}"/>
              </a:ext>
            </a:extLst>
          </p:cNvPr>
          <p:cNvSpPr txBox="1"/>
          <p:nvPr/>
        </p:nvSpPr>
        <p:spPr>
          <a:xfrm>
            <a:off x="800529" y="2413931"/>
            <a:ext cx="1384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startContainer</a:t>
            </a:r>
            <a:endParaRPr lang="en-DE" sz="1600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D2A94AE-22DD-4C99-BE05-F3694BE09B9C}"/>
              </a:ext>
            </a:extLst>
          </p:cNvPr>
          <p:cNvCxnSpPr>
            <a:cxnSpLocks/>
            <a:stCxn id="73" idx="3"/>
            <a:endCxn id="5" idx="1"/>
          </p:cNvCxnSpPr>
          <p:nvPr/>
        </p:nvCxnSpPr>
        <p:spPr>
          <a:xfrm flipV="1">
            <a:off x="4533783" y="2696575"/>
            <a:ext cx="1107596" cy="555"/>
          </a:xfrm>
          <a:prstGeom prst="bentConnector3">
            <a:avLst/>
          </a:prstGeom>
          <a:ln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6925B77-5B3D-492B-854D-09E51FCB3FA8}"/>
              </a:ext>
            </a:extLst>
          </p:cNvPr>
          <p:cNvCxnSpPr>
            <a:cxnSpLocks/>
            <a:stCxn id="68" idx="1"/>
            <a:endCxn id="71" idx="3"/>
          </p:cNvCxnSpPr>
          <p:nvPr/>
        </p:nvCxnSpPr>
        <p:spPr>
          <a:xfrm rot="10800000">
            <a:off x="4533539" y="3336793"/>
            <a:ext cx="1896141" cy="190"/>
          </a:xfrm>
          <a:prstGeom prst="bentConnector3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17278C2-2C67-428A-BE55-7A627E73847E}"/>
              </a:ext>
            </a:extLst>
          </p:cNvPr>
          <p:cNvSpPr/>
          <p:nvPr/>
        </p:nvSpPr>
        <p:spPr>
          <a:xfrm>
            <a:off x="6428108" y="3043181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6343F7F-4E7F-4CE3-851A-6CFA20AD7E52}"/>
              </a:ext>
            </a:extLst>
          </p:cNvPr>
          <p:cNvSpPr/>
          <p:nvPr/>
        </p:nvSpPr>
        <p:spPr>
          <a:xfrm>
            <a:off x="2255942" y="3040421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B7743A-24B3-4ECE-A114-DE8F4C7E80EF}"/>
              </a:ext>
            </a:extLst>
          </p:cNvPr>
          <p:cNvSpPr/>
          <p:nvPr/>
        </p:nvSpPr>
        <p:spPr>
          <a:xfrm>
            <a:off x="6429677" y="3205008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8A3F27-A53B-4667-A817-10BCAC27951A}"/>
              </a:ext>
            </a:extLst>
          </p:cNvPr>
          <p:cNvSpPr/>
          <p:nvPr/>
        </p:nvSpPr>
        <p:spPr>
          <a:xfrm>
            <a:off x="4354638" y="3204818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3ECA879-9E1E-46A8-B606-B990530071E5}"/>
              </a:ext>
            </a:extLst>
          </p:cNvPr>
          <p:cNvSpPr/>
          <p:nvPr/>
        </p:nvSpPr>
        <p:spPr>
          <a:xfrm>
            <a:off x="4354885" y="2565154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5019988-169E-4725-B174-34495C406E63}"/>
              </a:ext>
            </a:extLst>
          </p:cNvPr>
          <p:cNvSpPr/>
          <p:nvPr/>
        </p:nvSpPr>
        <p:spPr>
          <a:xfrm>
            <a:off x="350949" y="2559747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3180695-06C1-40E3-AF16-7B43FD9B874E}"/>
              </a:ext>
            </a:extLst>
          </p:cNvPr>
          <p:cNvCxnSpPr>
            <a:cxnSpLocks/>
            <a:stCxn id="61" idx="1"/>
            <a:endCxn id="63" idx="3"/>
          </p:cNvCxnSpPr>
          <p:nvPr/>
        </p:nvCxnSpPr>
        <p:spPr>
          <a:xfrm rot="10800000">
            <a:off x="2434840" y="3172396"/>
            <a:ext cx="3993268" cy="2760"/>
          </a:xfrm>
          <a:prstGeom prst="bentConnector3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B3363F9A-1DC7-48BA-855E-3B83EF095BB8}"/>
              </a:ext>
            </a:extLst>
          </p:cNvPr>
          <p:cNvCxnSpPr>
            <a:cxnSpLocks/>
            <a:stCxn id="71" idx="1"/>
            <a:endCxn id="81" idx="3"/>
          </p:cNvCxnSpPr>
          <p:nvPr/>
        </p:nvCxnSpPr>
        <p:spPr>
          <a:xfrm rot="10800000" flipV="1">
            <a:off x="530632" y="3336794"/>
            <a:ext cx="3824006" cy="942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A7400C1-A6B0-4F03-9017-5A15D0089B1C}"/>
              </a:ext>
            </a:extLst>
          </p:cNvPr>
          <p:cNvSpPr/>
          <p:nvPr/>
        </p:nvSpPr>
        <p:spPr>
          <a:xfrm>
            <a:off x="351734" y="3214245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9F52B55-1130-4669-B1B4-C7F96EE643FE}"/>
              </a:ext>
            </a:extLst>
          </p:cNvPr>
          <p:cNvSpPr/>
          <p:nvPr/>
        </p:nvSpPr>
        <p:spPr>
          <a:xfrm>
            <a:off x="2347378" y="2073899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69DDE87-47E6-4AE4-A712-771D73D2E466}"/>
              </a:ext>
            </a:extLst>
          </p:cNvPr>
          <p:cNvSpPr/>
          <p:nvPr/>
        </p:nvSpPr>
        <p:spPr>
          <a:xfrm>
            <a:off x="2345291" y="2561158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2289D4E4-E2E4-436C-B92C-9EC37A80EB09}"/>
              </a:ext>
            </a:extLst>
          </p:cNvPr>
          <p:cNvCxnSpPr>
            <a:cxnSpLocks/>
            <a:stCxn id="83" idx="3"/>
            <a:endCxn id="305" idx="1"/>
          </p:cNvCxnSpPr>
          <p:nvPr/>
        </p:nvCxnSpPr>
        <p:spPr>
          <a:xfrm>
            <a:off x="2526278" y="2205874"/>
            <a:ext cx="1836131" cy="1434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8558B615-302D-4B1F-9287-7D33C1716F0F}"/>
              </a:ext>
            </a:extLst>
          </p:cNvPr>
          <p:cNvCxnSpPr>
            <a:cxnSpLocks/>
            <a:stCxn id="86" idx="3"/>
            <a:endCxn id="73" idx="1"/>
          </p:cNvCxnSpPr>
          <p:nvPr/>
        </p:nvCxnSpPr>
        <p:spPr>
          <a:xfrm>
            <a:off x="2524189" y="2693133"/>
            <a:ext cx="1830696" cy="3996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2D874C33-7083-49C9-90F5-0E7B7FF9DADD}"/>
              </a:ext>
            </a:extLst>
          </p:cNvPr>
          <p:cNvSpPr/>
          <p:nvPr/>
        </p:nvSpPr>
        <p:spPr>
          <a:xfrm>
            <a:off x="353183" y="352261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F59320F-AB18-4BCF-AB06-EF9BA6DB408C}"/>
              </a:ext>
            </a:extLst>
          </p:cNvPr>
          <p:cNvSpPr/>
          <p:nvPr/>
        </p:nvSpPr>
        <p:spPr>
          <a:xfrm>
            <a:off x="6428110" y="3524303"/>
            <a:ext cx="198647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52DAC6C-85AC-425F-8B67-D03DB436FFC9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>
            <a:off x="532083" y="3654591"/>
            <a:ext cx="1816865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173EAB3D-7036-49BC-AE22-3306EA401364}"/>
              </a:ext>
            </a:extLst>
          </p:cNvPr>
          <p:cNvSpPr/>
          <p:nvPr/>
        </p:nvSpPr>
        <p:spPr>
          <a:xfrm>
            <a:off x="2348946" y="352261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99D01F51-A85A-40A2-8E0E-A675CD27DF30}"/>
              </a:ext>
            </a:extLst>
          </p:cNvPr>
          <p:cNvCxnSpPr>
            <a:cxnSpLocks/>
            <a:stCxn id="100" idx="3"/>
            <a:endCxn id="98" idx="1"/>
          </p:cNvCxnSpPr>
          <p:nvPr/>
        </p:nvCxnSpPr>
        <p:spPr>
          <a:xfrm>
            <a:off x="2527844" y="3654593"/>
            <a:ext cx="3900264" cy="1687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D7BFA46-BCAE-4941-B460-0DA9070EC6CC}"/>
              </a:ext>
            </a:extLst>
          </p:cNvPr>
          <p:cNvSpPr txBox="1"/>
          <p:nvPr/>
        </p:nvSpPr>
        <p:spPr>
          <a:xfrm>
            <a:off x="928836" y="3353339"/>
            <a:ext cx="1115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addArtifact</a:t>
            </a:r>
            <a:endParaRPr lang="en-DE" sz="1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F5FBED-1065-4109-AFBD-F6C79874F0FF}"/>
              </a:ext>
            </a:extLst>
          </p:cNvPr>
          <p:cNvSpPr txBox="1"/>
          <p:nvPr/>
        </p:nvSpPr>
        <p:spPr>
          <a:xfrm>
            <a:off x="5344697" y="339290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</a:t>
            </a:r>
            <a:endParaRPr lang="en-DE" sz="1600" dirty="0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C3F6B32-FAA6-4DB0-9762-18C5950B8837}"/>
              </a:ext>
            </a:extLst>
          </p:cNvPr>
          <p:cNvCxnSpPr>
            <a:cxnSpLocks/>
            <a:stCxn id="98" idx="3"/>
            <a:endCxn id="6" idx="1"/>
          </p:cNvCxnSpPr>
          <p:nvPr/>
        </p:nvCxnSpPr>
        <p:spPr>
          <a:xfrm flipV="1">
            <a:off x="6626757" y="3648678"/>
            <a:ext cx="1160415" cy="7600"/>
          </a:xfrm>
          <a:prstGeom prst="bentConnector3">
            <a:avLst/>
          </a:prstGeom>
          <a:ln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4E2AB47-8C79-441E-AD3F-C90D19D6F2C1}"/>
              </a:ext>
            </a:extLst>
          </p:cNvPr>
          <p:cNvCxnSpPr>
            <a:cxnSpLocks/>
            <a:stCxn id="126" idx="3"/>
            <a:endCxn id="7" idx="1"/>
          </p:cNvCxnSpPr>
          <p:nvPr/>
        </p:nvCxnSpPr>
        <p:spPr>
          <a:xfrm flipV="1">
            <a:off x="8917783" y="4458455"/>
            <a:ext cx="1567339" cy="5256"/>
          </a:xfrm>
          <a:prstGeom prst="bentConnector3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7EF733-7D18-4BCE-916E-B0404C5535D2}"/>
              </a:ext>
            </a:extLst>
          </p:cNvPr>
          <p:cNvSpPr/>
          <p:nvPr/>
        </p:nvSpPr>
        <p:spPr>
          <a:xfrm>
            <a:off x="345867" y="4210909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80A50849-AD96-40B0-929F-100D9A4A6CB9}"/>
              </a:ext>
            </a:extLst>
          </p:cNvPr>
          <p:cNvCxnSpPr>
            <a:cxnSpLocks/>
            <a:stCxn id="115" idx="3"/>
            <a:endCxn id="119" idx="1"/>
          </p:cNvCxnSpPr>
          <p:nvPr/>
        </p:nvCxnSpPr>
        <p:spPr>
          <a:xfrm>
            <a:off x="524765" y="4342884"/>
            <a:ext cx="1818994" cy="5876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053AC5D-EF66-402F-B0FF-F0D889F544D3}"/>
              </a:ext>
            </a:extLst>
          </p:cNvPr>
          <p:cNvSpPr/>
          <p:nvPr/>
        </p:nvSpPr>
        <p:spPr>
          <a:xfrm>
            <a:off x="2343759" y="4216785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FBB770-2182-4D86-AAEC-06987BE21664}"/>
              </a:ext>
            </a:extLst>
          </p:cNvPr>
          <p:cNvSpPr txBox="1"/>
          <p:nvPr/>
        </p:nvSpPr>
        <p:spPr>
          <a:xfrm>
            <a:off x="858215" y="4083801"/>
            <a:ext cx="1247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startServices</a:t>
            </a:r>
            <a:endParaRPr lang="en-DE" sz="1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DCCC92C-766F-480A-8AEA-585C0472866B}"/>
              </a:ext>
            </a:extLst>
          </p:cNvPr>
          <p:cNvSpPr/>
          <p:nvPr/>
        </p:nvSpPr>
        <p:spPr>
          <a:xfrm>
            <a:off x="6428109" y="4214694"/>
            <a:ext cx="195090" cy="4982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31224C77-9696-434E-A8BC-503E40B730AF}"/>
              </a:ext>
            </a:extLst>
          </p:cNvPr>
          <p:cNvCxnSpPr>
            <a:cxnSpLocks/>
            <a:stCxn id="119" idx="3"/>
            <a:endCxn id="239" idx="1"/>
          </p:cNvCxnSpPr>
          <p:nvPr/>
        </p:nvCxnSpPr>
        <p:spPr>
          <a:xfrm>
            <a:off x="2522657" y="4348762"/>
            <a:ext cx="3912854" cy="4021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F67CB35-1271-44DD-8105-A29229E22FCD}"/>
              </a:ext>
            </a:extLst>
          </p:cNvPr>
          <p:cNvSpPr/>
          <p:nvPr/>
        </p:nvSpPr>
        <p:spPr>
          <a:xfrm>
            <a:off x="8745412" y="4262042"/>
            <a:ext cx="172370" cy="4033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B05F5F3C-BC76-42C5-AA44-BD3B839FD79C}"/>
              </a:ext>
            </a:extLst>
          </p:cNvPr>
          <p:cNvCxnSpPr>
            <a:cxnSpLocks/>
            <a:stCxn id="122" idx="3"/>
            <a:endCxn id="126" idx="1"/>
          </p:cNvCxnSpPr>
          <p:nvPr/>
        </p:nvCxnSpPr>
        <p:spPr>
          <a:xfrm flipV="1">
            <a:off x="6623201" y="4463712"/>
            <a:ext cx="2122213" cy="125"/>
          </a:xfrm>
          <a:prstGeom prst="bentConnector3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20DAC9D-E03E-4A23-B1D1-CAF24FB95CC9}"/>
              </a:ext>
            </a:extLst>
          </p:cNvPr>
          <p:cNvSpPr/>
          <p:nvPr/>
        </p:nvSpPr>
        <p:spPr>
          <a:xfrm>
            <a:off x="10929547" y="4817422"/>
            <a:ext cx="198646" cy="7932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6B32F12-F348-453B-B1F4-18B231F1F6E4}"/>
              </a:ext>
            </a:extLst>
          </p:cNvPr>
          <p:cNvSpPr/>
          <p:nvPr/>
        </p:nvSpPr>
        <p:spPr>
          <a:xfrm>
            <a:off x="10872282" y="4845702"/>
            <a:ext cx="198646" cy="7932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12B55F0-1CC6-4CD4-AD13-761718171A9F}"/>
              </a:ext>
            </a:extLst>
          </p:cNvPr>
          <p:cNvSpPr/>
          <p:nvPr/>
        </p:nvSpPr>
        <p:spPr>
          <a:xfrm>
            <a:off x="10815017" y="4873983"/>
            <a:ext cx="198646" cy="7932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5F71367A-F11A-4754-BB2F-458F65BA76A9}"/>
              </a:ext>
            </a:extLst>
          </p:cNvPr>
          <p:cNvCxnSpPr>
            <a:cxnSpLocks/>
            <a:stCxn id="131" idx="3"/>
            <a:endCxn id="140" idx="3"/>
          </p:cNvCxnSpPr>
          <p:nvPr/>
        </p:nvCxnSpPr>
        <p:spPr>
          <a:xfrm flipV="1">
            <a:off x="11013665" y="5005958"/>
            <a:ext cx="34717" cy="264670"/>
          </a:xfrm>
          <a:prstGeom prst="bentConnector3">
            <a:avLst>
              <a:gd name="adj1" fmla="val 758467"/>
            </a:avLst>
          </a:prstGeom>
          <a:ln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B6B3AAB-D9AA-434B-9F8A-6E2C0F8AC484}"/>
              </a:ext>
            </a:extLst>
          </p:cNvPr>
          <p:cNvSpPr/>
          <p:nvPr/>
        </p:nvSpPr>
        <p:spPr>
          <a:xfrm>
            <a:off x="10869482" y="4873983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5111D3B-5213-4541-9657-E2F397EAE298}"/>
              </a:ext>
            </a:extLst>
          </p:cNvPr>
          <p:cNvSpPr/>
          <p:nvPr/>
        </p:nvSpPr>
        <p:spPr>
          <a:xfrm>
            <a:off x="345867" y="585842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A48E24CC-05EC-4D24-A0C4-D03893D3F195}"/>
              </a:ext>
            </a:extLst>
          </p:cNvPr>
          <p:cNvCxnSpPr>
            <a:cxnSpLocks/>
            <a:stCxn id="142" idx="3"/>
            <a:endCxn id="144" idx="1"/>
          </p:cNvCxnSpPr>
          <p:nvPr/>
        </p:nvCxnSpPr>
        <p:spPr>
          <a:xfrm>
            <a:off x="524765" y="5990401"/>
            <a:ext cx="1818994" cy="5876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9F90D34-7D8B-4E8F-A520-4623348AF50C}"/>
              </a:ext>
            </a:extLst>
          </p:cNvPr>
          <p:cNvSpPr/>
          <p:nvPr/>
        </p:nvSpPr>
        <p:spPr>
          <a:xfrm>
            <a:off x="2343759" y="5864302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86E82DD-7F36-44BB-AFDF-0BD037D330BE}"/>
              </a:ext>
            </a:extLst>
          </p:cNvPr>
          <p:cNvSpPr/>
          <p:nvPr/>
        </p:nvSpPr>
        <p:spPr>
          <a:xfrm>
            <a:off x="6428109" y="5862211"/>
            <a:ext cx="195090" cy="4215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8FE70852-DE74-44D5-8680-F744FDDB8ABC}"/>
              </a:ext>
            </a:extLst>
          </p:cNvPr>
          <p:cNvCxnSpPr>
            <a:cxnSpLocks/>
            <a:stCxn id="144" idx="3"/>
            <a:endCxn id="256" idx="1"/>
          </p:cNvCxnSpPr>
          <p:nvPr/>
        </p:nvCxnSpPr>
        <p:spPr>
          <a:xfrm>
            <a:off x="2522657" y="5996279"/>
            <a:ext cx="3921644" cy="4111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1EE7CC4E-686E-414E-9C7C-D7D40C247E18}"/>
              </a:ext>
            </a:extLst>
          </p:cNvPr>
          <p:cNvCxnSpPr>
            <a:cxnSpLocks/>
            <a:stCxn id="256" idx="3"/>
            <a:endCxn id="161" idx="1"/>
          </p:cNvCxnSpPr>
          <p:nvPr/>
        </p:nvCxnSpPr>
        <p:spPr>
          <a:xfrm flipV="1">
            <a:off x="6623201" y="5996593"/>
            <a:ext cx="2115685" cy="3797"/>
          </a:xfrm>
          <a:prstGeom prst="bentConnector3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0BC5BE7-27E1-48F6-9E33-39E42A47F4C5}"/>
              </a:ext>
            </a:extLst>
          </p:cNvPr>
          <p:cNvSpPr/>
          <p:nvPr/>
        </p:nvSpPr>
        <p:spPr>
          <a:xfrm>
            <a:off x="2347990" y="5142184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5591168A-0380-44DB-87CA-4114CC929D17}"/>
              </a:ext>
            </a:extLst>
          </p:cNvPr>
          <p:cNvCxnSpPr>
            <a:cxnSpLocks/>
            <a:stCxn id="131" idx="1"/>
            <a:endCxn id="149" idx="3"/>
          </p:cNvCxnSpPr>
          <p:nvPr/>
        </p:nvCxnSpPr>
        <p:spPr>
          <a:xfrm rot="10800000" flipV="1">
            <a:off x="2526891" y="5270629"/>
            <a:ext cx="8288129" cy="3531"/>
          </a:xfrm>
          <a:prstGeom prst="bentConnector3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ross 154">
            <a:extLst>
              <a:ext uri="{FF2B5EF4-FFF2-40B4-BE49-F238E27FC236}">
                <a16:creationId xmlns:a16="http://schemas.microsoft.com/office/drawing/2014/main" id="{C51FD6B2-4E28-44A0-B8DD-D12E34E50AE2}"/>
              </a:ext>
            </a:extLst>
          </p:cNvPr>
          <p:cNvSpPr/>
          <p:nvPr/>
        </p:nvSpPr>
        <p:spPr>
          <a:xfrm rot="18999847">
            <a:off x="8490658" y="5663770"/>
            <a:ext cx="702873" cy="694409"/>
          </a:xfrm>
          <a:prstGeom prst="plus">
            <a:avLst>
              <a:gd name="adj" fmla="val 41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6" name="Cross 155">
            <a:extLst>
              <a:ext uri="{FF2B5EF4-FFF2-40B4-BE49-F238E27FC236}">
                <a16:creationId xmlns:a16="http://schemas.microsoft.com/office/drawing/2014/main" id="{E452BD72-4FFA-4641-A2C4-E69F1945902B}"/>
              </a:ext>
            </a:extLst>
          </p:cNvPr>
          <p:cNvSpPr/>
          <p:nvPr/>
        </p:nvSpPr>
        <p:spPr>
          <a:xfrm rot="18999847">
            <a:off x="10586593" y="5657712"/>
            <a:ext cx="702873" cy="694409"/>
          </a:xfrm>
          <a:prstGeom prst="plus">
            <a:avLst>
              <a:gd name="adj" fmla="val 41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F16F230E-779C-46AF-8103-95E8975F5946}"/>
              </a:ext>
            </a:extLst>
          </p:cNvPr>
          <p:cNvCxnSpPr>
            <a:cxnSpLocks/>
            <a:stCxn id="161" idx="3"/>
            <a:endCxn id="163" idx="1"/>
          </p:cNvCxnSpPr>
          <p:nvPr/>
        </p:nvCxnSpPr>
        <p:spPr>
          <a:xfrm>
            <a:off x="8917784" y="5996593"/>
            <a:ext cx="1922569" cy="3237"/>
          </a:xfrm>
          <a:prstGeom prst="bentConnector3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0C7E52C-2D75-4A50-9F1E-D73324BF4D48}"/>
              </a:ext>
            </a:extLst>
          </p:cNvPr>
          <p:cNvSpPr/>
          <p:nvPr/>
        </p:nvSpPr>
        <p:spPr>
          <a:xfrm>
            <a:off x="8738884" y="5864616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142D972-E118-4B1C-97DA-211C5E39F486}"/>
              </a:ext>
            </a:extLst>
          </p:cNvPr>
          <p:cNvSpPr/>
          <p:nvPr/>
        </p:nvSpPr>
        <p:spPr>
          <a:xfrm>
            <a:off x="10840351" y="5867853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8827FED-43C6-484E-8A98-F12EC5B57350}"/>
              </a:ext>
            </a:extLst>
          </p:cNvPr>
          <p:cNvSpPr/>
          <p:nvPr/>
        </p:nvSpPr>
        <p:spPr>
          <a:xfrm>
            <a:off x="4373732" y="4782249"/>
            <a:ext cx="174467" cy="3535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37A0D88-2D6B-42DE-BE8B-86FB6A4F9C92}"/>
              </a:ext>
            </a:extLst>
          </p:cNvPr>
          <p:cNvSpPr/>
          <p:nvPr/>
        </p:nvSpPr>
        <p:spPr>
          <a:xfrm>
            <a:off x="2345348" y="482832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ABC24B0-E099-46D8-AEEC-5E92F8DFAEBB}"/>
              </a:ext>
            </a:extLst>
          </p:cNvPr>
          <p:cNvCxnSpPr>
            <a:cxnSpLocks/>
            <a:endCxn id="169" idx="3"/>
          </p:cNvCxnSpPr>
          <p:nvPr/>
        </p:nvCxnSpPr>
        <p:spPr>
          <a:xfrm rot="10800000" flipV="1">
            <a:off x="2524246" y="4959045"/>
            <a:ext cx="1849484" cy="1256"/>
          </a:xfrm>
          <a:prstGeom prst="bentConnector3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2DF918A8-D6F7-4256-8433-F32B3EF04187}"/>
              </a:ext>
            </a:extLst>
          </p:cNvPr>
          <p:cNvSpPr txBox="1"/>
          <p:nvPr/>
        </p:nvSpPr>
        <p:spPr>
          <a:xfrm>
            <a:off x="878606" y="5675911"/>
            <a:ext cx="1225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stopServices</a:t>
            </a:r>
            <a:endParaRPr lang="en-DE" sz="1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962BF61-3E36-49F5-B11F-7B505319CFB1}"/>
              </a:ext>
            </a:extLst>
          </p:cNvPr>
          <p:cNvSpPr/>
          <p:nvPr/>
        </p:nvSpPr>
        <p:spPr>
          <a:xfrm>
            <a:off x="349628" y="642701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AAF34A9-DDC4-4429-816A-4D2C73DF091B}"/>
              </a:ext>
            </a:extLst>
          </p:cNvPr>
          <p:cNvSpPr/>
          <p:nvPr/>
        </p:nvSpPr>
        <p:spPr>
          <a:xfrm>
            <a:off x="6424554" y="6428704"/>
            <a:ext cx="198646" cy="4292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6DD69F38-4BBE-47B8-9391-5B25A1AF3205}"/>
              </a:ext>
            </a:extLst>
          </p:cNvPr>
          <p:cNvCxnSpPr>
            <a:cxnSpLocks/>
          </p:cNvCxnSpPr>
          <p:nvPr/>
        </p:nvCxnSpPr>
        <p:spPr>
          <a:xfrm>
            <a:off x="528528" y="6508191"/>
            <a:ext cx="1816865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40014B4-8330-4AC6-996C-3E13AFC062C5}"/>
              </a:ext>
            </a:extLst>
          </p:cNvPr>
          <p:cNvSpPr/>
          <p:nvPr/>
        </p:nvSpPr>
        <p:spPr>
          <a:xfrm>
            <a:off x="2345391" y="642701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99B84C84-59A1-4B13-A0B5-669CE8C27AAB}"/>
              </a:ext>
            </a:extLst>
          </p:cNvPr>
          <p:cNvCxnSpPr>
            <a:cxnSpLocks/>
            <a:stCxn id="179" idx="3"/>
            <a:endCxn id="268" idx="1"/>
          </p:cNvCxnSpPr>
          <p:nvPr/>
        </p:nvCxnSpPr>
        <p:spPr>
          <a:xfrm>
            <a:off x="2524289" y="6558991"/>
            <a:ext cx="3897268" cy="202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AFC2C2A9-FE6C-42E3-97FD-468A241AB038}"/>
              </a:ext>
            </a:extLst>
          </p:cNvPr>
          <p:cNvSpPr txBox="1"/>
          <p:nvPr/>
        </p:nvSpPr>
        <p:spPr>
          <a:xfrm>
            <a:off x="669605" y="6248170"/>
            <a:ext cx="1582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undeployArtifact</a:t>
            </a:r>
            <a:endParaRPr lang="en-DE" sz="1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473C9C8-359E-4F1A-BB24-00C7BF9A21C2}"/>
              </a:ext>
            </a:extLst>
          </p:cNvPr>
          <p:cNvSpPr/>
          <p:nvPr/>
        </p:nvSpPr>
        <p:spPr>
          <a:xfrm>
            <a:off x="360696" y="7058594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4952098-A3D4-42B0-A000-C33B1AE3E4BF}"/>
              </a:ext>
            </a:extLst>
          </p:cNvPr>
          <p:cNvSpPr/>
          <p:nvPr/>
        </p:nvSpPr>
        <p:spPr>
          <a:xfrm>
            <a:off x="4369159" y="7060281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B4B55ADE-9575-47E5-8E8C-177ECFB04D9D}"/>
              </a:ext>
            </a:extLst>
          </p:cNvPr>
          <p:cNvCxnSpPr>
            <a:cxnSpLocks/>
            <a:stCxn id="182" idx="3"/>
            <a:endCxn id="185" idx="1"/>
          </p:cNvCxnSpPr>
          <p:nvPr/>
        </p:nvCxnSpPr>
        <p:spPr>
          <a:xfrm>
            <a:off x="539594" y="7190569"/>
            <a:ext cx="1816865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586C30C-B764-493E-B9B7-65509BD9B8C7}"/>
              </a:ext>
            </a:extLst>
          </p:cNvPr>
          <p:cNvSpPr/>
          <p:nvPr/>
        </p:nvSpPr>
        <p:spPr>
          <a:xfrm>
            <a:off x="2356459" y="7058594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2B10B283-92D8-47D9-AA01-6F73CA767392}"/>
              </a:ext>
            </a:extLst>
          </p:cNvPr>
          <p:cNvCxnSpPr>
            <a:cxnSpLocks/>
            <a:stCxn id="185" idx="3"/>
            <a:endCxn id="183" idx="1"/>
          </p:cNvCxnSpPr>
          <p:nvPr/>
        </p:nvCxnSpPr>
        <p:spPr>
          <a:xfrm>
            <a:off x="2535357" y="7190569"/>
            <a:ext cx="1833802" cy="1687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CF0ABB80-DA1F-4A99-A3CC-8F90D5F074F8}"/>
              </a:ext>
            </a:extLst>
          </p:cNvPr>
          <p:cNvSpPr txBox="1"/>
          <p:nvPr/>
        </p:nvSpPr>
        <p:spPr>
          <a:xfrm>
            <a:off x="798588" y="6879919"/>
            <a:ext cx="1362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stopContainer</a:t>
            </a:r>
            <a:endParaRPr lang="en-DE" sz="1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68DCCEE-2CD8-4BB1-BB60-7D70F2A255F9}"/>
              </a:ext>
            </a:extLst>
          </p:cNvPr>
          <p:cNvSpPr/>
          <p:nvPr/>
        </p:nvSpPr>
        <p:spPr>
          <a:xfrm>
            <a:off x="6448211" y="7058316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33026036-3911-4FFD-9A0F-F19BADDC2245}"/>
              </a:ext>
            </a:extLst>
          </p:cNvPr>
          <p:cNvCxnSpPr>
            <a:cxnSpLocks/>
            <a:stCxn id="183" idx="3"/>
            <a:endCxn id="190" idx="1"/>
          </p:cNvCxnSpPr>
          <p:nvPr/>
        </p:nvCxnSpPr>
        <p:spPr>
          <a:xfrm flipV="1">
            <a:off x="4548057" y="7190291"/>
            <a:ext cx="1900154" cy="1965"/>
          </a:xfrm>
          <a:prstGeom prst="bentConnector3">
            <a:avLst>
              <a:gd name="adj1" fmla="val 50000"/>
            </a:avLst>
          </a:prstGeom>
          <a:ln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5DD9F62-CC3D-4E1D-B183-A51F693B511B}"/>
              </a:ext>
            </a:extLst>
          </p:cNvPr>
          <p:cNvSpPr/>
          <p:nvPr/>
        </p:nvSpPr>
        <p:spPr>
          <a:xfrm>
            <a:off x="358567" y="758359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2533445-54F0-4240-B2F9-9E279417913E}"/>
              </a:ext>
            </a:extLst>
          </p:cNvPr>
          <p:cNvSpPr/>
          <p:nvPr/>
        </p:nvSpPr>
        <p:spPr>
          <a:xfrm>
            <a:off x="4367030" y="7585283"/>
            <a:ext cx="178898" cy="462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A5EB495D-0FFE-4C79-AF6C-1A79BE979588}"/>
              </a:ext>
            </a:extLst>
          </p:cNvPr>
          <p:cNvCxnSpPr>
            <a:cxnSpLocks/>
            <a:stCxn id="195" idx="3"/>
            <a:endCxn id="198" idx="1"/>
          </p:cNvCxnSpPr>
          <p:nvPr/>
        </p:nvCxnSpPr>
        <p:spPr>
          <a:xfrm>
            <a:off x="537465" y="7715571"/>
            <a:ext cx="1816865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FDD5B1A-369D-4E03-94A0-3BF957535CCF}"/>
              </a:ext>
            </a:extLst>
          </p:cNvPr>
          <p:cNvSpPr/>
          <p:nvPr/>
        </p:nvSpPr>
        <p:spPr>
          <a:xfrm>
            <a:off x="2354330" y="7583596"/>
            <a:ext cx="178898" cy="263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E56A751D-BD30-4D7D-88DC-DCADF8E1D7DF}"/>
              </a:ext>
            </a:extLst>
          </p:cNvPr>
          <p:cNvCxnSpPr>
            <a:cxnSpLocks/>
            <a:stCxn id="198" idx="3"/>
            <a:endCxn id="280" idx="1"/>
          </p:cNvCxnSpPr>
          <p:nvPr/>
        </p:nvCxnSpPr>
        <p:spPr>
          <a:xfrm>
            <a:off x="2533228" y="7715571"/>
            <a:ext cx="1829179" cy="4556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09093098-1837-45AB-8D67-473A1D777D19}"/>
              </a:ext>
            </a:extLst>
          </p:cNvPr>
          <p:cNvSpPr txBox="1"/>
          <p:nvPr/>
        </p:nvSpPr>
        <p:spPr>
          <a:xfrm>
            <a:off x="616000" y="7402716"/>
            <a:ext cx="163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removeContainer</a:t>
            </a:r>
            <a:endParaRPr lang="en-DE" sz="1600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13CE7D5-2FC1-43E8-BA5B-9B329A4D66F9}"/>
              </a:ext>
            </a:extLst>
          </p:cNvPr>
          <p:cNvCxnSpPr>
            <a:cxnSpLocks/>
          </p:cNvCxnSpPr>
          <p:nvPr/>
        </p:nvCxnSpPr>
        <p:spPr>
          <a:xfrm>
            <a:off x="256032" y="4121277"/>
            <a:ext cx="1138986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21FA2932-D9D4-4D94-A39D-409137E04D20}"/>
              </a:ext>
            </a:extLst>
          </p:cNvPr>
          <p:cNvCxnSpPr>
            <a:cxnSpLocks/>
          </p:cNvCxnSpPr>
          <p:nvPr/>
        </p:nvCxnSpPr>
        <p:spPr>
          <a:xfrm>
            <a:off x="280096" y="5709605"/>
            <a:ext cx="11365804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26727CA-2C00-4C19-A9D2-0E403304259D}"/>
              </a:ext>
            </a:extLst>
          </p:cNvPr>
          <p:cNvSpPr txBox="1"/>
          <p:nvPr/>
        </p:nvSpPr>
        <p:spPr>
          <a:xfrm>
            <a:off x="10688802" y="4211745"/>
            <a:ext cx="85844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</a:t>
            </a:r>
            <a:endParaRPr lang="en-DE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090E8FC-4153-42FF-86D9-96D52F08DC6C}"/>
              </a:ext>
            </a:extLst>
          </p:cNvPr>
          <p:cNvSpPr txBox="1"/>
          <p:nvPr/>
        </p:nvSpPr>
        <p:spPr>
          <a:xfrm>
            <a:off x="10582107" y="4234895"/>
            <a:ext cx="85844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C1794-DCA7-474A-864D-F488B8C3FD7C}"/>
              </a:ext>
            </a:extLst>
          </p:cNvPr>
          <p:cNvSpPr txBox="1"/>
          <p:nvPr/>
        </p:nvSpPr>
        <p:spPr>
          <a:xfrm>
            <a:off x="10485121" y="4273789"/>
            <a:ext cx="85844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Service</a:t>
            </a:r>
            <a:endParaRPr lang="en-DE" dirty="0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BB7F3F11-FE33-451C-A175-3FA559968B9F}"/>
              </a:ext>
            </a:extLst>
          </p:cNvPr>
          <p:cNvCxnSpPr>
            <a:cxnSpLocks/>
          </p:cNvCxnSpPr>
          <p:nvPr/>
        </p:nvCxnSpPr>
        <p:spPr>
          <a:xfrm>
            <a:off x="3437429" y="41096"/>
            <a:ext cx="0" cy="6750261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7D1008C2-3C7C-4D4C-93B8-17A864707571}"/>
              </a:ext>
            </a:extLst>
          </p:cNvPr>
          <p:cNvCxnSpPr>
            <a:cxnSpLocks/>
          </p:cNvCxnSpPr>
          <p:nvPr/>
        </p:nvCxnSpPr>
        <p:spPr>
          <a:xfrm>
            <a:off x="5396051" y="53871"/>
            <a:ext cx="0" cy="6750261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7610F04-936A-4458-B6CE-E93BD6ACDF62}"/>
              </a:ext>
            </a:extLst>
          </p:cNvPr>
          <p:cNvCxnSpPr>
            <a:cxnSpLocks/>
          </p:cNvCxnSpPr>
          <p:nvPr/>
        </p:nvCxnSpPr>
        <p:spPr>
          <a:xfrm>
            <a:off x="1269962" y="59102"/>
            <a:ext cx="0" cy="6750261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E9F32BC5-8B71-41E7-A00D-F0971EBD9F03}"/>
              </a:ext>
            </a:extLst>
          </p:cNvPr>
          <p:cNvCxnSpPr>
            <a:cxnSpLocks/>
            <a:stCxn id="240" idx="1"/>
            <a:endCxn id="232" idx="3"/>
          </p:cNvCxnSpPr>
          <p:nvPr/>
        </p:nvCxnSpPr>
        <p:spPr>
          <a:xfrm rot="10800000" flipV="1">
            <a:off x="2454996" y="4628611"/>
            <a:ext cx="3973115" cy="34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140FAB8E-D9C3-428A-B57F-20B7DD0D6050}"/>
              </a:ext>
            </a:extLst>
          </p:cNvPr>
          <p:cNvCxnSpPr>
            <a:cxnSpLocks/>
            <a:stCxn id="225" idx="1"/>
            <a:endCxn id="227" idx="3"/>
          </p:cNvCxnSpPr>
          <p:nvPr/>
        </p:nvCxnSpPr>
        <p:spPr>
          <a:xfrm rot="10800000" flipV="1">
            <a:off x="2440820" y="3944564"/>
            <a:ext cx="3997954" cy="624"/>
          </a:xfrm>
          <a:prstGeom prst="bentConnector3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B7EFFA6D-00D4-472E-8670-A17038D31A03}"/>
              </a:ext>
            </a:extLst>
          </p:cNvPr>
          <p:cNvSpPr/>
          <p:nvPr/>
        </p:nvSpPr>
        <p:spPr>
          <a:xfrm>
            <a:off x="6438776" y="3829091"/>
            <a:ext cx="184425" cy="2309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E726726C-AB14-400B-9428-8296024982EC}"/>
              </a:ext>
            </a:extLst>
          </p:cNvPr>
          <p:cNvSpPr/>
          <p:nvPr/>
        </p:nvSpPr>
        <p:spPr>
          <a:xfrm>
            <a:off x="2261922" y="3813213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C178805-6967-4ABE-A5A7-9FE2C5095266}"/>
              </a:ext>
            </a:extLst>
          </p:cNvPr>
          <p:cNvSpPr txBox="1"/>
          <p:nvPr/>
        </p:nvSpPr>
        <p:spPr>
          <a:xfrm>
            <a:off x="4444810" y="3656284"/>
            <a:ext cx="2004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createArtifact</a:t>
            </a:r>
            <a:r>
              <a:rPr lang="en-US" sz="1600" dirty="0"/>
              <a:t>/Service</a:t>
            </a:r>
            <a:endParaRPr lang="en-DE" sz="1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3732CDE-4D95-4A09-B92B-BDE94D688616}"/>
              </a:ext>
            </a:extLst>
          </p:cNvPr>
          <p:cNvSpPr/>
          <p:nvPr/>
        </p:nvSpPr>
        <p:spPr>
          <a:xfrm>
            <a:off x="2276095" y="4496980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68211C0-C401-4D22-8062-C31C3E4DD4F0}"/>
              </a:ext>
            </a:extLst>
          </p:cNvPr>
          <p:cNvSpPr txBox="1"/>
          <p:nvPr/>
        </p:nvSpPr>
        <p:spPr>
          <a:xfrm>
            <a:off x="3686091" y="4334381"/>
            <a:ext cx="263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checkRelation</a:t>
            </a:r>
            <a:r>
              <a:rPr lang="en-US" sz="1600" dirty="0"/>
              <a:t>/</a:t>
            </a:r>
            <a:r>
              <a:rPr lang="en-US" sz="1600" dirty="0" err="1"/>
              <a:t>createRelation</a:t>
            </a:r>
            <a:endParaRPr lang="en-DE" sz="1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9D0A4EE-C760-49A2-8C86-C84BF300DB45}"/>
              </a:ext>
            </a:extLst>
          </p:cNvPr>
          <p:cNvSpPr/>
          <p:nvPr/>
        </p:nvSpPr>
        <p:spPr>
          <a:xfrm>
            <a:off x="6435511" y="4220806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7F3F165-6DD8-4AAF-B573-36E29C72C887}"/>
              </a:ext>
            </a:extLst>
          </p:cNvPr>
          <p:cNvSpPr/>
          <p:nvPr/>
        </p:nvSpPr>
        <p:spPr>
          <a:xfrm>
            <a:off x="6428108" y="4496635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9D85B3CC-50F0-44AB-B99F-1606ABC89390}"/>
              </a:ext>
            </a:extLst>
          </p:cNvPr>
          <p:cNvCxnSpPr>
            <a:cxnSpLocks/>
            <a:stCxn id="260" idx="1"/>
            <a:endCxn id="262" idx="3"/>
          </p:cNvCxnSpPr>
          <p:nvPr/>
        </p:nvCxnSpPr>
        <p:spPr>
          <a:xfrm rot="10800000" flipV="1">
            <a:off x="2465708" y="6243782"/>
            <a:ext cx="3970368" cy="445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Rectangle 255">
            <a:extLst>
              <a:ext uri="{FF2B5EF4-FFF2-40B4-BE49-F238E27FC236}">
                <a16:creationId xmlns:a16="http://schemas.microsoft.com/office/drawing/2014/main" id="{2D998EA4-6E2E-4826-B84C-86CC061E293A}"/>
              </a:ext>
            </a:extLst>
          </p:cNvPr>
          <p:cNvSpPr/>
          <p:nvPr/>
        </p:nvSpPr>
        <p:spPr>
          <a:xfrm>
            <a:off x="6444301" y="5868413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79CF1248-7B9B-437E-BB2D-D26CEAD6C3F3}"/>
              </a:ext>
            </a:extLst>
          </p:cNvPr>
          <p:cNvSpPr/>
          <p:nvPr/>
        </p:nvSpPr>
        <p:spPr>
          <a:xfrm>
            <a:off x="6436076" y="6111807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A5D5807B-4C37-44A8-B0D2-DD1CF779D380}"/>
              </a:ext>
            </a:extLst>
          </p:cNvPr>
          <p:cNvSpPr/>
          <p:nvPr/>
        </p:nvSpPr>
        <p:spPr>
          <a:xfrm>
            <a:off x="2286810" y="6116259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74ED55A-1374-4588-8398-C56B8A9551D4}"/>
              </a:ext>
            </a:extLst>
          </p:cNvPr>
          <p:cNvSpPr txBox="1"/>
          <p:nvPr/>
        </p:nvSpPr>
        <p:spPr>
          <a:xfrm>
            <a:off x="4748515" y="5952518"/>
            <a:ext cx="1397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deleteRelation</a:t>
            </a:r>
            <a:endParaRPr lang="en-DE" sz="1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50907310-85D7-4955-9762-218042C9EFA8}"/>
              </a:ext>
            </a:extLst>
          </p:cNvPr>
          <p:cNvSpPr/>
          <p:nvPr/>
        </p:nvSpPr>
        <p:spPr>
          <a:xfrm>
            <a:off x="6421557" y="6427218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629627E-F491-45C0-B7A8-CEBA8A6FD787}"/>
              </a:ext>
            </a:extLst>
          </p:cNvPr>
          <p:cNvSpPr/>
          <p:nvPr/>
        </p:nvSpPr>
        <p:spPr>
          <a:xfrm>
            <a:off x="6421557" y="6605868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71" name="Connector: Elbow 270">
            <a:extLst>
              <a:ext uri="{FF2B5EF4-FFF2-40B4-BE49-F238E27FC236}">
                <a16:creationId xmlns:a16="http://schemas.microsoft.com/office/drawing/2014/main" id="{50A080CB-0973-46BA-85E5-385A6A3C8334}"/>
              </a:ext>
            </a:extLst>
          </p:cNvPr>
          <p:cNvCxnSpPr>
            <a:cxnSpLocks/>
            <a:stCxn id="270" idx="1"/>
            <a:endCxn id="274" idx="3"/>
          </p:cNvCxnSpPr>
          <p:nvPr/>
        </p:nvCxnSpPr>
        <p:spPr>
          <a:xfrm rot="10800000">
            <a:off x="2454049" y="6736999"/>
            <a:ext cx="3967508" cy="84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ectangle 273">
            <a:extLst>
              <a:ext uri="{FF2B5EF4-FFF2-40B4-BE49-F238E27FC236}">
                <a16:creationId xmlns:a16="http://schemas.microsoft.com/office/drawing/2014/main" id="{47BADD0E-B0F6-4EC0-BEEE-CC2963F00023}"/>
              </a:ext>
            </a:extLst>
          </p:cNvPr>
          <p:cNvSpPr/>
          <p:nvPr/>
        </p:nvSpPr>
        <p:spPr>
          <a:xfrm>
            <a:off x="2275151" y="6605024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E4E26ED2-88F4-4A07-BC1D-3E27A7473A38}"/>
              </a:ext>
            </a:extLst>
          </p:cNvPr>
          <p:cNvSpPr txBox="1"/>
          <p:nvPr/>
        </p:nvSpPr>
        <p:spPr>
          <a:xfrm>
            <a:off x="4427979" y="6474030"/>
            <a:ext cx="2001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deleteService</a:t>
            </a:r>
            <a:r>
              <a:rPr lang="en-US" sz="1600" dirty="0"/>
              <a:t>/Artifact</a:t>
            </a:r>
            <a:endParaRPr lang="en-DE" sz="1600" dirty="0"/>
          </a:p>
        </p:txBody>
      </p:sp>
      <p:cxnSp>
        <p:nvCxnSpPr>
          <p:cNvPr id="277" name="Connector: Elbow 276">
            <a:extLst>
              <a:ext uri="{FF2B5EF4-FFF2-40B4-BE49-F238E27FC236}">
                <a16:creationId xmlns:a16="http://schemas.microsoft.com/office/drawing/2014/main" id="{BFE08E9E-F5FB-432D-B3E7-DFBD5E064DED}"/>
              </a:ext>
            </a:extLst>
          </p:cNvPr>
          <p:cNvCxnSpPr>
            <a:cxnSpLocks/>
            <a:stCxn id="281" idx="1"/>
            <a:endCxn id="284" idx="3"/>
          </p:cNvCxnSpPr>
          <p:nvPr/>
        </p:nvCxnSpPr>
        <p:spPr>
          <a:xfrm rot="10800000">
            <a:off x="2509821" y="7972215"/>
            <a:ext cx="1852586" cy="32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Rectangle 279">
            <a:extLst>
              <a:ext uri="{FF2B5EF4-FFF2-40B4-BE49-F238E27FC236}">
                <a16:creationId xmlns:a16="http://schemas.microsoft.com/office/drawing/2014/main" id="{F87EEB53-9EFF-445F-AA2A-1EAD3FC22B77}"/>
              </a:ext>
            </a:extLst>
          </p:cNvPr>
          <p:cNvSpPr/>
          <p:nvPr/>
        </p:nvSpPr>
        <p:spPr>
          <a:xfrm>
            <a:off x="4362407" y="7588152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4190D4D-4F25-4352-80FB-F7EEC3E30CE8}"/>
              </a:ext>
            </a:extLst>
          </p:cNvPr>
          <p:cNvSpPr/>
          <p:nvPr/>
        </p:nvSpPr>
        <p:spPr>
          <a:xfrm>
            <a:off x="4362407" y="7843464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FE0336B7-FE69-4B1F-B096-63C8E0EFC3C5}"/>
              </a:ext>
            </a:extLst>
          </p:cNvPr>
          <p:cNvSpPr/>
          <p:nvPr/>
        </p:nvSpPr>
        <p:spPr>
          <a:xfrm>
            <a:off x="2330923" y="7840239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15E46F97-9753-45F7-B827-246D1F140C06}"/>
              </a:ext>
            </a:extLst>
          </p:cNvPr>
          <p:cNvSpPr txBox="1"/>
          <p:nvPr/>
        </p:nvSpPr>
        <p:spPr>
          <a:xfrm>
            <a:off x="2711005" y="7708133"/>
            <a:ext cx="163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removeContainer</a:t>
            </a:r>
            <a:endParaRPr lang="en-DE" sz="1600" dirty="0"/>
          </a:p>
        </p:txBody>
      </p: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9EA05D25-B1B5-4141-BAA5-9A01211B8FF7}"/>
              </a:ext>
            </a:extLst>
          </p:cNvPr>
          <p:cNvCxnSpPr>
            <a:cxnSpLocks/>
            <a:stCxn id="290" idx="1"/>
            <a:endCxn id="288" idx="3"/>
          </p:cNvCxnSpPr>
          <p:nvPr/>
        </p:nvCxnSpPr>
        <p:spPr>
          <a:xfrm rot="10800000" flipV="1">
            <a:off x="2543499" y="7355651"/>
            <a:ext cx="3900803" cy="251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>
            <a:extLst>
              <a:ext uri="{FF2B5EF4-FFF2-40B4-BE49-F238E27FC236}">
                <a16:creationId xmlns:a16="http://schemas.microsoft.com/office/drawing/2014/main" id="{9646B773-0B70-4454-A2FF-ECEB6C2541F7}"/>
              </a:ext>
            </a:extLst>
          </p:cNvPr>
          <p:cNvSpPr/>
          <p:nvPr/>
        </p:nvSpPr>
        <p:spPr>
          <a:xfrm>
            <a:off x="2364600" y="7226192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53FA96F6-180B-441A-BB2C-9819302CF201}"/>
              </a:ext>
            </a:extLst>
          </p:cNvPr>
          <p:cNvSpPr/>
          <p:nvPr/>
        </p:nvSpPr>
        <p:spPr>
          <a:xfrm>
            <a:off x="6444301" y="7223677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9" name="Cross 188">
            <a:extLst>
              <a:ext uri="{FF2B5EF4-FFF2-40B4-BE49-F238E27FC236}">
                <a16:creationId xmlns:a16="http://schemas.microsoft.com/office/drawing/2014/main" id="{DE3DFAB9-8ECF-4CDE-872D-8B741E17118D}"/>
              </a:ext>
            </a:extLst>
          </p:cNvPr>
          <p:cNvSpPr/>
          <p:nvPr/>
        </p:nvSpPr>
        <p:spPr>
          <a:xfrm rot="18999847">
            <a:off x="6187285" y="6857470"/>
            <a:ext cx="702873" cy="694409"/>
          </a:xfrm>
          <a:prstGeom prst="plus">
            <a:avLst>
              <a:gd name="adj" fmla="val 41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1BC7A1E5-35AB-46EF-9AE4-5DEE11C95679}"/>
              </a:ext>
            </a:extLst>
          </p:cNvPr>
          <p:cNvSpPr/>
          <p:nvPr/>
        </p:nvSpPr>
        <p:spPr>
          <a:xfrm>
            <a:off x="4362407" y="2075333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07A3DAF-CDEA-406E-A36D-36BDF93748C5}"/>
              </a:ext>
            </a:extLst>
          </p:cNvPr>
          <p:cNvSpPr/>
          <p:nvPr/>
        </p:nvSpPr>
        <p:spPr>
          <a:xfrm>
            <a:off x="4350570" y="2290971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583E29B5-180E-4C9D-AE61-DB382E2309B9}"/>
              </a:ext>
            </a:extLst>
          </p:cNvPr>
          <p:cNvSpPr/>
          <p:nvPr/>
        </p:nvSpPr>
        <p:spPr>
          <a:xfrm>
            <a:off x="2243407" y="2291950"/>
            <a:ext cx="178898" cy="263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10" name="Connector: Elbow 309">
            <a:extLst>
              <a:ext uri="{FF2B5EF4-FFF2-40B4-BE49-F238E27FC236}">
                <a16:creationId xmlns:a16="http://schemas.microsoft.com/office/drawing/2014/main" id="{413A3FA3-3560-4701-B628-9AEEEDADC8AA}"/>
              </a:ext>
            </a:extLst>
          </p:cNvPr>
          <p:cNvCxnSpPr>
            <a:cxnSpLocks/>
            <a:stCxn id="307" idx="1"/>
            <a:endCxn id="309" idx="3"/>
          </p:cNvCxnSpPr>
          <p:nvPr/>
        </p:nvCxnSpPr>
        <p:spPr>
          <a:xfrm rot="10800000" flipV="1">
            <a:off x="2422308" y="2422947"/>
            <a:ext cx="1928265" cy="979"/>
          </a:xfrm>
          <a:prstGeom prst="bentConnector3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A61227AB-CC78-4088-BF7A-9AAE077AB602}"/>
              </a:ext>
            </a:extLst>
          </p:cNvPr>
          <p:cNvSpPr txBox="1"/>
          <p:nvPr/>
        </p:nvSpPr>
        <p:spPr>
          <a:xfrm>
            <a:off x="2752373" y="2150986"/>
            <a:ext cx="1524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createContainer</a:t>
            </a:r>
            <a:endParaRPr lang="en-DE" sz="16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922549C-416F-4113-BDEB-FD4A28A78C66}"/>
              </a:ext>
            </a:extLst>
          </p:cNvPr>
          <p:cNvSpPr txBox="1"/>
          <p:nvPr/>
        </p:nvSpPr>
        <p:spPr>
          <a:xfrm>
            <a:off x="3375700" y="191913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</a:t>
            </a:r>
            <a:endParaRPr lang="en-D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D188B-38E7-42C1-8A36-DBEC155A856D}"/>
              </a:ext>
            </a:extLst>
          </p:cNvPr>
          <p:cNvSpPr txBox="1"/>
          <p:nvPr/>
        </p:nvSpPr>
        <p:spPr>
          <a:xfrm>
            <a:off x="8821614" y="320040"/>
            <a:ext cx="284315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b="1" dirty="0"/>
              <a:t>Legend</a:t>
            </a:r>
          </a:p>
          <a:p>
            <a:r>
              <a:rPr lang="en-US" sz="1500" dirty="0"/>
              <a:t>   Usual call</a:t>
            </a:r>
          </a:p>
          <a:p>
            <a:r>
              <a:rPr lang="en-US" sz="1500" dirty="0"/>
              <a:t>   AAS request/call</a:t>
            </a:r>
          </a:p>
          <a:p>
            <a:r>
              <a:rPr lang="en-US" sz="1500" dirty="0"/>
              <a:t>   (VAB) Remote call</a:t>
            </a:r>
          </a:p>
          <a:p>
            <a:r>
              <a:rPr lang="en-US" sz="1500" dirty="0"/>
              <a:t>   AAS modification</a:t>
            </a:r>
          </a:p>
          <a:p>
            <a:r>
              <a:rPr lang="en-US" sz="1500" baseline="30000" dirty="0"/>
              <a:t>#</a:t>
            </a:r>
            <a:r>
              <a:rPr lang="en-US" sz="1500" dirty="0"/>
              <a:t>  call with download</a:t>
            </a:r>
          </a:p>
          <a:p>
            <a:r>
              <a:rPr lang="en-US" sz="1500" dirty="0"/>
              <a:t>    operation phase boundary</a:t>
            </a:r>
          </a:p>
          <a:p>
            <a:r>
              <a:rPr lang="en-US" sz="1500" dirty="0"/>
              <a:t>    potential deployment boundary</a:t>
            </a:r>
            <a:endParaRPr lang="en-DE" sz="1500" dirty="0"/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D99F0D43-71B7-40D7-9963-AF869BDAF1DB}"/>
              </a:ext>
            </a:extLst>
          </p:cNvPr>
          <p:cNvCxnSpPr>
            <a:cxnSpLocks/>
          </p:cNvCxnSpPr>
          <p:nvPr/>
        </p:nvCxnSpPr>
        <p:spPr>
          <a:xfrm>
            <a:off x="8879681" y="706937"/>
            <a:ext cx="163026" cy="1"/>
          </a:xfrm>
          <a:prstGeom prst="bentConnector3">
            <a:avLst/>
          </a:prstGeom>
          <a:ln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3AE9FCB1-50A4-41B7-A097-9BF75D6A9DC7}"/>
              </a:ext>
            </a:extLst>
          </p:cNvPr>
          <p:cNvCxnSpPr>
            <a:cxnSpLocks/>
          </p:cNvCxnSpPr>
          <p:nvPr/>
        </p:nvCxnSpPr>
        <p:spPr>
          <a:xfrm>
            <a:off x="8879681" y="946127"/>
            <a:ext cx="163026" cy="1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6161A309-010B-4142-8625-981D76C01EB6}"/>
              </a:ext>
            </a:extLst>
          </p:cNvPr>
          <p:cNvCxnSpPr>
            <a:cxnSpLocks/>
          </p:cNvCxnSpPr>
          <p:nvPr/>
        </p:nvCxnSpPr>
        <p:spPr>
          <a:xfrm>
            <a:off x="8879681" y="1181861"/>
            <a:ext cx="163026" cy="1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C450DD50-FDA5-49A7-B9BA-A6175EA929EF}"/>
              </a:ext>
            </a:extLst>
          </p:cNvPr>
          <p:cNvCxnSpPr>
            <a:cxnSpLocks/>
          </p:cNvCxnSpPr>
          <p:nvPr/>
        </p:nvCxnSpPr>
        <p:spPr>
          <a:xfrm>
            <a:off x="8879681" y="1404692"/>
            <a:ext cx="163026" cy="1"/>
          </a:xfrm>
          <a:prstGeom prst="bentConnector3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A46F8F30-00ED-4CDA-937E-F0B4C93EDFBF}"/>
              </a:ext>
            </a:extLst>
          </p:cNvPr>
          <p:cNvCxnSpPr>
            <a:cxnSpLocks/>
          </p:cNvCxnSpPr>
          <p:nvPr/>
        </p:nvCxnSpPr>
        <p:spPr>
          <a:xfrm>
            <a:off x="8879681" y="1649791"/>
            <a:ext cx="163026" cy="1"/>
          </a:xfrm>
          <a:prstGeom prst="bentConnector3">
            <a:avLst/>
          </a:prstGeom>
          <a:ln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567683D6-601F-44DD-8095-511DBF57CABC}"/>
              </a:ext>
            </a:extLst>
          </p:cNvPr>
          <p:cNvCxnSpPr>
            <a:cxnSpLocks/>
          </p:cNvCxnSpPr>
          <p:nvPr/>
        </p:nvCxnSpPr>
        <p:spPr>
          <a:xfrm>
            <a:off x="8892381" y="1865691"/>
            <a:ext cx="163026" cy="1"/>
          </a:xfrm>
          <a:prstGeom prst="bentConnector3">
            <a:avLst/>
          </a:prstGeom>
          <a:ln>
            <a:solidFill>
              <a:srgbClr val="C0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9ED17380-ED88-43C6-A4DC-B22664EC5152}"/>
              </a:ext>
            </a:extLst>
          </p:cNvPr>
          <p:cNvCxnSpPr>
            <a:cxnSpLocks/>
          </p:cNvCxnSpPr>
          <p:nvPr/>
        </p:nvCxnSpPr>
        <p:spPr>
          <a:xfrm>
            <a:off x="8905081" y="2094291"/>
            <a:ext cx="163026" cy="1"/>
          </a:xfrm>
          <a:prstGeom prst="bentConnector3">
            <a:avLst/>
          </a:prstGeom>
          <a:ln>
            <a:solidFill>
              <a:srgbClr val="FFFF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918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96E096-F682-4A9C-BC4F-F02945379CB2}"/>
              </a:ext>
            </a:extLst>
          </p:cNvPr>
          <p:cNvSpPr txBox="1"/>
          <p:nvPr/>
        </p:nvSpPr>
        <p:spPr>
          <a:xfrm>
            <a:off x="2351533" y="1342168"/>
            <a:ext cx="200253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4D0D7-DFEE-4BFF-B42D-450FAA887D47}"/>
              </a:ext>
            </a:extLst>
          </p:cNvPr>
          <p:cNvSpPr txBox="1"/>
          <p:nvPr/>
        </p:nvSpPr>
        <p:spPr>
          <a:xfrm>
            <a:off x="2593850" y="1714024"/>
            <a:ext cx="200253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C5F8E-0EEC-4B18-9359-F6B979706385}"/>
              </a:ext>
            </a:extLst>
          </p:cNvPr>
          <p:cNvSpPr txBox="1"/>
          <p:nvPr/>
        </p:nvSpPr>
        <p:spPr>
          <a:xfrm>
            <a:off x="2836165" y="2085880"/>
            <a:ext cx="1940047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CB1BC-3E7A-4E6A-ABE6-75C6737A491E}"/>
              </a:ext>
            </a:extLst>
          </p:cNvPr>
          <p:cNvSpPr txBox="1"/>
          <p:nvPr/>
        </p:nvSpPr>
        <p:spPr>
          <a:xfrm>
            <a:off x="2593849" y="2457736"/>
            <a:ext cx="2015869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2B95F-6AB0-450B-955D-2E8B81D43087}"/>
              </a:ext>
            </a:extLst>
          </p:cNvPr>
          <p:cNvSpPr txBox="1"/>
          <p:nvPr/>
        </p:nvSpPr>
        <p:spPr>
          <a:xfrm>
            <a:off x="2333244" y="3201448"/>
            <a:ext cx="200253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14FC8-FB8F-4BE7-84AD-658CC705B783}"/>
              </a:ext>
            </a:extLst>
          </p:cNvPr>
          <p:cNvSpPr txBox="1"/>
          <p:nvPr/>
        </p:nvSpPr>
        <p:spPr>
          <a:xfrm>
            <a:off x="8203695" y="1050394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17636-F057-4697-AD0C-56C9329A1FBC}"/>
              </a:ext>
            </a:extLst>
          </p:cNvPr>
          <p:cNvSpPr txBox="1"/>
          <p:nvPr/>
        </p:nvSpPr>
        <p:spPr>
          <a:xfrm>
            <a:off x="8203695" y="1423298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A9351-555D-4A59-949F-030DFD399A37}"/>
              </a:ext>
            </a:extLst>
          </p:cNvPr>
          <p:cNvSpPr txBox="1"/>
          <p:nvPr/>
        </p:nvSpPr>
        <p:spPr>
          <a:xfrm>
            <a:off x="8365239" y="1794106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3BA26-FC78-4C2F-830A-F77807678C9E}"/>
              </a:ext>
            </a:extLst>
          </p:cNvPr>
          <p:cNvSpPr txBox="1"/>
          <p:nvPr/>
        </p:nvSpPr>
        <p:spPr>
          <a:xfrm>
            <a:off x="8365239" y="2165962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0A9D2-A2F2-448F-A6A6-6FBCFD69D90E}"/>
              </a:ext>
            </a:extLst>
          </p:cNvPr>
          <p:cNvSpPr txBox="1"/>
          <p:nvPr/>
        </p:nvSpPr>
        <p:spPr>
          <a:xfrm>
            <a:off x="8185407" y="2909674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85EB9-D467-4ED4-ABE1-93441C04D9E5}"/>
              </a:ext>
            </a:extLst>
          </p:cNvPr>
          <p:cNvSpPr txBox="1"/>
          <p:nvPr/>
        </p:nvSpPr>
        <p:spPr>
          <a:xfrm>
            <a:off x="8185407" y="2532856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(…)</a:t>
            </a:r>
            <a:endParaRPr lang="en-DE" u="s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5E94EA-5377-43FF-A1F0-41224F2E9670}"/>
              </a:ext>
            </a:extLst>
          </p:cNvPr>
          <p:cNvSpPr/>
          <p:nvPr/>
        </p:nvSpPr>
        <p:spPr>
          <a:xfrm>
            <a:off x="2205230" y="960120"/>
            <a:ext cx="2971800" cy="30906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 dirty="0">
                <a:solidFill>
                  <a:schemeClr val="tx1"/>
                </a:solidFill>
              </a:rPr>
              <a:t>:Record Type</a:t>
            </a:r>
            <a:endParaRPr lang="en-DE" b="1" u="sng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7373FC-158A-46CC-B2AA-5D00D717F582}"/>
              </a:ext>
            </a:extLst>
          </p:cNvPr>
          <p:cNvSpPr/>
          <p:nvPr/>
        </p:nvSpPr>
        <p:spPr>
          <a:xfrm>
            <a:off x="8072633" y="960122"/>
            <a:ext cx="1711450" cy="24325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73F2D42-FD6C-4E0E-B181-2CE8EF3EE401}"/>
              </a:ext>
            </a:extLst>
          </p:cNvPr>
          <p:cNvCxnSpPr>
            <a:cxnSpLocks/>
            <a:stCxn id="15" idx="0"/>
            <a:endCxn id="38" idx="0"/>
          </p:cNvCxnSpPr>
          <p:nvPr/>
        </p:nvCxnSpPr>
        <p:spPr>
          <a:xfrm rot="16200000" flipH="1">
            <a:off x="6153693" y="-1502443"/>
            <a:ext cx="6350" cy="4931476"/>
          </a:xfrm>
          <a:prstGeom prst="bentConnector3">
            <a:avLst>
              <a:gd name="adj1" fmla="val -3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C8FC2BA-B781-4CD7-BFBE-1CD9F508A009}"/>
              </a:ext>
            </a:extLst>
          </p:cNvPr>
          <p:cNvSpPr txBox="1"/>
          <p:nvPr/>
        </p:nvSpPr>
        <p:spPr>
          <a:xfrm>
            <a:off x="2093591" y="345297"/>
            <a:ext cx="318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Connector: Input from machine</a:t>
            </a:r>
            <a:endParaRPr lang="en-DE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E6CAE-4CF3-4BCB-9D28-8C061643E904}"/>
              </a:ext>
            </a:extLst>
          </p:cNvPr>
          <p:cNvSpPr txBox="1"/>
          <p:nvPr/>
        </p:nvSpPr>
        <p:spPr>
          <a:xfrm>
            <a:off x="8072634" y="321420"/>
            <a:ext cx="339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Connector: Output to platform</a:t>
            </a:r>
            <a:endParaRPr lang="en-DE" b="1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F6F4699-A70F-47BA-B05C-A65322CEF75F}"/>
              </a:ext>
            </a:extLst>
          </p:cNvPr>
          <p:cNvCxnSpPr>
            <a:cxnSpLocks/>
            <a:stCxn id="39" idx="0"/>
            <a:endCxn id="40" idx="0"/>
          </p:cNvCxnSpPr>
          <p:nvPr/>
        </p:nvCxnSpPr>
        <p:spPr>
          <a:xfrm rot="16200000" flipH="1">
            <a:off x="9895812" y="259442"/>
            <a:ext cx="9144" cy="1402654"/>
          </a:xfrm>
          <a:prstGeom prst="bentConnector3">
            <a:avLst>
              <a:gd name="adj1" fmla="val -2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E7E08F9-3525-443E-8081-312CB40EE8FD}"/>
              </a:ext>
            </a:extLst>
          </p:cNvPr>
          <p:cNvSpPr/>
          <p:nvPr/>
        </p:nvSpPr>
        <p:spPr>
          <a:xfrm>
            <a:off x="10360536" y="959303"/>
            <a:ext cx="855725" cy="24325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C16188-994E-4DF9-9D6B-549056D60051}"/>
              </a:ext>
            </a:extLst>
          </p:cNvPr>
          <p:cNvSpPr/>
          <p:nvPr/>
        </p:nvSpPr>
        <p:spPr>
          <a:xfrm>
            <a:off x="8146077" y="4595601"/>
            <a:ext cx="1367031" cy="9548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300DD2-1D48-488B-B156-D5A68E941120}"/>
              </a:ext>
            </a:extLst>
          </p:cNvPr>
          <p:cNvSpPr txBox="1"/>
          <p:nvPr/>
        </p:nvSpPr>
        <p:spPr>
          <a:xfrm>
            <a:off x="8276847" y="4676729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Feld: </a:t>
            </a:r>
            <a:r>
              <a:rPr lang="en-US" dirty="0" err="1"/>
              <a:t>Typ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8193F-BA8D-4E2B-B879-67C28F15E27A}"/>
              </a:ext>
            </a:extLst>
          </p:cNvPr>
          <p:cNvSpPr txBox="1"/>
          <p:nvPr/>
        </p:nvSpPr>
        <p:spPr>
          <a:xfrm>
            <a:off x="8279994" y="5102585"/>
            <a:ext cx="11704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Feld: </a:t>
            </a:r>
            <a:r>
              <a:rPr lang="en-US" dirty="0" err="1"/>
              <a:t>Typ</a:t>
            </a:r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14E9D1-6D0C-4266-B26E-D283AC149F14}"/>
              </a:ext>
            </a:extLst>
          </p:cNvPr>
          <p:cNvSpPr txBox="1"/>
          <p:nvPr/>
        </p:nvSpPr>
        <p:spPr>
          <a:xfrm>
            <a:off x="7313233" y="4160849"/>
            <a:ext cx="347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Connector: Input from platform</a:t>
            </a:r>
            <a:endParaRPr lang="en-DE" b="1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BC10CE6-4C0D-4C8D-9B38-2EFCB9CDCB92}"/>
              </a:ext>
            </a:extLst>
          </p:cNvPr>
          <p:cNvCxnSpPr>
            <a:cxnSpLocks/>
            <a:stCxn id="23" idx="1"/>
            <a:endCxn id="48" idx="3"/>
          </p:cNvCxnSpPr>
          <p:nvPr/>
        </p:nvCxnSpPr>
        <p:spPr>
          <a:xfrm rot="10800000">
            <a:off x="4335776" y="3786118"/>
            <a:ext cx="3941073" cy="107527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A27443B-05BF-44DC-B2D0-611A84F06227}"/>
              </a:ext>
            </a:extLst>
          </p:cNvPr>
          <p:cNvCxnSpPr>
            <a:cxnSpLocks/>
          </p:cNvCxnSpPr>
          <p:nvPr/>
        </p:nvCxnSpPr>
        <p:spPr>
          <a:xfrm rot="10800000">
            <a:off x="4354061" y="3517908"/>
            <a:ext cx="4235248" cy="18074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9587B36-8443-4569-B88B-F29AF648D159}"/>
              </a:ext>
            </a:extLst>
          </p:cNvPr>
          <p:cNvCxnSpPr>
            <a:cxnSpLocks/>
            <a:stCxn id="7" idx="3"/>
            <a:endCxn id="69" idx="1"/>
          </p:cNvCxnSpPr>
          <p:nvPr/>
        </p:nvCxnSpPr>
        <p:spPr>
          <a:xfrm flipV="1">
            <a:off x="4335775" y="2341908"/>
            <a:ext cx="1970537" cy="104420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811D680-C238-4E00-811C-337BCA88F97A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4354063" y="1235060"/>
            <a:ext cx="3849632" cy="29177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2E3BE44-53C9-4B69-919A-3BAE7FB3F9B7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4596381" y="1607964"/>
            <a:ext cx="3607315" cy="29072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BB242811-667D-4299-A8E1-EC8A5EF71898}"/>
              </a:ext>
            </a:extLst>
          </p:cNvPr>
          <p:cNvCxnSpPr>
            <a:cxnSpLocks/>
            <a:stCxn id="5" idx="3"/>
            <a:endCxn id="69" idx="1"/>
          </p:cNvCxnSpPr>
          <p:nvPr/>
        </p:nvCxnSpPr>
        <p:spPr>
          <a:xfrm>
            <a:off x="4776211" y="2270546"/>
            <a:ext cx="1530100" cy="7136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E5822E-0E77-4572-B2AF-1CEC81A5CF51}"/>
              </a:ext>
            </a:extLst>
          </p:cNvPr>
          <p:cNvSpPr txBox="1"/>
          <p:nvPr/>
        </p:nvSpPr>
        <p:spPr>
          <a:xfrm>
            <a:off x="5576982" y="855847"/>
            <a:ext cx="24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Projection (same field)</a:t>
            </a:r>
            <a:endParaRPr lang="en-DE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64494E-2089-450D-8826-4E8FEB457378}"/>
              </a:ext>
            </a:extLst>
          </p:cNvPr>
          <p:cNvSpPr txBox="1"/>
          <p:nvPr/>
        </p:nvSpPr>
        <p:spPr>
          <a:xfrm>
            <a:off x="11466575" y="17009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en-DE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EC178E5-DD98-4922-9940-FF02A21CD698}"/>
              </a:ext>
            </a:extLst>
          </p:cNvPr>
          <p:cNvCxnSpPr>
            <a:cxnSpLocks/>
            <a:stCxn id="41" idx="0"/>
            <a:endCxn id="42" idx="0"/>
          </p:cNvCxnSpPr>
          <p:nvPr/>
        </p:nvCxnSpPr>
        <p:spPr>
          <a:xfrm rot="16200000" flipH="1">
            <a:off x="11346695" y="605133"/>
            <a:ext cx="28698" cy="744853"/>
          </a:xfrm>
          <a:prstGeom prst="bentConnector3">
            <a:avLst>
              <a:gd name="adj1" fmla="val -796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4D2BCAA-070A-4695-AB60-8CF248555573}"/>
              </a:ext>
            </a:extLst>
          </p:cNvPr>
          <p:cNvSpPr/>
          <p:nvPr/>
        </p:nvSpPr>
        <p:spPr>
          <a:xfrm>
            <a:off x="8567170" y="966470"/>
            <a:ext cx="110872" cy="97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8D6730-36FC-4ED7-B670-F1CDDF92CB49}"/>
              </a:ext>
            </a:extLst>
          </p:cNvPr>
          <p:cNvSpPr/>
          <p:nvPr/>
        </p:nvSpPr>
        <p:spPr>
          <a:xfrm>
            <a:off x="9143621" y="956197"/>
            <a:ext cx="110872" cy="97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F1CAC1-CB5C-44AC-82A7-7040C5D03514}"/>
              </a:ext>
            </a:extLst>
          </p:cNvPr>
          <p:cNvSpPr/>
          <p:nvPr/>
        </p:nvSpPr>
        <p:spPr>
          <a:xfrm>
            <a:off x="10546275" y="965341"/>
            <a:ext cx="110872" cy="97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B69E99-8660-4656-BACD-2CB4C423F860}"/>
              </a:ext>
            </a:extLst>
          </p:cNvPr>
          <p:cNvSpPr/>
          <p:nvPr/>
        </p:nvSpPr>
        <p:spPr>
          <a:xfrm>
            <a:off x="10933182" y="963208"/>
            <a:ext cx="110872" cy="97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C4D136-954B-44E1-85A7-67EAFDFDFA42}"/>
              </a:ext>
            </a:extLst>
          </p:cNvPr>
          <p:cNvSpPr/>
          <p:nvPr/>
        </p:nvSpPr>
        <p:spPr>
          <a:xfrm>
            <a:off x="11678035" y="991906"/>
            <a:ext cx="110872" cy="97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85D697-7B16-40A2-A3AF-75D50E4EEE62}"/>
              </a:ext>
            </a:extLst>
          </p:cNvPr>
          <p:cNvSpPr txBox="1"/>
          <p:nvPr/>
        </p:nvSpPr>
        <p:spPr>
          <a:xfrm>
            <a:off x="-215131" y="2714099"/>
            <a:ext cx="208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‘Machine’ (via Edge)</a:t>
            </a:r>
            <a:endParaRPr lang="en-DE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F755285-78B0-45D3-8FF4-D6F7C1096F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045324"/>
            <a:ext cx="1504832" cy="64707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97AA6BB-3104-4147-9817-E69F2971E4F7}"/>
              </a:ext>
            </a:extLst>
          </p:cNvPr>
          <p:cNvSpPr txBox="1"/>
          <p:nvPr/>
        </p:nvSpPr>
        <p:spPr>
          <a:xfrm>
            <a:off x="2333244" y="3601450"/>
            <a:ext cx="200253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:Field (name, type)</a:t>
            </a:r>
            <a:endParaRPr lang="en-DE" u="sng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4B81EC-6FFE-4663-9CCA-A518E3DF831F}"/>
              </a:ext>
            </a:extLst>
          </p:cNvPr>
          <p:cNvSpPr txBox="1"/>
          <p:nvPr/>
        </p:nvSpPr>
        <p:spPr>
          <a:xfrm>
            <a:off x="5755718" y="1280328"/>
            <a:ext cx="24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Projection (new field)</a:t>
            </a:r>
            <a:endParaRPr lang="en-DE" i="1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2153E31-388F-4A5A-B25C-FE54E96A5D43}"/>
              </a:ext>
            </a:extLst>
          </p:cNvPr>
          <p:cNvSpPr/>
          <p:nvPr/>
        </p:nvSpPr>
        <p:spPr>
          <a:xfrm>
            <a:off x="6306311" y="2197933"/>
            <a:ext cx="1199008" cy="287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Operation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5270DF35-5952-4CC9-8CD0-EFDDD111E40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335774" y="3117622"/>
            <a:ext cx="4062992" cy="26849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7BF63C4C-F3EE-460B-AE1A-2CF26707FAFD}"/>
              </a:ext>
            </a:extLst>
          </p:cNvPr>
          <p:cNvCxnSpPr>
            <a:cxnSpLocks/>
            <a:stCxn id="69" idx="3"/>
            <a:endCxn id="12" idx="1"/>
          </p:cNvCxnSpPr>
          <p:nvPr/>
        </p:nvCxnSpPr>
        <p:spPr>
          <a:xfrm>
            <a:off x="7505319" y="2341908"/>
            <a:ext cx="859920" cy="872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C7C769B-2A38-419D-937D-DB9F7AB0F38D}"/>
              </a:ext>
            </a:extLst>
          </p:cNvPr>
          <p:cNvSpPr txBox="1"/>
          <p:nvPr/>
        </p:nvSpPr>
        <p:spPr>
          <a:xfrm>
            <a:off x="6106523" y="1837321"/>
            <a:ext cx="24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Transformation</a:t>
            </a:r>
            <a:endParaRPr lang="en-DE" i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F2CA4-B7CD-4835-8980-2AF6D4662513}"/>
              </a:ext>
            </a:extLst>
          </p:cNvPr>
          <p:cNvSpPr txBox="1"/>
          <p:nvPr/>
        </p:nvSpPr>
        <p:spPr>
          <a:xfrm>
            <a:off x="3409564" y="2733473"/>
            <a:ext cx="240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Filtered, left out</a:t>
            </a:r>
            <a:endParaRPr lang="en-DE" i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12193F-C305-49D1-8265-D8CF2BDD207A}"/>
              </a:ext>
            </a:extLst>
          </p:cNvPr>
          <p:cNvSpPr txBox="1"/>
          <p:nvPr/>
        </p:nvSpPr>
        <p:spPr>
          <a:xfrm>
            <a:off x="6484607" y="3623990"/>
            <a:ext cx="119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Projection</a:t>
            </a:r>
            <a:endParaRPr lang="en-DE" i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EF08BC-29A4-42F7-8FC0-DF2627119372}"/>
              </a:ext>
            </a:extLst>
          </p:cNvPr>
          <p:cNvSpPr txBox="1"/>
          <p:nvPr/>
        </p:nvSpPr>
        <p:spPr>
          <a:xfrm>
            <a:off x="8426198" y="5888670"/>
            <a:ext cx="3362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Limitation:</a:t>
            </a:r>
            <a:r>
              <a:rPr lang="en-US" i="1" dirty="0"/>
              <a:t> Currently no (OPC, AAS) operations supported.</a:t>
            </a:r>
            <a:endParaRPr lang="en-DE" i="1" dirty="0"/>
          </a:p>
        </p:txBody>
      </p:sp>
      <p:sp>
        <p:nvSpPr>
          <p:cNvPr id="88" name="Arrow: Left-Right 87">
            <a:extLst>
              <a:ext uri="{FF2B5EF4-FFF2-40B4-BE49-F238E27FC236}">
                <a16:creationId xmlns:a16="http://schemas.microsoft.com/office/drawing/2014/main" id="{78BBDF0F-9974-4234-AB56-43B9D6F25218}"/>
              </a:ext>
            </a:extLst>
          </p:cNvPr>
          <p:cNvSpPr/>
          <p:nvPr/>
        </p:nvSpPr>
        <p:spPr>
          <a:xfrm>
            <a:off x="1491460" y="2126547"/>
            <a:ext cx="683148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92B349F-8DBB-4B5D-9C6D-D51F91F1AB22}"/>
              </a:ext>
            </a:extLst>
          </p:cNvPr>
          <p:cNvSpPr txBox="1"/>
          <p:nvPr/>
        </p:nvSpPr>
        <p:spPr>
          <a:xfrm>
            <a:off x="5315333" y="5381894"/>
            <a:ext cx="3362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Default </a:t>
            </a:r>
            <a:r>
              <a:rPr lang="en-US" b="1" i="1" dirty="0"/>
              <a:t>mapping</a:t>
            </a:r>
            <a:r>
              <a:rPr lang="en-US" i="1" dirty="0"/>
              <a:t> (by name), except for operation override.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124988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19" grpId="0"/>
      <p:bldP spid="21" grpId="0" animBg="1"/>
      <p:bldP spid="22" grpId="0" animBg="1"/>
      <p:bldP spid="23" grpId="0" animBg="1"/>
      <p:bldP spid="24" grpId="0" animBg="1"/>
      <p:bldP spid="25" grpId="0"/>
      <p:bldP spid="33" grpId="0"/>
      <p:bldP spid="36" grpId="0"/>
      <p:bldP spid="38" grpId="0"/>
      <p:bldP spid="39" grpId="0"/>
      <p:bldP spid="40" grpId="0"/>
      <p:bldP spid="41" grpId="0"/>
      <p:bldP spid="42" grpId="0"/>
      <p:bldP spid="48" grpId="0" animBg="1"/>
      <p:bldP spid="66" grpId="0"/>
      <p:bldP spid="82" grpId="0"/>
      <p:bldP spid="83" grpId="0"/>
      <p:bldP spid="85" grpId="0"/>
      <p:bldP spid="86" grpId="0"/>
      <p:bldP spid="8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4D56F3-5F47-41C4-8BBF-106357B551E1}"/>
              </a:ext>
            </a:extLst>
          </p:cNvPr>
          <p:cNvSpPr txBox="1"/>
          <p:nvPr/>
        </p:nvSpPr>
        <p:spPr>
          <a:xfrm>
            <a:off x="5675024" y="2864371"/>
            <a:ext cx="162756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MachineParser</a:t>
            </a:r>
            <a:endParaRPr lang="en-DE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2A7B6-791E-4878-B105-AA0F3F0D1A0E}"/>
              </a:ext>
            </a:extLst>
          </p:cNvPr>
          <p:cNvSpPr txBox="1"/>
          <p:nvPr/>
        </p:nvSpPr>
        <p:spPr>
          <a:xfrm>
            <a:off x="5959606" y="3364334"/>
            <a:ext cx="202215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JavaMachineParser</a:t>
            </a:r>
            <a:endParaRPr lang="en-GB" b="1" dirty="0"/>
          </a:p>
          <a:p>
            <a:r>
              <a:rPr lang="en-GB" dirty="0"/>
              <a:t>class: String</a:t>
            </a:r>
          </a:p>
          <a:p>
            <a:r>
              <a:rPr lang="en-GB" dirty="0" err="1"/>
              <a:t>artifact</a:t>
            </a:r>
            <a:r>
              <a:rPr lang="en-GB" dirty="0"/>
              <a:t>: String 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4523B-BD6F-452A-8908-E0BE726F9AFA}"/>
              </a:ext>
            </a:extLst>
          </p:cNvPr>
          <p:cNvSpPr txBox="1"/>
          <p:nvPr/>
        </p:nvSpPr>
        <p:spPr>
          <a:xfrm>
            <a:off x="6410520" y="5145259"/>
            <a:ext cx="17449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TextLineParser</a:t>
            </a:r>
            <a:endParaRPr lang="en-GB" b="1" dirty="0"/>
          </a:p>
          <a:p>
            <a:r>
              <a:rPr lang="en-GB" dirty="0"/>
              <a:t>separator: String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4C0ED83-0D45-4650-B7AD-2770D10AE156}"/>
              </a:ext>
            </a:extLst>
          </p:cNvPr>
          <p:cNvSpPr/>
          <p:nvPr/>
        </p:nvSpPr>
        <p:spPr>
          <a:xfrm>
            <a:off x="6038180" y="5026679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7BA5B65-9AC9-4FE9-AFD7-C3FE1D203827}"/>
              </a:ext>
            </a:extLst>
          </p:cNvPr>
          <p:cNvCxnSpPr>
            <a:cxnSpLocks/>
            <a:stCxn id="70" idx="3"/>
            <a:endCxn id="3" idx="1"/>
          </p:cNvCxnSpPr>
          <p:nvPr/>
        </p:nvCxnSpPr>
        <p:spPr>
          <a:xfrm rot="16200000" flipH="1">
            <a:off x="5711756" y="3578150"/>
            <a:ext cx="337080" cy="158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AAF63A6-3E5C-4D73-A965-5EA9709BE16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rot="16200000" flipH="1">
            <a:off x="6168710" y="5226614"/>
            <a:ext cx="204587" cy="2790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85319-45D4-4717-B928-616AA6A96DB8}"/>
              </a:ext>
            </a:extLst>
          </p:cNvPr>
          <p:cNvSpPr txBox="1"/>
          <p:nvPr/>
        </p:nvSpPr>
        <p:spPr>
          <a:xfrm>
            <a:off x="1967835" y="2787223"/>
            <a:ext cx="14357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ConnectorOp</a:t>
            </a:r>
            <a:endParaRPr lang="en-DE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D9E97-4F65-44F9-80EF-C488F98EEC33}"/>
              </a:ext>
            </a:extLst>
          </p:cNvPr>
          <p:cNvSpPr txBox="1"/>
          <p:nvPr/>
        </p:nvSpPr>
        <p:spPr>
          <a:xfrm>
            <a:off x="2252418" y="3282520"/>
            <a:ext cx="321344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ConnectorTranslationOperation</a:t>
            </a:r>
            <a:endParaRPr lang="en-GB" b="1" i="1" dirty="0"/>
          </a:p>
          <a:p>
            <a:r>
              <a:rPr lang="en-GB" dirty="0" err="1"/>
              <a:t>args</a:t>
            </a:r>
            <a:r>
              <a:rPr lang="en-GB" dirty="0"/>
              <a:t>: </a:t>
            </a:r>
            <a:r>
              <a:rPr lang="en-GB" dirty="0" err="1"/>
              <a:t>sequenceOf</a:t>
            </a:r>
            <a:r>
              <a:rPr lang="en-GB" dirty="0"/>
              <a:t>(</a:t>
            </a:r>
            <a:r>
              <a:rPr lang="en-GB" dirty="0" err="1"/>
              <a:t>ConnectorOp</a:t>
            </a:r>
            <a:r>
              <a:rPr lang="en-GB" dirty="0"/>
              <a:t>)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DEF38-411F-4AC8-8217-2F5FCE170272}"/>
              </a:ext>
            </a:extLst>
          </p:cNvPr>
          <p:cNvSpPr txBox="1"/>
          <p:nvPr/>
        </p:nvSpPr>
        <p:spPr>
          <a:xfrm>
            <a:off x="2252419" y="4613754"/>
            <a:ext cx="225831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ConnectorFieldAccess</a:t>
            </a:r>
            <a:endParaRPr lang="en-GB" b="1" dirty="0"/>
          </a:p>
          <a:p>
            <a:r>
              <a:rPr lang="en-GB" dirty="0"/>
              <a:t>field: </a:t>
            </a:r>
            <a:r>
              <a:rPr lang="en-GB" dirty="0" err="1"/>
              <a:t>refTo</a:t>
            </a:r>
            <a:r>
              <a:rPr lang="en-GB" dirty="0"/>
              <a:t>(Field)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7A0BAE8-C191-4BFC-AD62-7B356656463E}"/>
              </a:ext>
            </a:extLst>
          </p:cNvPr>
          <p:cNvSpPr/>
          <p:nvPr/>
        </p:nvSpPr>
        <p:spPr>
          <a:xfrm>
            <a:off x="2000493" y="3163940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08962D8-7134-4465-A3F4-7B2809486525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 rot="16200000" flipH="1">
            <a:off x="2070816" y="3424082"/>
            <a:ext cx="204587" cy="1586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B4D91AC-AFB2-4D26-BDCE-9E9701F3D1E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rot="16200000" flipH="1">
            <a:off x="1405199" y="4089699"/>
            <a:ext cx="1535821" cy="1586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39F0F3-C24D-45D2-9010-CD43DD6E4942}"/>
              </a:ext>
            </a:extLst>
          </p:cNvPr>
          <p:cNvSpPr txBox="1"/>
          <p:nvPr/>
        </p:nvSpPr>
        <p:spPr>
          <a:xfrm>
            <a:off x="5802032" y="6547261"/>
            <a:ext cx="4359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Parses input into linear or hierarchical </a:t>
            </a:r>
            <a:br>
              <a:rPr lang="en-GB" dirty="0"/>
            </a:br>
            <a:r>
              <a:rPr lang="en-GB" dirty="0"/>
              <a:t>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Basic requirement: Index-based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Optional but priority: Name-based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Linked by code-generation.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40DA2-37CD-43B8-9577-4D3444C27B35}"/>
              </a:ext>
            </a:extLst>
          </p:cNvPr>
          <p:cNvSpPr txBox="1"/>
          <p:nvPr/>
        </p:nvSpPr>
        <p:spPr>
          <a:xfrm>
            <a:off x="231226" y="95182"/>
            <a:ext cx="3290985" cy="25300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b="1" u="sng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u="none" dirty="0">
                <a:solidFill>
                  <a:schemeClr val="tx1"/>
                </a:solidFill>
              </a:rPr>
              <a:t>Connector</a:t>
            </a:r>
          </a:p>
          <a:p>
            <a:r>
              <a:rPr lang="en-GB" b="0" u="none" dirty="0">
                <a:solidFill>
                  <a:schemeClr val="tx1"/>
                </a:solidFill>
              </a:rPr>
              <a:t>Id, version, …</a:t>
            </a:r>
          </a:p>
          <a:p>
            <a:r>
              <a:rPr lang="en-GB" b="0" u="none" dirty="0" err="1">
                <a:solidFill>
                  <a:schemeClr val="tx1"/>
                </a:solidFill>
              </a:rPr>
              <a:t>machineIn</a:t>
            </a:r>
            <a:r>
              <a:rPr lang="en-GB" b="0" u="none" dirty="0">
                <a:solidFill>
                  <a:schemeClr val="tx1"/>
                </a:solidFill>
              </a:rPr>
              <a:t>: </a:t>
            </a:r>
            <a:r>
              <a:rPr lang="en-GB" b="0" u="none" dirty="0" err="1">
                <a:solidFill>
                  <a:schemeClr val="tx1"/>
                </a:solidFill>
              </a:rPr>
              <a:t>RecordType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 err="1">
                <a:solidFill>
                  <a:schemeClr val="tx1"/>
                </a:solidFill>
              </a:rPr>
              <a:t>machineOut</a:t>
            </a:r>
            <a:r>
              <a:rPr lang="en-GB" b="0" u="none" dirty="0">
                <a:solidFill>
                  <a:schemeClr val="tx1"/>
                </a:solidFill>
              </a:rPr>
              <a:t> : </a:t>
            </a:r>
            <a:r>
              <a:rPr lang="en-GB" b="0" u="none" dirty="0" err="1">
                <a:solidFill>
                  <a:schemeClr val="tx1"/>
                </a:solidFill>
              </a:rPr>
              <a:t>RecordType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>
                <a:solidFill>
                  <a:schemeClr val="tx1"/>
                </a:solidFill>
              </a:rPr>
              <a:t>input : </a:t>
            </a:r>
            <a:r>
              <a:rPr lang="en-GB" b="0" u="none" dirty="0" err="1">
                <a:solidFill>
                  <a:schemeClr val="tx1"/>
                </a:solidFill>
              </a:rPr>
              <a:t>RecordType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>
                <a:solidFill>
                  <a:schemeClr val="tx1"/>
                </a:solidFill>
              </a:rPr>
              <a:t>output : </a:t>
            </a:r>
            <a:r>
              <a:rPr lang="en-GB" b="0" u="none" dirty="0" err="1">
                <a:solidFill>
                  <a:schemeClr val="tx1"/>
                </a:solidFill>
              </a:rPr>
              <a:t>RecordType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 err="1">
                <a:solidFill>
                  <a:schemeClr val="tx1"/>
                </a:solidFill>
              </a:rPr>
              <a:t>machineParser</a:t>
            </a:r>
            <a:r>
              <a:rPr lang="en-GB" b="0" u="none" dirty="0">
                <a:solidFill>
                  <a:schemeClr val="tx1"/>
                </a:solidFill>
              </a:rPr>
              <a:t> : </a:t>
            </a:r>
            <a:r>
              <a:rPr lang="en-GB" b="0" u="none" dirty="0" err="1">
                <a:solidFill>
                  <a:schemeClr val="tx1"/>
                </a:solidFill>
              </a:rPr>
              <a:t>MachineParser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 err="1">
                <a:solidFill>
                  <a:schemeClr val="tx1"/>
                </a:solidFill>
              </a:rPr>
              <a:t>machineEncoding</a:t>
            </a:r>
            <a:r>
              <a:rPr lang="en-GB" b="0" u="none" dirty="0">
                <a:solidFill>
                  <a:schemeClr val="tx1"/>
                </a:solidFill>
              </a:rPr>
              <a:t>: </a:t>
            </a:r>
            <a:r>
              <a:rPr lang="en-GB" b="0" u="none" dirty="0" err="1">
                <a:solidFill>
                  <a:schemeClr val="tx1"/>
                </a:solidFill>
              </a:rPr>
              <a:t>TextEncoding</a:t>
            </a:r>
            <a:endParaRPr lang="en-GB" b="0" u="none" dirty="0">
              <a:solidFill>
                <a:schemeClr val="tx1"/>
              </a:solidFill>
            </a:endParaRPr>
          </a:p>
          <a:p>
            <a:r>
              <a:rPr lang="en-GB" b="0" u="none" dirty="0">
                <a:solidFill>
                  <a:schemeClr val="tx1"/>
                </a:solidFill>
              </a:rPr>
              <a:t>ops : </a:t>
            </a:r>
            <a:r>
              <a:rPr lang="en-GB" b="0" u="none" dirty="0" err="1">
                <a:solidFill>
                  <a:schemeClr val="tx1"/>
                </a:solidFill>
              </a:rPr>
              <a:t>sequenceOf</a:t>
            </a:r>
            <a:r>
              <a:rPr lang="en-GB" b="0" u="none" dirty="0">
                <a:solidFill>
                  <a:schemeClr val="tx1"/>
                </a:solidFill>
              </a:rPr>
              <a:t>(</a:t>
            </a:r>
            <a:r>
              <a:rPr lang="en-GB" b="0" u="none" dirty="0" err="1">
                <a:solidFill>
                  <a:schemeClr val="tx1"/>
                </a:solidFill>
              </a:rPr>
              <a:t>ConnectorOp</a:t>
            </a:r>
            <a:r>
              <a:rPr lang="en-GB" b="0" u="none" dirty="0">
                <a:solidFill>
                  <a:schemeClr val="tx1"/>
                </a:solidFill>
              </a:rPr>
              <a:t>)</a:t>
            </a:r>
          </a:p>
          <a:p>
            <a:endParaRPr lang="en-DE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43CF48-8231-4968-B188-26C8CA18BDA6}"/>
              </a:ext>
            </a:extLst>
          </p:cNvPr>
          <p:cNvSpPr/>
          <p:nvPr/>
        </p:nvSpPr>
        <p:spPr>
          <a:xfrm>
            <a:off x="347569" y="2650846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3DFDBAE-5C09-4100-9103-CB3267F2B867}"/>
              </a:ext>
            </a:extLst>
          </p:cNvPr>
          <p:cNvCxnSpPr>
            <a:stCxn id="19" idx="3"/>
          </p:cNvCxnSpPr>
          <p:nvPr/>
        </p:nvCxnSpPr>
        <p:spPr>
          <a:xfrm rot="16200000" flipH="1">
            <a:off x="348641" y="2980238"/>
            <a:ext cx="343086" cy="158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307631-E8F5-4BDD-8C99-39E9492EF85A}"/>
              </a:ext>
            </a:extLst>
          </p:cNvPr>
          <p:cNvCxnSpPr>
            <a:cxnSpLocks/>
            <a:stCxn id="19" idx="3"/>
          </p:cNvCxnSpPr>
          <p:nvPr/>
        </p:nvCxnSpPr>
        <p:spPr>
          <a:xfrm rot="16200000" flipH="1">
            <a:off x="-106755" y="3435635"/>
            <a:ext cx="1253881" cy="158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D63E8F-7602-44C2-9F4C-DE35FCBD3A0F}"/>
              </a:ext>
            </a:extLst>
          </p:cNvPr>
          <p:cNvSpPr txBox="1"/>
          <p:nvPr/>
        </p:nvSpPr>
        <p:spPr>
          <a:xfrm>
            <a:off x="599495" y="3059659"/>
            <a:ext cx="9900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MQTTv3</a:t>
            </a:r>
            <a:endParaRPr lang="en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64EF66-10EB-420B-92E9-61B1ACA5C852}"/>
              </a:ext>
            </a:extLst>
          </p:cNvPr>
          <p:cNvSpPr txBox="1"/>
          <p:nvPr/>
        </p:nvSpPr>
        <p:spPr>
          <a:xfrm>
            <a:off x="600926" y="3481482"/>
            <a:ext cx="9900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MQTTv5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34AF3-A251-40DB-B4CB-68BE690CDC79}"/>
              </a:ext>
            </a:extLst>
          </p:cNvPr>
          <p:cNvSpPr txBox="1"/>
          <p:nvPr/>
        </p:nvSpPr>
        <p:spPr>
          <a:xfrm>
            <a:off x="600924" y="3893775"/>
            <a:ext cx="9222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OPC UA</a:t>
            </a:r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44D8E6-5B01-463C-8A8A-76B8B67BE949}"/>
              </a:ext>
            </a:extLst>
          </p:cNvPr>
          <p:cNvSpPr txBox="1"/>
          <p:nvPr/>
        </p:nvSpPr>
        <p:spPr>
          <a:xfrm>
            <a:off x="599495" y="4325904"/>
            <a:ext cx="57259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AAS</a:t>
            </a:r>
            <a:endParaRPr lang="en-DE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FEAB0DA-53AA-48C6-ADD3-1402CA0ACF68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rot="16200000" flipH="1">
            <a:off x="131828" y="3197051"/>
            <a:ext cx="778144" cy="16005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65DE98E-E9E4-4852-BB4C-6CC29BCF4F3C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rot="16200000" flipH="1">
            <a:off x="-291099" y="3619978"/>
            <a:ext cx="1622566" cy="1586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B7B22EE-AEAD-42E6-8173-00E7E493C2A2}"/>
              </a:ext>
            </a:extLst>
          </p:cNvPr>
          <p:cNvSpPr txBox="1"/>
          <p:nvPr/>
        </p:nvSpPr>
        <p:spPr>
          <a:xfrm>
            <a:off x="8088306" y="121516"/>
            <a:ext cx="110389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DataType</a:t>
            </a:r>
            <a:endParaRPr lang="en-DE" b="1" i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6BBFB1-1201-4419-B963-7C30AE4AAB60}"/>
              </a:ext>
            </a:extLst>
          </p:cNvPr>
          <p:cNvSpPr txBox="1"/>
          <p:nvPr/>
        </p:nvSpPr>
        <p:spPr>
          <a:xfrm>
            <a:off x="8372888" y="616812"/>
            <a:ext cx="157158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RecordType</a:t>
            </a:r>
            <a:endParaRPr lang="en-GB" b="1" dirty="0"/>
          </a:p>
          <a:p>
            <a:r>
              <a:rPr lang="en-GB" dirty="0"/>
              <a:t>class: String</a:t>
            </a:r>
          </a:p>
          <a:p>
            <a:r>
              <a:rPr lang="en-GB" dirty="0" err="1"/>
              <a:t>artifact</a:t>
            </a:r>
            <a:r>
              <a:rPr lang="en-GB" dirty="0"/>
              <a:t>: String </a:t>
            </a:r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ABEC03-E4EA-4662-AD5C-C0F0C8BC3473}"/>
              </a:ext>
            </a:extLst>
          </p:cNvPr>
          <p:cNvSpPr txBox="1"/>
          <p:nvPr/>
        </p:nvSpPr>
        <p:spPr>
          <a:xfrm>
            <a:off x="8372890" y="1666106"/>
            <a:ext cx="149932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PrimitiveType</a:t>
            </a:r>
            <a:endParaRPr lang="en-GB" b="1" i="1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4591BCF-E731-484A-89F9-54AEEE479073}"/>
              </a:ext>
            </a:extLst>
          </p:cNvPr>
          <p:cNvSpPr/>
          <p:nvPr/>
        </p:nvSpPr>
        <p:spPr>
          <a:xfrm>
            <a:off x="8120964" y="498233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3F1101F-51A3-4292-833F-6368E2ED9F48}"/>
              </a:ext>
            </a:extLst>
          </p:cNvPr>
          <p:cNvCxnSpPr>
            <a:stCxn id="36" idx="3"/>
            <a:endCxn id="34" idx="1"/>
          </p:cNvCxnSpPr>
          <p:nvPr/>
        </p:nvCxnSpPr>
        <p:spPr>
          <a:xfrm rot="16200000" flipH="1">
            <a:off x="8122036" y="827625"/>
            <a:ext cx="343086" cy="158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8F3518C-2B67-445D-8269-B2AD8362E8E8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 rot="16200000" flipH="1">
            <a:off x="7735890" y="1213772"/>
            <a:ext cx="1115381" cy="1586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055D88F-9976-40FF-8076-5BBC7EAE27F9}"/>
              </a:ext>
            </a:extLst>
          </p:cNvPr>
          <p:cNvSpPr txBox="1"/>
          <p:nvPr/>
        </p:nvSpPr>
        <p:spPr>
          <a:xfrm>
            <a:off x="10293440" y="615517"/>
            <a:ext cx="159755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/>
              <a:t>Field</a:t>
            </a:r>
          </a:p>
          <a:p>
            <a:r>
              <a:rPr lang="en-GB" dirty="0"/>
              <a:t>name: String</a:t>
            </a:r>
          </a:p>
          <a:p>
            <a:r>
              <a:rPr lang="en-GB" dirty="0"/>
              <a:t>type: </a:t>
            </a:r>
            <a:r>
              <a:rPr lang="en-GB" dirty="0" err="1"/>
              <a:t>DataType</a:t>
            </a:r>
            <a:endParaRPr lang="en-DE" dirty="0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F14C721-8426-481D-AE38-F5281195E1B6}"/>
              </a:ext>
            </a:extLst>
          </p:cNvPr>
          <p:cNvCxnSpPr>
            <a:stCxn id="34" idx="3"/>
            <a:endCxn id="39" idx="1"/>
          </p:cNvCxnSpPr>
          <p:nvPr/>
        </p:nvCxnSpPr>
        <p:spPr>
          <a:xfrm flipV="1">
            <a:off x="9944473" y="1077183"/>
            <a:ext cx="348967" cy="12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40D23EC-9DF8-4AFA-8378-82B7A83B14D3}"/>
              </a:ext>
            </a:extLst>
          </p:cNvPr>
          <p:cNvSpPr txBox="1"/>
          <p:nvPr/>
        </p:nvSpPr>
        <p:spPr>
          <a:xfrm>
            <a:off x="10058669" y="7353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</a:t>
            </a:r>
            <a:endParaRPr lang="en-DE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A02C990-DB8B-4884-B57E-8CEFA898EE5C}"/>
              </a:ext>
            </a:extLst>
          </p:cNvPr>
          <p:cNvCxnSpPr>
            <a:stCxn id="39" idx="3"/>
            <a:endCxn id="33" idx="3"/>
          </p:cNvCxnSpPr>
          <p:nvPr/>
        </p:nvCxnSpPr>
        <p:spPr>
          <a:xfrm flipH="1" flipV="1">
            <a:off x="9192198" y="306182"/>
            <a:ext cx="2698794" cy="771000"/>
          </a:xfrm>
          <a:prstGeom prst="bentConnector3">
            <a:avLst>
              <a:gd name="adj1" fmla="val -84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BB7BAD43-22C3-4D12-99AB-A6B7A58D60FB}"/>
              </a:ext>
            </a:extLst>
          </p:cNvPr>
          <p:cNvSpPr/>
          <p:nvPr/>
        </p:nvSpPr>
        <p:spPr>
          <a:xfrm>
            <a:off x="8531140" y="2042823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A2C720-A247-4FF0-B1AC-CB6DB1885D14}"/>
              </a:ext>
            </a:extLst>
          </p:cNvPr>
          <p:cNvSpPr txBox="1"/>
          <p:nvPr/>
        </p:nvSpPr>
        <p:spPr>
          <a:xfrm>
            <a:off x="8792393" y="2255864"/>
            <a:ext cx="13177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IntegerType</a:t>
            </a:r>
            <a:endParaRPr lang="en-GB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036947-943A-4248-A72F-3CDAB720CB84}"/>
              </a:ext>
            </a:extLst>
          </p:cNvPr>
          <p:cNvSpPr txBox="1"/>
          <p:nvPr/>
        </p:nvSpPr>
        <p:spPr>
          <a:xfrm>
            <a:off x="8792393" y="2660003"/>
            <a:ext cx="14245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BooleanType</a:t>
            </a:r>
            <a:endParaRPr lang="en-GB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53D2C2-F17A-408B-B988-B0FC0B05B49E}"/>
              </a:ext>
            </a:extLst>
          </p:cNvPr>
          <p:cNvSpPr txBox="1"/>
          <p:nvPr/>
        </p:nvSpPr>
        <p:spPr>
          <a:xfrm>
            <a:off x="8792393" y="3075501"/>
            <a:ext cx="11985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StringType</a:t>
            </a:r>
            <a:endParaRPr lang="en-GB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E962F4-59E1-446D-86B0-EDFFA1AFF5AF}"/>
              </a:ext>
            </a:extLst>
          </p:cNvPr>
          <p:cNvSpPr txBox="1"/>
          <p:nvPr/>
        </p:nvSpPr>
        <p:spPr>
          <a:xfrm>
            <a:off x="8792394" y="3487895"/>
            <a:ext cx="10508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RealType</a:t>
            </a:r>
            <a:endParaRPr lang="en-GB" b="1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6B18138-E1B8-410E-ACA7-EF53B4785706}"/>
              </a:ext>
            </a:extLst>
          </p:cNvPr>
          <p:cNvCxnSpPr>
            <a:cxnSpLocks/>
            <a:stCxn id="47" idx="3"/>
            <a:endCxn id="52" idx="1"/>
          </p:cNvCxnSpPr>
          <p:nvPr/>
        </p:nvCxnSpPr>
        <p:spPr>
          <a:xfrm rot="16200000" flipH="1">
            <a:off x="8012129" y="2892298"/>
            <a:ext cx="1392580" cy="1679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9CE1847-91FA-4C23-8E27-5DF9B7250A10}"/>
              </a:ext>
            </a:extLst>
          </p:cNvPr>
          <p:cNvCxnSpPr>
            <a:cxnSpLocks/>
            <a:stCxn id="47" idx="3"/>
            <a:endCxn id="51" idx="1"/>
          </p:cNvCxnSpPr>
          <p:nvPr/>
        </p:nvCxnSpPr>
        <p:spPr>
          <a:xfrm rot="16200000" flipH="1">
            <a:off x="8218326" y="2686101"/>
            <a:ext cx="980186" cy="1679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C578747-2660-4B79-A635-784197C550B9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rot="16200000" flipH="1">
            <a:off x="8426075" y="2478352"/>
            <a:ext cx="564688" cy="1679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FACAE65-62BD-4E11-B849-61E1B762BD9B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rot="16200000" flipH="1">
            <a:off x="8628146" y="2276282"/>
            <a:ext cx="160549" cy="1679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peech Bubble: Rectangle 64">
            <a:extLst>
              <a:ext uri="{FF2B5EF4-FFF2-40B4-BE49-F238E27FC236}">
                <a16:creationId xmlns:a16="http://schemas.microsoft.com/office/drawing/2014/main" id="{57D1BACF-ACB9-4A6E-AB26-1AA78C1E19DD}"/>
              </a:ext>
            </a:extLst>
          </p:cNvPr>
          <p:cNvSpPr/>
          <p:nvPr/>
        </p:nvSpPr>
        <p:spPr>
          <a:xfrm>
            <a:off x="10546587" y="2452172"/>
            <a:ext cx="1424557" cy="1016787"/>
          </a:xfrm>
          <a:prstGeom prst="wedgeRectCallout">
            <a:avLst>
              <a:gd name="adj1" fmla="val -62457"/>
              <a:gd name="adj2" fmla="val -136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 far no </a:t>
            </a:r>
            <a:r>
              <a:rPr lang="en-GB" dirty="0" err="1"/>
              <a:t>Enum</a:t>
            </a:r>
            <a:r>
              <a:rPr lang="en-GB" dirty="0"/>
              <a:t>-Type, Int64, …</a:t>
            </a:r>
            <a:endParaRPr lang="en-DE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ECB2E3-8D5D-4DA3-B1A4-6AB901A36FAC}"/>
              </a:ext>
            </a:extLst>
          </p:cNvPr>
          <p:cNvSpPr txBox="1"/>
          <p:nvPr/>
        </p:nvSpPr>
        <p:spPr>
          <a:xfrm>
            <a:off x="2213417" y="7007233"/>
            <a:ext cx="2147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Expression tree with </a:t>
            </a:r>
          </a:p>
          <a:p>
            <a:r>
              <a:rPr lang="en-GB" dirty="0"/>
              <a:t>cross-references </a:t>
            </a:r>
          </a:p>
          <a:p>
            <a:r>
              <a:rPr lang="en-GB" dirty="0"/>
              <a:t>into record types.</a:t>
            </a:r>
            <a:endParaRPr lang="en-D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C33D0B-B868-4037-8D36-14AD878C93C7}"/>
              </a:ext>
            </a:extLst>
          </p:cNvPr>
          <p:cNvSpPr txBox="1"/>
          <p:nvPr/>
        </p:nvSpPr>
        <p:spPr>
          <a:xfrm>
            <a:off x="5946055" y="4383121"/>
            <a:ext cx="322107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GenericMachineParser</a:t>
            </a:r>
            <a:endParaRPr lang="en-GB" b="1" i="1" dirty="0"/>
          </a:p>
          <a:p>
            <a:r>
              <a:rPr lang="en-GB" i="1" dirty="0"/>
              <a:t>mapping: </a:t>
            </a:r>
            <a:r>
              <a:rPr lang="en-GB" i="1" dirty="0" err="1"/>
              <a:t>mapOf</a:t>
            </a:r>
            <a:r>
              <a:rPr lang="en-GB" i="1" dirty="0"/>
              <a:t>(Integer, String)</a:t>
            </a:r>
            <a:endParaRPr lang="en-DE" i="1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4560B8C3-2127-474B-A33D-DC9F6F500FC1}"/>
              </a:ext>
            </a:extLst>
          </p:cNvPr>
          <p:cNvSpPr/>
          <p:nvPr/>
        </p:nvSpPr>
        <p:spPr>
          <a:xfrm>
            <a:off x="5707681" y="3251761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441F849-6AD0-4DC8-B0B2-AAC7933F99BF}"/>
              </a:ext>
            </a:extLst>
          </p:cNvPr>
          <p:cNvCxnSpPr>
            <a:cxnSpLocks/>
            <a:stCxn id="70" idx="3"/>
            <a:endCxn id="67" idx="1"/>
          </p:cNvCxnSpPr>
          <p:nvPr/>
        </p:nvCxnSpPr>
        <p:spPr>
          <a:xfrm rot="16200000" flipH="1">
            <a:off x="5264838" y="4025069"/>
            <a:ext cx="1217367" cy="14506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3B33C81-30D8-499C-8899-8ADA20F6AE5C}"/>
              </a:ext>
            </a:extLst>
          </p:cNvPr>
          <p:cNvSpPr txBox="1"/>
          <p:nvPr/>
        </p:nvSpPr>
        <p:spPr>
          <a:xfrm>
            <a:off x="6320764" y="5926946"/>
            <a:ext cx="12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CSV, TSV, …</a:t>
            </a:r>
            <a:endParaRPr lang="en-DE" i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54828A-E4D0-4443-9A7A-2E7B1FCD4A3F}"/>
              </a:ext>
            </a:extLst>
          </p:cNvPr>
          <p:cNvSpPr txBox="1"/>
          <p:nvPr/>
        </p:nvSpPr>
        <p:spPr>
          <a:xfrm>
            <a:off x="4107715" y="1236300"/>
            <a:ext cx="144238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«</a:t>
            </a:r>
            <a:r>
              <a:rPr lang="en-GB" b="1" dirty="0" err="1"/>
              <a:t>enum</a:t>
            </a:r>
            <a:r>
              <a:rPr lang="en-GB" b="1" dirty="0"/>
              <a:t>»</a:t>
            </a:r>
          </a:p>
          <a:p>
            <a:r>
              <a:rPr lang="en-GB" b="1" dirty="0" err="1"/>
              <a:t>TextEncoding</a:t>
            </a:r>
            <a:endParaRPr lang="en-DE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6E47C2-1480-447E-BB79-AA0CEB13BBE0}"/>
              </a:ext>
            </a:extLst>
          </p:cNvPr>
          <p:cNvSpPr txBox="1"/>
          <p:nvPr/>
        </p:nvSpPr>
        <p:spPr>
          <a:xfrm>
            <a:off x="2252417" y="5344668"/>
            <a:ext cx="298472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ConstantConnectorOperation</a:t>
            </a:r>
            <a:endParaRPr lang="en-GB" b="1" i="1" dirty="0"/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257FC2D1-5946-419A-BC97-CFE91103A5AC}"/>
              </a:ext>
            </a:extLst>
          </p:cNvPr>
          <p:cNvCxnSpPr>
            <a:cxnSpLocks/>
            <a:stCxn id="14" idx="3"/>
            <a:endCxn id="83" idx="1"/>
          </p:cNvCxnSpPr>
          <p:nvPr/>
        </p:nvCxnSpPr>
        <p:spPr>
          <a:xfrm rot="16200000" flipH="1">
            <a:off x="1108990" y="4385907"/>
            <a:ext cx="2128236" cy="158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87FEA186-9493-49FC-996E-C231452AD9FF}"/>
              </a:ext>
            </a:extLst>
          </p:cNvPr>
          <p:cNvSpPr txBox="1"/>
          <p:nvPr/>
        </p:nvSpPr>
        <p:spPr>
          <a:xfrm>
            <a:off x="2647066" y="5810494"/>
            <a:ext cx="366664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err="1"/>
              <a:t>IntegerConstantConnectorOperation</a:t>
            </a:r>
            <a:endParaRPr lang="en-GB" b="1" dirty="0"/>
          </a:p>
          <a:p>
            <a:r>
              <a:rPr lang="en-GB" dirty="0"/>
              <a:t>value: Integer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AD648874-36F9-41DD-B855-9AEFF0A9C984}"/>
              </a:ext>
            </a:extLst>
          </p:cNvPr>
          <p:cNvCxnSpPr>
            <a:cxnSpLocks/>
            <a:stCxn id="93" idx="3"/>
            <a:endCxn id="87" idx="1"/>
          </p:cNvCxnSpPr>
          <p:nvPr/>
        </p:nvCxnSpPr>
        <p:spPr>
          <a:xfrm rot="16200000" flipH="1">
            <a:off x="2417793" y="5904386"/>
            <a:ext cx="180037" cy="27850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4A653A47-0139-48CD-83D4-0F9098AB042A}"/>
              </a:ext>
            </a:extLst>
          </p:cNvPr>
          <p:cNvSpPr/>
          <p:nvPr/>
        </p:nvSpPr>
        <p:spPr>
          <a:xfrm>
            <a:off x="2275250" y="5716464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403B24A-D06B-4CC9-B753-A733F7995969}"/>
              </a:ext>
            </a:extLst>
          </p:cNvPr>
          <p:cNvCxnSpPr>
            <a:cxnSpLocks/>
            <a:stCxn id="93" idx="3"/>
            <a:endCxn id="115" idx="1"/>
          </p:cNvCxnSpPr>
          <p:nvPr/>
        </p:nvCxnSpPr>
        <p:spPr>
          <a:xfrm rot="16200000" flipH="1">
            <a:off x="2152148" y="6170031"/>
            <a:ext cx="617023" cy="1842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87CB91D-529B-4684-8E97-5501AADBF690}"/>
              </a:ext>
            </a:extLst>
          </p:cNvPr>
          <p:cNvSpPr txBox="1"/>
          <p:nvPr/>
        </p:nvSpPr>
        <p:spPr>
          <a:xfrm>
            <a:off x="2605403" y="4049460"/>
            <a:ext cx="251613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 err="1"/>
              <a:t>ConnectorAddOperation</a:t>
            </a:r>
            <a:endParaRPr lang="en-GB" b="1" i="1" dirty="0"/>
          </a:p>
        </p:txBody>
      </p:sp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EB9D73FC-9A94-408A-BFE0-94AD79138D4A}"/>
              </a:ext>
            </a:extLst>
          </p:cNvPr>
          <p:cNvSpPr/>
          <p:nvPr/>
        </p:nvSpPr>
        <p:spPr>
          <a:xfrm>
            <a:off x="2258982" y="3951201"/>
            <a:ext cx="186612" cy="23715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E3F66293-1F91-41EB-9184-48946FAF032E}"/>
              </a:ext>
            </a:extLst>
          </p:cNvPr>
          <p:cNvCxnSpPr>
            <a:cxnSpLocks/>
            <a:stCxn id="108" idx="3"/>
            <a:endCxn id="107" idx="1"/>
          </p:cNvCxnSpPr>
          <p:nvPr/>
        </p:nvCxnSpPr>
        <p:spPr>
          <a:xfrm rot="16200000" flipH="1">
            <a:off x="2455963" y="4084685"/>
            <a:ext cx="45767" cy="25311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602FD67-E70A-4DC1-9D78-8368957008D6}"/>
              </a:ext>
            </a:extLst>
          </p:cNvPr>
          <p:cNvSpPr txBox="1"/>
          <p:nvPr/>
        </p:nvSpPr>
        <p:spPr>
          <a:xfrm>
            <a:off x="2531450" y="427854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F465DC1-D314-4649-969A-393D37640F7A}"/>
              </a:ext>
            </a:extLst>
          </p:cNvPr>
          <p:cNvSpPr txBox="1"/>
          <p:nvPr/>
        </p:nvSpPr>
        <p:spPr>
          <a:xfrm>
            <a:off x="2552761" y="63859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  <a:endParaRPr lang="en-DE" dirty="0"/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598248BA-A1C0-4616-AF61-D72C25B63AD4}"/>
              </a:ext>
            </a:extLst>
          </p:cNvPr>
          <p:cNvCxnSpPr>
            <a:cxnSpLocks/>
            <a:stCxn id="108" idx="3"/>
            <a:endCxn id="113" idx="1"/>
          </p:cNvCxnSpPr>
          <p:nvPr/>
        </p:nvCxnSpPr>
        <p:spPr>
          <a:xfrm rot="16200000" flipH="1">
            <a:off x="2304446" y="4236202"/>
            <a:ext cx="274849" cy="17916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Speech Bubble: Rectangle 129">
            <a:extLst>
              <a:ext uri="{FF2B5EF4-FFF2-40B4-BE49-F238E27FC236}">
                <a16:creationId xmlns:a16="http://schemas.microsoft.com/office/drawing/2014/main" id="{862745CA-1FD3-45BF-B28E-92F3FA48BBFC}"/>
              </a:ext>
            </a:extLst>
          </p:cNvPr>
          <p:cNvSpPr/>
          <p:nvPr/>
        </p:nvSpPr>
        <p:spPr>
          <a:xfrm>
            <a:off x="3981220" y="2003242"/>
            <a:ext cx="1424557" cy="1016787"/>
          </a:xfrm>
          <a:prstGeom prst="wedgeRectCallout">
            <a:avLst>
              <a:gd name="adj1" fmla="val -24122"/>
              <a:gd name="adj2" fmla="val 75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Constraints may limit composition</a:t>
            </a:r>
            <a:endParaRPr lang="en-DE" dirty="0"/>
          </a:p>
        </p:txBody>
      </p:sp>
      <p:sp>
        <p:nvSpPr>
          <p:cNvPr id="64" name="Speech Bubble: Rectangle 63">
            <a:extLst>
              <a:ext uri="{FF2B5EF4-FFF2-40B4-BE49-F238E27FC236}">
                <a16:creationId xmlns:a16="http://schemas.microsoft.com/office/drawing/2014/main" id="{9D01AB81-2F72-4CC3-B44B-CD36C92DCBCD}"/>
              </a:ext>
            </a:extLst>
          </p:cNvPr>
          <p:cNvSpPr/>
          <p:nvPr/>
        </p:nvSpPr>
        <p:spPr>
          <a:xfrm>
            <a:off x="5756833" y="480369"/>
            <a:ext cx="1424557" cy="1016787"/>
          </a:xfrm>
          <a:prstGeom prst="wedgeRectCallout">
            <a:avLst>
              <a:gd name="adj1" fmla="val -24122"/>
              <a:gd name="adj2" fmla="val 75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One user constraint: no nesting (RapidMiner)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107041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6800E-BCF8-453A-951A-B707C04CA8A2}"/>
              </a:ext>
            </a:extLst>
          </p:cNvPr>
          <p:cNvSpPr txBox="1"/>
          <p:nvPr/>
        </p:nvSpPr>
        <p:spPr>
          <a:xfrm>
            <a:off x="4825051" y="1495750"/>
            <a:ext cx="1825500" cy="369332"/>
          </a:xfrm>
          <a:prstGeom prst="rect">
            <a:avLst/>
          </a:prstGeom>
          <a:solidFill>
            <a:srgbClr val="9CC5D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Model Connector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AC6C0-C6BB-4172-8E0E-E860C1220B01}"/>
              </a:ext>
            </a:extLst>
          </p:cNvPr>
          <p:cNvSpPr txBox="1"/>
          <p:nvPr/>
        </p:nvSpPr>
        <p:spPr>
          <a:xfrm>
            <a:off x="2910991" y="1257626"/>
            <a:ext cx="1211742" cy="646331"/>
          </a:xfrm>
          <a:prstGeom prst="rect">
            <a:avLst/>
          </a:prstGeom>
          <a:solidFill>
            <a:srgbClr val="08617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External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I/O Format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8CCD4-9218-4A0D-8711-A48C437805D2}"/>
              </a:ext>
            </a:extLst>
          </p:cNvPr>
          <p:cNvSpPr txBox="1"/>
          <p:nvPr/>
        </p:nvSpPr>
        <p:spPr>
          <a:xfrm>
            <a:off x="1265730" y="1337929"/>
            <a:ext cx="788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extern</a:t>
            </a:r>
            <a:endParaRPr lang="en-DE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5A18DD36-63FD-4CE4-BBB2-EA04C56A3873}"/>
              </a:ext>
            </a:extLst>
          </p:cNvPr>
          <p:cNvSpPr/>
          <p:nvPr/>
        </p:nvSpPr>
        <p:spPr>
          <a:xfrm>
            <a:off x="2141065" y="1280279"/>
            <a:ext cx="683148" cy="484632"/>
          </a:xfrm>
          <a:prstGeom prst="leftRightArrow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1BD8C-1BC0-4507-B60E-1269D2EC7918}"/>
              </a:ext>
            </a:extLst>
          </p:cNvPr>
          <p:cNvSpPr txBox="1"/>
          <p:nvPr/>
        </p:nvSpPr>
        <p:spPr>
          <a:xfrm>
            <a:off x="7028326" y="1225915"/>
            <a:ext cx="1211742" cy="646331"/>
          </a:xfrm>
          <a:prstGeom prst="rect">
            <a:avLst/>
          </a:prstGeom>
          <a:solidFill>
            <a:srgbClr val="08617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App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I/O Format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489EF6A7-0252-4DF9-9D55-CFF11220E5D1}"/>
              </a:ext>
            </a:extLst>
          </p:cNvPr>
          <p:cNvSpPr/>
          <p:nvPr/>
        </p:nvSpPr>
        <p:spPr>
          <a:xfrm>
            <a:off x="8369049" y="1361627"/>
            <a:ext cx="683148" cy="484632"/>
          </a:xfrm>
          <a:prstGeom prst="leftRightArrow">
            <a:avLst/>
          </a:prstGeom>
          <a:solidFill>
            <a:srgbClr val="9CC5D1"/>
          </a:solidFill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D0D9E-4222-4310-8AA7-4B922ABBEF69}"/>
              </a:ext>
            </a:extLst>
          </p:cNvPr>
          <p:cNvSpPr txBox="1"/>
          <p:nvPr/>
        </p:nvSpPr>
        <p:spPr>
          <a:xfrm>
            <a:off x="9234796" y="144593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app</a:t>
            </a:r>
            <a:endParaRPr lang="en-DE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C40956D-E450-49C0-A8DB-5F90AC1AC072}"/>
              </a:ext>
            </a:extLst>
          </p:cNvPr>
          <p:cNvCxnSpPr>
            <a:stCxn id="3" idx="2"/>
            <a:endCxn id="7" idx="2"/>
          </p:cNvCxnSpPr>
          <p:nvPr/>
        </p:nvCxnSpPr>
        <p:spPr>
          <a:xfrm rot="5400000" flipH="1" flipV="1">
            <a:off x="5559674" y="-170567"/>
            <a:ext cx="31711" cy="4117335"/>
          </a:xfrm>
          <a:prstGeom prst="bentConnector3">
            <a:avLst>
              <a:gd name="adj1" fmla="val -7208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507674-51D8-468B-93BE-B03EAE84F367}"/>
              </a:ext>
            </a:extLst>
          </p:cNvPr>
          <p:cNvSpPr txBox="1"/>
          <p:nvPr/>
        </p:nvSpPr>
        <p:spPr>
          <a:xfrm>
            <a:off x="4609915" y="551438"/>
            <a:ext cx="2411238" cy="369332"/>
          </a:xfrm>
          <a:prstGeom prst="rect">
            <a:avLst/>
          </a:prstGeom>
          <a:solidFill>
            <a:srgbClr val="D76A63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Parser/Formatter byte[]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2356C-DBB1-4B53-B765-BB38415B7B2E}"/>
              </a:ext>
            </a:extLst>
          </p:cNvPr>
          <p:cNvSpPr txBox="1"/>
          <p:nvPr/>
        </p:nvSpPr>
        <p:spPr>
          <a:xfrm>
            <a:off x="4823762" y="1081065"/>
            <a:ext cx="1984198" cy="369332"/>
          </a:xfrm>
          <a:prstGeom prst="rect">
            <a:avLst/>
          </a:prstGeom>
          <a:solidFill>
            <a:srgbClr val="D76A63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Channel Connector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D37D70-B1EA-4C9C-87E4-2482A4D19BEA}"/>
              </a:ext>
            </a:extLst>
          </p:cNvPr>
          <p:cNvSpPr txBox="1"/>
          <p:nvPr/>
        </p:nvSpPr>
        <p:spPr>
          <a:xfrm>
            <a:off x="3973088" y="2086308"/>
            <a:ext cx="344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Auto-Mapping, Mapping Functions</a:t>
            </a:r>
            <a:endParaRPr lang="en-DE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C41A48-B042-48E0-80C5-F2D9086137CE}"/>
              </a:ext>
            </a:extLst>
          </p:cNvPr>
          <p:cNvSpPr/>
          <p:nvPr/>
        </p:nvSpPr>
        <p:spPr>
          <a:xfrm>
            <a:off x="2824213" y="329186"/>
            <a:ext cx="5544836" cy="2216277"/>
          </a:xfrm>
          <a:prstGeom prst="rect">
            <a:avLst/>
          </a:prstGeom>
          <a:noFill/>
          <a:ln>
            <a:solidFill>
              <a:srgbClr val="086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39C797-7BC4-4C92-843C-EBBAD11B787F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4122733" y="1580792"/>
            <a:ext cx="702318" cy="996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AA9941-B35C-485F-A5B7-448292D58CD7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4122734" y="1265731"/>
            <a:ext cx="701029" cy="31506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67C5C1E-CC0D-4FC4-B1C1-B74096EF8DBC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rot="16200000" flipV="1">
            <a:off x="5735552" y="1000755"/>
            <a:ext cx="160295" cy="3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B294F3-6029-48A2-89C0-029DD5B5F1EE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>
            <a:off x="6807960" y="1265732"/>
            <a:ext cx="220366" cy="2833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E0809-94CB-4518-A273-ABF2483413D3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6650552" y="1549080"/>
            <a:ext cx="377775" cy="1313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9471AF5-4F3A-4B7F-ABF2-95D261392BEE}"/>
              </a:ext>
            </a:extLst>
          </p:cNvPr>
          <p:cNvSpPr txBox="1"/>
          <p:nvPr/>
        </p:nvSpPr>
        <p:spPr>
          <a:xfrm>
            <a:off x="630936" y="2990088"/>
            <a:ext cx="1335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Metadata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0D46C-7971-475E-A5F1-BCD3657D3F8A}"/>
              </a:ext>
            </a:extLst>
          </p:cNvPr>
          <p:cNvSpPr txBox="1"/>
          <p:nvPr/>
        </p:nvSpPr>
        <p:spPr>
          <a:xfrm flipH="1">
            <a:off x="978408" y="3892763"/>
            <a:ext cx="4187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Static: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IVML annotations, own project for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Refined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trike="sngStrike" dirty="0"/>
              <a:t>Field</a:t>
            </a:r>
            <a:endParaRPr lang="en-DE" strike="sngStrik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56023-6882-403C-8648-F3599EDA5533}"/>
              </a:ext>
            </a:extLst>
          </p:cNvPr>
          <p:cNvSpPr txBox="1"/>
          <p:nvPr/>
        </p:nvSpPr>
        <p:spPr>
          <a:xfrm flipH="1">
            <a:off x="6780020" y="3930459"/>
            <a:ext cx="4187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Dynamic: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Field (annotated?)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 operations (constants, access to ECS)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From Channel</a:t>
            </a:r>
            <a:r>
              <a:rPr lang="en-GB"/>
              <a:t>/Topic Name</a:t>
            </a:r>
            <a:endParaRPr lang="en-GB" dirty="0"/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6A37B015-3837-4B4A-B8E6-D01F42CA399B}"/>
              </a:ext>
            </a:extLst>
          </p:cNvPr>
          <p:cNvSpPr/>
          <p:nvPr/>
        </p:nvSpPr>
        <p:spPr>
          <a:xfrm>
            <a:off x="2314912" y="3429002"/>
            <a:ext cx="2633205" cy="398021"/>
          </a:xfrm>
          <a:prstGeom prst="wedgeRoundRectCallout">
            <a:avLst>
              <a:gd name="adj1" fmla="val -71533"/>
              <a:gd name="adj2" fmla="val -1075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R19 </a:t>
            </a:r>
            <a:r>
              <a:rPr lang="en-GB" dirty="0" err="1"/>
              <a:t>g,f</a:t>
            </a:r>
            <a:r>
              <a:rPr lang="en-GB" dirty="0"/>
              <a:t> , R79, R80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A72C3-3F01-49B3-A645-A3D18A2944D2}"/>
              </a:ext>
            </a:extLst>
          </p:cNvPr>
          <p:cNvSpPr txBox="1"/>
          <p:nvPr/>
        </p:nvSpPr>
        <p:spPr>
          <a:xfrm>
            <a:off x="7567081" y="718083"/>
            <a:ext cx="145251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 err="1"/>
              <a:t>EventHandler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04283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62454" y="394215"/>
            <a:ext cx="2216473" cy="2118075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ECS-Runtime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Service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51" spc="-1" dirty="0">
              <a:latin typeface="FreeMon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Application</a:t>
            </a:r>
            <a:br>
              <a:rPr lang="en-US" sz="1451" i="1" spc="-1" dirty="0">
                <a:latin typeface="FreeMono"/>
              </a:rPr>
            </a:br>
            <a:r>
              <a:rPr lang="en-US" sz="1451" i="1" spc="-1" dirty="0">
                <a:latin typeface="FreeMono"/>
              </a:rPr>
              <a:t>dependencies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9317" y="394215"/>
            <a:ext cx="2216474" cy="2118075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ECS-Runtime + Service  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51" spc="-1" dirty="0">
              <a:latin typeface="FreeMon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Application</a:t>
            </a:r>
            <a:br>
              <a:rPr lang="en-US" sz="1451" i="1" spc="-1" dirty="0">
                <a:latin typeface="FreeMono"/>
              </a:rPr>
            </a:br>
            <a:r>
              <a:rPr lang="en-US" sz="1451" i="1" spc="-1" dirty="0">
                <a:latin typeface="FreeMono"/>
              </a:rPr>
              <a:t>dependencies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6182" y="414323"/>
            <a:ext cx="2216477" cy="566067"/>
          </a:xfrm>
          <a:prstGeom prst="rect">
            <a:avLst/>
          </a:prstGeom>
          <a:solidFill>
            <a:srgbClr val="9CC5D1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51" spc="-1" dirty="0">
                <a:latin typeface="FreeMono"/>
              </a:rPr>
              <a:t>ECS-Runtime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76179" y="1095520"/>
            <a:ext cx="2216478" cy="1416768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Service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Application</a:t>
            </a:r>
            <a:br>
              <a:rPr lang="en-US" sz="1451" i="1" spc="-1" dirty="0">
                <a:latin typeface="FreeMono"/>
              </a:rPr>
            </a:br>
            <a:r>
              <a:rPr lang="en-US" sz="1451" i="1" spc="-1" dirty="0">
                <a:latin typeface="FreeMono"/>
              </a:rPr>
              <a:t>dependencies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" y="62450"/>
            <a:ext cx="2216474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buNone/>
            </a:pPr>
            <a:r>
              <a:rPr lang="en-US" sz="1451" spc="-1">
                <a:solidFill>
                  <a:schemeClr val="bg1"/>
                </a:solidFill>
                <a:latin typeface="Arial"/>
              </a:rPr>
              <a:t>Ecs_Svc_App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9318" y="62450"/>
            <a:ext cx="2216475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/>
            <a:r>
              <a:rPr lang="en-US" sz="1451" spc="-1">
                <a:solidFill>
                  <a:schemeClr val="bg1"/>
                </a:solidFill>
                <a:latin typeface="Arial"/>
              </a:rPr>
              <a:t>EcsSvc_App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76181" y="62450"/>
            <a:ext cx="2216476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/>
            <a:r>
              <a:rPr lang="en-US" sz="1451" spc="-1" dirty="0">
                <a:solidFill>
                  <a:schemeClr val="bg1"/>
                </a:solidFill>
                <a:latin typeface="Arial"/>
              </a:rPr>
              <a:t>C1Ecs_C2Svc_App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722972-D395-4F03-9462-818FFEB539EE}"/>
              </a:ext>
            </a:extLst>
          </p:cNvPr>
          <p:cNvSpPr/>
          <p:nvPr/>
        </p:nvSpPr>
        <p:spPr>
          <a:xfrm>
            <a:off x="74036" y="2919454"/>
            <a:ext cx="2216473" cy="2118075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ECS-Runtime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Service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51" spc="-1" dirty="0">
              <a:latin typeface="FreeMon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All dependencies for all applications</a:t>
            </a:r>
            <a:br>
              <a:rPr lang="en-US" sz="1451" i="1" spc="-1" dirty="0">
                <a:latin typeface="FreeMono"/>
              </a:rPr>
            </a:br>
            <a:endParaRPr lang="en-US" sz="1451" i="1" spc="-1" dirty="0">
              <a:latin typeface="FreeMono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710F4-5959-41CE-A9F6-116AF75C4045}"/>
              </a:ext>
            </a:extLst>
          </p:cNvPr>
          <p:cNvSpPr/>
          <p:nvPr/>
        </p:nvSpPr>
        <p:spPr>
          <a:xfrm>
            <a:off x="2530899" y="2919454"/>
            <a:ext cx="2216474" cy="2118075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ECS-Runtime + Service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51" spc="-1" dirty="0">
              <a:latin typeface="FreeMon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All dependencies for all applications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2E9634-A1E2-42F2-BCCA-AA4710EA8362}"/>
              </a:ext>
            </a:extLst>
          </p:cNvPr>
          <p:cNvSpPr/>
          <p:nvPr/>
        </p:nvSpPr>
        <p:spPr>
          <a:xfrm>
            <a:off x="4987764" y="2939562"/>
            <a:ext cx="2216477" cy="566067"/>
          </a:xfrm>
          <a:prstGeom prst="rect">
            <a:avLst/>
          </a:prstGeom>
          <a:solidFill>
            <a:srgbClr val="9CC5D1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51" spc="-1" dirty="0">
                <a:latin typeface="FreeMono"/>
              </a:rPr>
              <a:t>ECS-Runtime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CFFE8-834E-4B29-9C7C-3EDEB057558F}"/>
              </a:ext>
            </a:extLst>
          </p:cNvPr>
          <p:cNvSpPr/>
          <p:nvPr/>
        </p:nvSpPr>
        <p:spPr>
          <a:xfrm>
            <a:off x="4987761" y="3620759"/>
            <a:ext cx="2216478" cy="1416768"/>
          </a:xfrm>
          <a:prstGeom prst="rect">
            <a:avLst/>
          </a:prstGeom>
          <a:solidFill>
            <a:srgbClr val="FFFFFF"/>
          </a:solidFill>
          <a:ln w="0">
            <a:solidFill>
              <a:srgbClr val="08617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Local broker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spc="-1" dirty="0">
                <a:latin typeface="FreeMono"/>
              </a:rPr>
              <a:t>Service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51" i="1" spc="-1" dirty="0">
                <a:latin typeface="FreeMono"/>
              </a:rPr>
              <a:t>All dependencies for all applications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2DCA4D-37BB-4CF8-90E1-2C7FB7A7F717}"/>
              </a:ext>
            </a:extLst>
          </p:cNvPr>
          <p:cNvSpPr/>
          <p:nvPr/>
        </p:nvSpPr>
        <p:spPr>
          <a:xfrm>
            <a:off x="74035" y="2587689"/>
            <a:ext cx="2216474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/>
            <a:r>
              <a:rPr lang="en-US" sz="1451" spc="-1" dirty="0" err="1">
                <a:solidFill>
                  <a:schemeClr val="bg1"/>
                </a:solidFill>
                <a:latin typeface="Arial"/>
              </a:rPr>
              <a:t>Ecs</a:t>
            </a:r>
            <a:r>
              <a:rPr lang="en-US" sz="1451" spc="-1" err="1">
                <a:solidFill>
                  <a:schemeClr val="bg1"/>
                </a:solidFill>
                <a:latin typeface="Arial"/>
              </a:rPr>
              <a:t>_</a:t>
            </a:r>
            <a:r>
              <a:rPr lang="en-US" sz="1451" spc="-1">
                <a:solidFill>
                  <a:schemeClr val="bg1"/>
                </a:solidFill>
                <a:latin typeface="Arial"/>
              </a:rPr>
              <a:t>Svc_</a:t>
            </a:r>
            <a:r>
              <a:rPr lang="en-GB" sz="1451" spc="-1">
                <a:solidFill>
                  <a:schemeClr val="bg1"/>
                </a:solidFill>
                <a:latin typeface="Arial"/>
              </a:rPr>
              <a:t>AllApps</a:t>
            </a:r>
            <a:endParaRPr lang="en-US" sz="1451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A2F443-EAB7-4311-BA7C-66DE2066DEC9}"/>
              </a:ext>
            </a:extLst>
          </p:cNvPr>
          <p:cNvSpPr/>
          <p:nvPr/>
        </p:nvSpPr>
        <p:spPr>
          <a:xfrm>
            <a:off x="2530900" y="2587689"/>
            <a:ext cx="2216475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/>
            <a:r>
              <a:rPr lang="en-US" sz="1451" spc="-1">
                <a:solidFill>
                  <a:schemeClr val="bg1"/>
                </a:solidFill>
                <a:latin typeface="Arial"/>
              </a:rPr>
              <a:t>EcsSvc_</a:t>
            </a:r>
            <a:r>
              <a:rPr lang="en-GB" sz="1451" spc="-1">
                <a:solidFill>
                  <a:schemeClr val="bg1"/>
                </a:solidFill>
                <a:latin typeface="Arial"/>
              </a:rPr>
              <a:t>AllApps</a:t>
            </a:r>
            <a:endParaRPr lang="en-US" sz="1451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418BB-5F12-40CD-9831-BE80191ABAB4}"/>
              </a:ext>
            </a:extLst>
          </p:cNvPr>
          <p:cNvSpPr/>
          <p:nvPr/>
        </p:nvSpPr>
        <p:spPr>
          <a:xfrm>
            <a:off x="4987763" y="2587689"/>
            <a:ext cx="2216476" cy="276470"/>
          </a:xfrm>
          <a:prstGeom prst="rect">
            <a:avLst/>
          </a:prstGeom>
          <a:solidFill>
            <a:srgbClr val="086171"/>
          </a:solidFill>
          <a:ln w="0">
            <a:solidFill>
              <a:srgbClr val="EEEEE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/>
            <a:r>
              <a:rPr lang="en-US" sz="1451" spc="-1" dirty="0">
                <a:solidFill>
                  <a:schemeClr val="bg1"/>
                </a:solidFill>
                <a:latin typeface="Arial"/>
              </a:rPr>
              <a:t>C1Ecs_C2Svc_</a:t>
            </a:r>
            <a:r>
              <a:rPr lang="en-GB" sz="1451" spc="-1" dirty="0" err="1">
                <a:solidFill>
                  <a:schemeClr val="bg1"/>
                </a:solidFill>
                <a:latin typeface="Arial"/>
              </a:rPr>
              <a:t>AllApps</a:t>
            </a:r>
            <a:endParaRPr lang="en-US" sz="1451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DBF492-807B-4156-A550-AA1195CE2D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326828"/>
              </p:ext>
            </p:extLst>
          </p:nvPr>
        </p:nvGraphicFramePr>
        <p:xfrm>
          <a:off x="194821" y="0"/>
          <a:ext cx="11802358" cy="4746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85C915-C0D4-44F5-ADA5-0E2962F0329D}"/>
              </a:ext>
            </a:extLst>
          </p:cNvPr>
          <p:cNvSpPr txBox="1"/>
          <p:nvPr/>
        </p:nvSpPr>
        <p:spPr>
          <a:xfrm>
            <a:off x="7729977" y="3541941"/>
            <a:ext cx="4267202" cy="1157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Legend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PETE step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Missing PETE step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AAC56E-7A78-49D4-AA1F-D71F78537E0F}"/>
              </a:ext>
            </a:extLst>
          </p:cNvPr>
          <p:cNvSpPr/>
          <p:nvPr/>
        </p:nvSpPr>
        <p:spPr>
          <a:xfrm>
            <a:off x="7824244" y="3932962"/>
            <a:ext cx="461914" cy="339366"/>
          </a:xfrm>
          <a:prstGeom prst="roundRect">
            <a:avLst/>
          </a:prstGeom>
          <a:solidFill>
            <a:srgbClr val="086171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endParaRPr lang="en-DE" sz="20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B0C73D-6C1A-4CAE-A34E-305EEC8E0014}"/>
              </a:ext>
            </a:extLst>
          </p:cNvPr>
          <p:cNvSpPr/>
          <p:nvPr/>
        </p:nvSpPr>
        <p:spPr>
          <a:xfrm>
            <a:off x="7824244" y="4312690"/>
            <a:ext cx="461914" cy="339366"/>
          </a:xfrm>
          <a:prstGeom prst="roundRect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solidFill>
              <a:srgbClr val="9CC5D1"/>
            </a:solidFill>
            <a:prstDash val="solid"/>
            <a:miter lim="800000"/>
          </a:ln>
          <a:effectLst/>
        </p:spPr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lvl="0" algn="ctr"/>
            <a:r>
              <a:rPr lang="en-US" sz="2000" dirty="0">
                <a:solidFill>
                  <a:schemeClr val="bg1"/>
                </a:solidFill>
              </a:rPr>
              <a:t>ø</a:t>
            </a:r>
            <a:endParaRPr lang="en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1234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4AAE215B-6859-4A8C-8989-B2759F820DC2}"/>
              </a:ext>
            </a:extLst>
          </p:cNvPr>
          <p:cNvSpPr/>
          <p:nvPr/>
        </p:nvSpPr>
        <p:spPr>
          <a:xfrm>
            <a:off x="3201971" y="1154783"/>
            <a:ext cx="2771465" cy="1249052"/>
          </a:xfrm>
          <a:prstGeom prst="flowChartMagneticDisk">
            <a:avLst/>
          </a:prstGeom>
          <a:solidFill>
            <a:srgbClr val="08617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Common dependencies container image</a:t>
            </a:r>
            <a:endParaRPr lang="en-DE" sz="1400" dirty="0"/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56DB50A6-C4B8-48AA-B997-3FB7F6B0A1BC}"/>
              </a:ext>
            </a:extLst>
          </p:cNvPr>
          <p:cNvSpPr/>
          <p:nvPr/>
        </p:nvSpPr>
        <p:spPr>
          <a:xfrm>
            <a:off x="3201970" y="584462"/>
            <a:ext cx="2771467" cy="1018880"/>
          </a:xfrm>
          <a:prstGeom prst="flowChartMagneticDisk">
            <a:avLst/>
          </a:prstGeom>
          <a:solidFill>
            <a:srgbClr val="9CC5D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Excluded dependencies from the common dependencies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E61FD3FC-CC77-4B5F-BFB4-3BF7640A6C5B}"/>
              </a:ext>
            </a:extLst>
          </p:cNvPr>
          <p:cNvSpPr/>
          <p:nvPr/>
        </p:nvSpPr>
        <p:spPr>
          <a:xfrm>
            <a:off x="207386" y="1175208"/>
            <a:ext cx="2771465" cy="1249052"/>
          </a:xfrm>
          <a:prstGeom prst="flowChartMagneticDisk">
            <a:avLst/>
          </a:prstGeom>
          <a:solidFill>
            <a:srgbClr val="08617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Common dependencies</a:t>
            </a:r>
            <a:endParaRPr lang="en-DE" sz="1400" dirty="0"/>
          </a:p>
        </p:txBody>
      </p: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48AF7387-7B54-4632-821D-8EF611424209}"/>
              </a:ext>
            </a:extLst>
          </p:cNvPr>
          <p:cNvSpPr/>
          <p:nvPr/>
        </p:nvSpPr>
        <p:spPr>
          <a:xfrm>
            <a:off x="6196551" y="1175208"/>
            <a:ext cx="2771465" cy="1249052"/>
          </a:xfrm>
          <a:prstGeom prst="flowChartMagneticDisk">
            <a:avLst/>
          </a:prstGeom>
          <a:solidFill>
            <a:srgbClr val="08617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Common dependencies container image</a:t>
            </a:r>
            <a:endParaRPr lang="en-DE" sz="1400" dirty="0"/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41AC9ABB-42E8-41EF-84AE-032F964AA31C}"/>
              </a:ext>
            </a:extLst>
          </p:cNvPr>
          <p:cNvSpPr/>
          <p:nvPr/>
        </p:nvSpPr>
        <p:spPr>
          <a:xfrm>
            <a:off x="6196549" y="584464"/>
            <a:ext cx="2771467" cy="1039305"/>
          </a:xfrm>
          <a:prstGeom prst="flowChartMagneticDisk">
            <a:avLst/>
          </a:prstGeom>
          <a:solidFill>
            <a:srgbClr val="9CC5D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Missing dependencies</a:t>
            </a:r>
          </a:p>
          <a:p>
            <a:pPr algn="ctr"/>
            <a:r>
              <a:rPr lang="en-US" sz="1400" dirty="0"/>
              <a:t>(if there are missing dependencies)</a:t>
            </a:r>
            <a:endParaRPr lang="en-DE" sz="1400" dirty="0"/>
          </a:p>
        </p:txBody>
      </p:sp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F3E615CF-8C24-4D1E-8835-8291A46655D2}"/>
              </a:ext>
            </a:extLst>
          </p:cNvPr>
          <p:cNvSpPr/>
          <p:nvPr/>
        </p:nvSpPr>
        <p:spPr>
          <a:xfrm>
            <a:off x="6196549" y="202078"/>
            <a:ext cx="2771465" cy="757286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Device-specific files</a:t>
            </a:r>
            <a:endParaRPr lang="en-DE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C8F893-7E1B-4DE4-96FF-E7B67E2F97A8}"/>
              </a:ext>
            </a:extLst>
          </p:cNvPr>
          <p:cNvSpPr txBox="1"/>
          <p:nvPr/>
        </p:nvSpPr>
        <p:spPr>
          <a:xfrm>
            <a:off x="255837" y="2436944"/>
            <a:ext cx="245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1. Common dependencies container image</a:t>
            </a:r>
            <a:endParaRPr lang="en-DE" sz="1400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E1C13EB9-06F3-459F-9BE1-E900358275A0}"/>
              </a:ext>
            </a:extLst>
          </p:cNvPr>
          <p:cNvSpPr/>
          <p:nvPr/>
        </p:nvSpPr>
        <p:spPr>
          <a:xfrm>
            <a:off x="9191128" y="1154783"/>
            <a:ext cx="2554665" cy="1280590"/>
          </a:xfrm>
          <a:prstGeom prst="flowChartMagneticDisk">
            <a:avLst/>
          </a:prstGeom>
          <a:solidFill>
            <a:srgbClr val="08617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 dependencies container image</a:t>
            </a:r>
            <a:endParaRPr lang="en-DE" sz="1400" dirty="0"/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121F3124-7894-48D3-AFE1-DF4056D4FF5F}"/>
              </a:ext>
            </a:extLst>
          </p:cNvPr>
          <p:cNvSpPr/>
          <p:nvPr/>
        </p:nvSpPr>
        <p:spPr>
          <a:xfrm>
            <a:off x="9191128" y="719580"/>
            <a:ext cx="2554665" cy="870409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Device-specific files</a:t>
            </a:r>
            <a:endParaRPr lang="en-DE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C79736-FBC6-4DA3-944B-22D7F4B0630E}"/>
              </a:ext>
            </a:extLst>
          </p:cNvPr>
          <p:cNvSpPr txBox="1"/>
          <p:nvPr/>
        </p:nvSpPr>
        <p:spPr>
          <a:xfrm>
            <a:off x="3250420" y="2436944"/>
            <a:ext cx="245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2. All dependencies container image</a:t>
            </a:r>
            <a:endParaRPr lang="en-DE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8E0DFC-F058-4D44-82B2-3880C8A3F985}"/>
              </a:ext>
            </a:extLst>
          </p:cNvPr>
          <p:cNvSpPr txBox="1"/>
          <p:nvPr/>
        </p:nvSpPr>
        <p:spPr>
          <a:xfrm>
            <a:off x="6245001" y="2431742"/>
            <a:ext cx="245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 A) Device provides dependencies</a:t>
            </a:r>
            <a:endParaRPr lang="en-DE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3E643A-1786-42FD-9FD9-01E35E6AC3B5}"/>
              </a:ext>
            </a:extLst>
          </p:cNvPr>
          <p:cNvSpPr txBox="1"/>
          <p:nvPr/>
        </p:nvSpPr>
        <p:spPr>
          <a:xfrm>
            <a:off x="9239582" y="2431742"/>
            <a:ext cx="245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 B) Device does not provide dependencies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00119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4690</Words>
  <Application>Microsoft Office PowerPoint</Application>
  <PresentationFormat>Widescreen</PresentationFormat>
  <Paragraphs>2080</Paragraphs>
  <Slides>64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Consolas</vt:lpstr>
      <vt:lpstr>FreeMono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Holger Eichelberger</dc:creator>
  <cp:lastModifiedBy>Holger Eichelberger</cp:lastModifiedBy>
  <cp:revision>1080</cp:revision>
  <dcterms:created xsi:type="dcterms:W3CDTF">2020-11-26T09:53:59Z</dcterms:created>
  <dcterms:modified xsi:type="dcterms:W3CDTF">2026-10-16T12:42:31Z</dcterms:modified>
</cp:coreProperties>
</file>