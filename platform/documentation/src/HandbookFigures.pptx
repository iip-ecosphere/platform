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5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3" r:id="rId20"/>
    <p:sldId id="301" r:id="rId21"/>
    <p:sldId id="284" r:id="rId22"/>
    <p:sldId id="257" r:id="rId23"/>
    <p:sldId id="256" r:id="rId24"/>
    <p:sldId id="305" r:id="rId25"/>
    <p:sldId id="295" r:id="rId26"/>
    <p:sldId id="259" r:id="rId27"/>
    <p:sldId id="260" r:id="rId28"/>
    <p:sldId id="261" r:id="rId29"/>
    <p:sldId id="267" r:id="rId30"/>
    <p:sldId id="268" r:id="rId31"/>
    <p:sldId id="291" r:id="rId32"/>
    <p:sldId id="292" r:id="rId33"/>
    <p:sldId id="298" r:id="rId34"/>
    <p:sldId id="299" r:id="rId35"/>
    <p:sldId id="300" r:id="rId36"/>
    <p:sldId id="304" r:id="rId37"/>
    <p:sldId id="269" r:id="rId38"/>
    <p:sldId id="274" r:id="rId39"/>
    <p:sldId id="271" r:id="rId40"/>
    <p:sldId id="280" r:id="rId41"/>
    <p:sldId id="303" r:id="rId42"/>
    <p:sldId id="281" r:id="rId43"/>
    <p:sldId id="283" r:id="rId44"/>
    <p:sldId id="272" r:id="rId45"/>
    <p:sldId id="262" r:id="rId46"/>
    <p:sldId id="275" r:id="rId47"/>
    <p:sldId id="278" r:id="rId48"/>
    <p:sldId id="286" r:id="rId49"/>
    <p:sldId id="285" r:id="rId50"/>
    <p:sldId id="287" r:id="rId51"/>
    <p:sldId id="290" r:id="rId52"/>
    <p:sldId id="264" r:id="rId53"/>
    <p:sldId id="282" r:id="rId54"/>
    <p:sldId id="302" r:id="rId55"/>
    <p:sldId id="273" r:id="rId56"/>
    <p:sldId id="289" r:id="rId57"/>
    <p:sldId id="266" r:id="rId58"/>
    <p:sldId id="276" r:id="rId59"/>
    <p:sldId id="277" r:id="rId60"/>
    <p:sldId id="279" r:id="rId61"/>
    <p:sldId id="293" r:id="rId62"/>
    <p:sldId id="294" r:id="rId63"/>
    <p:sldId id="296" r:id="rId64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6A63"/>
    <a:srgbClr val="9CC5D1"/>
    <a:srgbClr val="086171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870" autoAdjust="0"/>
  </p:normalViewPr>
  <p:slideViewPr>
    <p:cSldViewPr snapToGrid="0">
      <p:cViewPr varScale="1">
        <p:scale>
          <a:sx n="138" d="100"/>
          <a:sy n="138" d="100"/>
        </p:scale>
        <p:origin x="10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19/01/2026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501155"/>
            <a:ext cx="8938421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885145"/>
            <a:ext cx="8945154" cy="291364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088172" y="3195970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178" idx="2"/>
            <a:endCxn id="188" idx="2"/>
          </p:cNvCxnSpPr>
          <p:nvPr/>
        </p:nvCxnSpPr>
        <p:spPr>
          <a:xfrm rot="5400000">
            <a:off x="8963526" y="-1347967"/>
            <a:ext cx="646" cy="5617245"/>
          </a:xfrm>
          <a:prstGeom prst="bentConnector3">
            <a:avLst>
              <a:gd name="adj1" fmla="val 35495294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6073787" y="134653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29046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502927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4518</Words>
  <Application>Microsoft Office PowerPoint</Application>
  <PresentationFormat>Widescreen</PresentationFormat>
  <Paragraphs>2010</Paragraphs>
  <Slides>63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9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1030</cp:revision>
  <dcterms:created xsi:type="dcterms:W3CDTF">2020-11-26T09:53:59Z</dcterms:created>
  <dcterms:modified xsi:type="dcterms:W3CDTF">2026-01-19T12:31:31Z</dcterms:modified>
</cp:coreProperties>
</file>