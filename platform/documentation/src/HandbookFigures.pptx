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06" r:id="rId2"/>
    <p:sldId id="308" r:id="rId3"/>
    <p:sldId id="309" r:id="rId4"/>
    <p:sldId id="310" r:id="rId5"/>
    <p:sldId id="311" r:id="rId6"/>
    <p:sldId id="312" r:id="rId7"/>
    <p:sldId id="313" r:id="rId8"/>
    <p:sldId id="314" r:id="rId9"/>
    <p:sldId id="301" r:id="rId10"/>
    <p:sldId id="284" r:id="rId11"/>
    <p:sldId id="257" r:id="rId12"/>
    <p:sldId id="256" r:id="rId13"/>
    <p:sldId id="305" r:id="rId14"/>
    <p:sldId id="295" r:id="rId15"/>
    <p:sldId id="259" r:id="rId16"/>
    <p:sldId id="260" r:id="rId17"/>
    <p:sldId id="261" r:id="rId18"/>
    <p:sldId id="267" r:id="rId19"/>
    <p:sldId id="268" r:id="rId20"/>
    <p:sldId id="291" r:id="rId21"/>
    <p:sldId id="292" r:id="rId22"/>
    <p:sldId id="298" r:id="rId23"/>
    <p:sldId id="299" r:id="rId24"/>
    <p:sldId id="300" r:id="rId25"/>
    <p:sldId id="304" r:id="rId26"/>
    <p:sldId id="269" r:id="rId27"/>
    <p:sldId id="274" r:id="rId28"/>
    <p:sldId id="271" r:id="rId29"/>
    <p:sldId id="280" r:id="rId30"/>
    <p:sldId id="303" r:id="rId31"/>
    <p:sldId id="281" r:id="rId32"/>
    <p:sldId id="283" r:id="rId33"/>
    <p:sldId id="272" r:id="rId34"/>
    <p:sldId id="262" r:id="rId35"/>
    <p:sldId id="275" r:id="rId36"/>
    <p:sldId id="278" r:id="rId37"/>
    <p:sldId id="286" r:id="rId38"/>
    <p:sldId id="285" r:id="rId39"/>
    <p:sldId id="287" r:id="rId40"/>
    <p:sldId id="290" r:id="rId41"/>
    <p:sldId id="264" r:id="rId42"/>
    <p:sldId id="282" r:id="rId43"/>
    <p:sldId id="302" r:id="rId44"/>
    <p:sldId id="273" r:id="rId45"/>
    <p:sldId id="289" r:id="rId46"/>
    <p:sldId id="266" r:id="rId47"/>
    <p:sldId id="276" r:id="rId48"/>
    <p:sldId id="277" r:id="rId49"/>
    <p:sldId id="279" r:id="rId50"/>
    <p:sldId id="293" r:id="rId51"/>
    <p:sldId id="294" r:id="rId52"/>
    <p:sldId id="296" r:id="rId53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171"/>
    <a:srgbClr val="9CC5D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>
        <p:scale>
          <a:sx n="75" d="100"/>
          <a:sy n="75" d="100"/>
        </p:scale>
        <p:origin x="2736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17/12/2025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5.png"/><Relationship Id="rId9" Type="http://schemas.openxmlformats.org/officeDocument/2006/relationships/hyperlink" Target="https://pixabay.com/en/storage-icon-container-archiving-38093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28F2DF-B0F1-A2CD-A489-8FBB7C256C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09"/>
          <a:stretch/>
        </p:blipFill>
        <p:spPr bwMode="auto">
          <a:xfrm>
            <a:off x="1900872" y="930275"/>
            <a:ext cx="8390255" cy="499745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3906</Words>
  <Application>Microsoft Office PowerPoint</Application>
  <PresentationFormat>Widescreen</PresentationFormat>
  <Paragraphs>1706</Paragraphs>
  <Slides>52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965</cp:revision>
  <dcterms:created xsi:type="dcterms:W3CDTF">2020-11-26T09:53:59Z</dcterms:created>
  <dcterms:modified xsi:type="dcterms:W3CDTF">2025-12-17T11:37:39Z</dcterms:modified>
</cp:coreProperties>
</file>