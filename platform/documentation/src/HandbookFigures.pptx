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286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086171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>
        <p:scale>
          <a:sx n="125" d="100"/>
          <a:sy n="125" d="100"/>
        </p:scale>
        <p:origin x="1536" y="-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23/01/2026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4618</Words>
  <Application>Microsoft Office PowerPoint</Application>
  <PresentationFormat>Widescreen</PresentationFormat>
  <Paragraphs>2049</Paragraphs>
  <Slides>64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1050</cp:revision>
  <dcterms:created xsi:type="dcterms:W3CDTF">2020-11-26T09:53:59Z</dcterms:created>
  <dcterms:modified xsi:type="dcterms:W3CDTF">2026-01-23T10:56:41Z</dcterms:modified>
</cp:coreProperties>
</file>