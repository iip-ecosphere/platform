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286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086171"/>
    <a:srgbClr val="9CC5D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118" d="100"/>
          <a:sy n="118" d="100"/>
        </p:scale>
        <p:origin x="18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23/01/2026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4620</Words>
  <Application>Microsoft Office PowerPoint</Application>
  <PresentationFormat>Widescreen</PresentationFormat>
  <Paragraphs>2048</Paragraphs>
  <Slides>64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1049</cp:revision>
  <dcterms:created xsi:type="dcterms:W3CDTF">2020-11-26T09:53:59Z</dcterms:created>
  <dcterms:modified xsi:type="dcterms:W3CDTF">2026-01-23T10:22:30Z</dcterms:modified>
</cp:coreProperties>
</file>