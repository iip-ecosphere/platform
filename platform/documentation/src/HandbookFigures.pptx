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>
        <p:scale>
          <a:sx n="60" d="100"/>
          <a:sy n="60" d="100"/>
        </p:scale>
        <p:origin x="1466" y="-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15/02/2026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460" idx="3"/>
            <a:endCxn id="291" idx="3"/>
          </p:cNvCxnSpPr>
          <p:nvPr/>
        </p:nvCxnSpPr>
        <p:spPr>
          <a:xfrm>
            <a:off x="2589914" y="-3538836"/>
            <a:ext cx="946104" cy="3409804"/>
          </a:xfrm>
          <a:prstGeom prst="bentConnector3">
            <a:avLst>
              <a:gd name="adj1" fmla="val 27844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4693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4596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4540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8895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8798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8742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070991" y="4831241"/>
            <a:ext cx="34195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7860873" y="5041359"/>
            <a:ext cx="38398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D2BA40-0772-8163-8835-AFBFE16722D5}"/>
              </a:ext>
            </a:extLst>
          </p:cNvPr>
          <p:cNvSpPr txBox="1"/>
          <p:nvPr/>
        </p:nvSpPr>
        <p:spPr>
          <a:xfrm>
            <a:off x="7368129" y="60343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connectors.influxv3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4E3820-A1CB-07BF-A5A0-76EB714A974A}"/>
              </a:ext>
            </a:extLst>
          </p:cNvPr>
          <p:cNvSpPr txBox="1"/>
          <p:nvPr/>
        </p:nvSpPr>
        <p:spPr>
          <a:xfrm>
            <a:off x="7292508" y="60246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BFDF1F-6B08-2EEF-2D09-E5B0EBC2E831}"/>
              </a:ext>
            </a:extLst>
          </p:cNvPr>
          <p:cNvSpPr txBox="1"/>
          <p:nvPr/>
        </p:nvSpPr>
        <p:spPr>
          <a:xfrm>
            <a:off x="7519843" y="60190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9" name="Elbow Connector 22">
            <a:extLst>
              <a:ext uri="{FF2B5EF4-FFF2-40B4-BE49-F238E27FC236}">
                <a16:creationId xmlns:a16="http://schemas.microsoft.com/office/drawing/2014/main" id="{5C2A44A1-B44A-5910-E7D9-704185C66528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8288465" y="4613750"/>
            <a:ext cx="2993083" cy="2175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" name="TextBox 459">
            <a:extLst>
              <a:ext uri="{FF2B5EF4-FFF2-40B4-BE49-F238E27FC236}">
                <a16:creationId xmlns:a16="http://schemas.microsoft.com/office/drawing/2014/main" id="{4B5E1871-C221-275F-6CE4-5C584902FD5E}"/>
              </a:ext>
            </a:extLst>
          </p:cNvPr>
          <p:cNvSpPr txBox="1"/>
          <p:nvPr/>
        </p:nvSpPr>
        <p:spPr>
          <a:xfrm>
            <a:off x="1658890" y="-3723502"/>
            <a:ext cx="9310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tools.lib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E78831C2-91D8-DE0A-E638-4FB8DAD2CD4E}"/>
              </a:ext>
            </a:extLst>
          </p:cNvPr>
          <p:cNvSpPr txBox="1"/>
          <p:nvPr/>
        </p:nvSpPr>
        <p:spPr>
          <a:xfrm>
            <a:off x="1593986" y="-379770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466" name="Elbow Connector 63">
            <a:extLst>
              <a:ext uri="{FF2B5EF4-FFF2-40B4-BE49-F238E27FC236}">
                <a16:creationId xmlns:a16="http://schemas.microsoft.com/office/drawing/2014/main" id="{6297D9CB-E1A6-72B4-B77C-F3785A3EAE7E}"/>
              </a:ext>
            </a:extLst>
          </p:cNvPr>
          <p:cNvCxnSpPr>
            <a:cxnSpLocks/>
            <a:stCxn id="460" idx="1"/>
            <a:endCxn id="326" idx="1"/>
          </p:cNvCxnSpPr>
          <p:nvPr/>
        </p:nvCxnSpPr>
        <p:spPr>
          <a:xfrm rot="10800000" flipV="1">
            <a:off x="1656758" y="-3538837"/>
            <a:ext cx="2132" cy="521715"/>
          </a:xfrm>
          <a:prstGeom prst="bentConnector3">
            <a:avLst>
              <a:gd name="adj1" fmla="val 1082232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4674</Words>
  <Application>Microsoft Office PowerPoint</Application>
  <PresentationFormat>Widescreen</PresentationFormat>
  <Paragraphs>2071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1071</cp:revision>
  <dcterms:created xsi:type="dcterms:W3CDTF">2020-11-26T09:53:59Z</dcterms:created>
  <dcterms:modified xsi:type="dcterms:W3CDTF">2026-02-15T01:33:03Z</dcterms:modified>
</cp:coreProperties>
</file>