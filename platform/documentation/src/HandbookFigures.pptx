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 varScale="1">
        <p:scale>
          <a:sx n="111" d="100"/>
          <a:sy n="111" d="100"/>
        </p:scale>
        <p:origin x="2094" y="-8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24/01/2026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4652</Words>
  <Application>Microsoft Office PowerPoint</Application>
  <PresentationFormat>Widescreen</PresentationFormat>
  <Paragraphs>2066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1066</cp:revision>
  <dcterms:created xsi:type="dcterms:W3CDTF">2020-11-26T09:53:59Z</dcterms:created>
  <dcterms:modified xsi:type="dcterms:W3CDTF">2026-01-24T12:16:09Z</dcterms:modified>
</cp:coreProperties>
</file>