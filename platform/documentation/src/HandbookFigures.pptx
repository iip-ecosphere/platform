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328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C5D1"/>
    <a:srgbClr val="08617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260" autoAdjust="0"/>
  </p:normalViewPr>
  <p:slideViewPr>
    <p:cSldViewPr snapToGrid="0">
      <p:cViewPr varScale="1">
        <p:scale>
          <a:sx n="57" d="100"/>
          <a:sy n="57" d="100"/>
        </p:scale>
        <p:origin x="1594" y="-1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and instantiate  oktoflow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</a:t>
          </a:r>
          <a:r>
            <a:rPr lang="de-DE" sz="2000" dirty="0"/>
            <a:t>(s)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/>
            <a:t>Start </a:t>
          </a:r>
          <a:r>
            <a:rPr lang="de-DE" sz="2000" dirty="0" err="1"/>
            <a:t>service</a:t>
          </a:r>
          <a:r>
            <a:rPr lang="de-DE" sz="2000" dirty="0"/>
            <a:t> </a:t>
          </a:r>
          <a:r>
            <a:rPr lang="de-DE" sz="2000" dirty="0" err="1"/>
            <a:t>manager</a:t>
          </a:r>
          <a:r>
            <a:rPr lang="de-DE" sz="2000" dirty="0"/>
            <a:t>(s)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service manager(s)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rgbClr val="9CC5D1"/>
          </a:solidFill>
        </a:ln>
      </dgm:spPr>
      <dgm:t>
        <a:bodyPr/>
        <a:lstStyle/>
        <a:p>
          <a:r>
            <a:rPr lang="en-GB" sz="2000" dirty="0">
              <a:solidFill>
                <a:schemeClr val="tx1"/>
              </a:solidFill>
            </a:rPr>
            <a:t>Measurement / validations </a:t>
          </a:r>
          <a:r>
            <a:rPr lang="en-US" sz="2000" dirty="0">
              <a:solidFill>
                <a:schemeClr val="tx1"/>
              </a:solidFill>
            </a:rPr>
            <a:t>ø</a:t>
          </a:r>
          <a:endParaRPr lang="en-DE" sz="2000" dirty="0">
            <a:solidFill>
              <a:schemeClr val="tx1"/>
            </a:solidFill>
          </a:endParaRPr>
        </a:p>
      </dgm:t>
    </dgm:pt>
    <dgm:pt modelId="{715EDAC8-15F0-4427-982E-6CA3A0EB5079}" type="sibTrans" cxnId="{EF367A6A-672E-4F43-BA11-270C96F9FDBC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and instantiate  oktoflow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Start </a:t>
          </a:r>
          <a:r>
            <a:rPr lang="de-DE" sz="2000" kern="1200" dirty="0" err="1"/>
            <a:t>service</a:t>
          </a:r>
          <a:r>
            <a:rPr lang="de-DE" sz="2000" kern="1200" dirty="0"/>
            <a:t> </a:t>
          </a:r>
          <a:r>
            <a:rPr lang="de-DE" sz="2000" kern="1200" dirty="0" err="1"/>
            <a:t>manager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rgbClr val="9CC5D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tx1"/>
              </a:solidFill>
            </a:rPr>
            <a:t>Measurement / validations </a:t>
          </a:r>
          <a:r>
            <a:rPr lang="en-US" sz="2000" kern="1200" dirty="0">
              <a:solidFill>
                <a:schemeClr val="tx1"/>
              </a:solidFill>
            </a:rPr>
            <a:t>ø</a:t>
          </a:r>
          <a:endParaRPr lang="en-DE" sz="2000" kern="1200" dirty="0">
            <a:solidFill>
              <a:schemeClr val="tx1"/>
            </a:solidFill>
          </a:endParaRPr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manager(s)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25/01/2026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mvnProject.png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0566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appInterfaces.png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362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21456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appTemplate.png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3056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pixabay.com/en/storage-icon-container-archiving-38093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hyperlink" Target="https://pixabay.com/en/folder-directory-microsoft-windows-154961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25" idx="1"/>
          </p:cNvCxnSpPr>
          <p:nvPr/>
        </p:nvCxnSpPr>
        <p:spPr>
          <a:xfrm flipV="1">
            <a:off x="5902252" y="7647631"/>
            <a:ext cx="782913" cy="17570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131B6E-DA32-479B-60E0-83525FCFAB5A}"/>
              </a:ext>
            </a:extLst>
          </p:cNvPr>
          <p:cNvSpPr txBox="1"/>
          <p:nvPr/>
        </p:nvSpPr>
        <p:spPr>
          <a:xfrm>
            <a:off x="6685165" y="7462965"/>
            <a:ext cx="222580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services.spring.loader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8F3944-C845-B2FB-F723-C68BA6DA7AB3}"/>
              </a:ext>
            </a:extLst>
          </p:cNvPr>
          <p:cNvSpPr txBox="1"/>
          <p:nvPr/>
        </p:nvSpPr>
        <p:spPr>
          <a:xfrm>
            <a:off x="6852926" y="740283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10EF4C-AB1C-D3CA-3DEB-9DAF18F2BCBF}"/>
              </a:ext>
            </a:extLst>
          </p:cNvPr>
          <p:cNvSpPr txBox="1"/>
          <p:nvPr/>
        </p:nvSpPr>
        <p:spPr>
          <a:xfrm>
            <a:off x="6643125" y="74025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57" name="Elbow Connector 31">
            <a:extLst>
              <a:ext uri="{FF2B5EF4-FFF2-40B4-BE49-F238E27FC236}">
                <a16:creationId xmlns:a16="http://schemas.microsoft.com/office/drawing/2014/main" id="{A4BE30A2-F4A4-1BA4-A4DB-AD081231EEAF}"/>
              </a:ext>
            </a:extLst>
          </p:cNvPr>
          <p:cNvCxnSpPr>
            <a:cxnSpLocks/>
            <a:stCxn id="25" idx="2"/>
            <a:endCxn id="151" idx="0"/>
          </p:cNvCxnSpPr>
          <p:nvPr/>
        </p:nvCxnSpPr>
        <p:spPr>
          <a:xfrm rot="5400000">
            <a:off x="7678892" y="7930273"/>
            <a:ext cx="217150" cy="21198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solidFill>
              <a:srgbClr val="D76A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0682" y="-35038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1889941" cy="22460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command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54113" y="6577061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5950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i="1" dirty="0"/>
              <a:t>y</a:t>
            </a:r>
            <a:endParaRPr lang="en-DE" sz="1200" b="1" i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7789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25621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28556"/>
              <a:gd name="adj3" fmla="val 120243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MQTT)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67287" y="8733320"/>
            <a:ext cx="60305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67287" y="8316930"/>
            <a:ext cx="222907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60719" y="7893646"/>
            <a:ext cx="6126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39759" y="873223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70337" y="8916901"/>
            <a:ext cx="169422" cy="108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6733271" y="8049228"/>
            <a:ext cx="227448" cy="29084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34016" cy="45814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733271" y="8049228"/>
            <a:ext cx="234016" cy="8687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26CAF88-E455-FD98-0D1C-64A7C51A693C}"/>
              </a:ext>
            </a:extLst>
          </p:cNvPr>
          <p:cNvCxnSpPr>
            <a:cxnSpLocks/>
            <a:stCxn id="3" idx="3"/>
            <a:endCxn id="148" idx="1"/>
          </p:cNvCxnSpPr>
          <p:nvPr/>
        </p:nvCxnSpPr>
        <p:spPr>
          <a:xfrm>
            <a:off x="4142357" y="5570989"/>
            <a:ext cx="338904" cy="1523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63CAB-D438-A891-2F61-B69A347AEF8C}"/>
              </a:ext>
            </a:extLst>
          </p:cNvPr>
          <p:cNvSpPr txBox="1"/>
          <p:nvPr/>
        </p:nvSpPr>
        <p:spPr>
          <a:xfrm>
            <a:off x="9453512" y="6886468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7996A0-ED37-67CA-0B47-1126D30200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107" y="123919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6D17CD-A2C3-DE0F-DB0A-80A67FB7E1CA}"/>
              </a:ext>
            </a:extLst>
          </p:cNvPr>
          <p:cNvSpPr txBox="1"/>
          <p:nvPr/>
        </p:nvSpPr>
        <p:spPr>
          <a:xfrm>
            <a:off x="464781" y="2942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9C9201-0537-1323-84CB-81E8311ABFB2}"/>
              </a:ext>
            </a:extLst>
          </p:cNvPr>
          <p:cNvSpPr txBox="1"/>
          <p:nvPr/>
        </p:nvSpPr>
        <p:spPr>
          <a:xfrm>
            <a:off x="980506" y="428801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E2BB990-AEB5-613F-5E7B-239C2EF1D207}"/>
              </a:ext>
            </a:extLst>
          </p:cNvPr>
          <p:cNvCxnSpPr>
            <a:cxnSpLocks/>
            <a:stCxn id="36" idx="2"/>
            <a:endCxn id="84" idx="1"/>
          </p:cNvCxnSpPr>
          <p:nvPr/>
        </p:nvCxnSpPr>
        <p:spPr>
          <a:xfrm rot="16200000" flipH="1">
            <a:off x="559056" y="4057131"/>
            <a:ext cx="128831" cy="15713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325AE0BA-734D-C8F0-7B33-68BDF5611D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2145" y="438488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A118DD-956A-57BB-5542-75674157C2AC}"/>
              </a:ext>
            </a:extLst>
          </p:cNvPr>
          <p:cNvSpPr txBox="1"/>
          <p:nvPr/>
        </p:nvSpPr>
        <p:spPr>
          <a:xfrm>
            <a:off x="1196708" y="455838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9C3491-A5E0-F93C-6AFE-FB658C87B5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38348" y="464969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43E98B-EFE3-F1BE-7BC9-DDBAA4BB68BC}"/>
              </a:ext>
            </a:extLst>
          </p:cNvPr>
          <p:cNvSpPr txBox="1"/>
          <p:nvPr/>
        </p:nvSpPr>
        <p:spPr>
          <a:xfrm>
            <a:off x="1415283" y="482192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C76AD8-E589-F230-2D4C-BBC8C259FD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81961" y="490872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F1146-ECCE-E048-5E44-BA5278F5B8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9829" y="520416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E2A9A9-7805-0581-1BF1-0A8A8C9FDD96}"/>
              </a:ext>
            </a:extLst>
          </p:cNvPr>
          <p:cNvSpPr txBox="1"/>
          <p:nvPr/>
        </p:nvSpPr>
        <p:spPr>
          <a:xfrm>
            <a:off x="1657565" y="513003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66F736-F653-1D7F-784A-E07161000FB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3384" y="547429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97EDD-43FE-9858-6A36-53663010DF19}"/>
              </a:ext>
            </a:extLst>
          </p:cNvPr>
          <p:cNvSpPr txBox="1"/>
          <p:nvPr/>
        </p:nvSpPr>
        <p:spPr>
          <a:xfrm>
            <a:off x="1645040" y="540016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D73611-1890-502F-C6A8-A8CAFF30C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049" y="573132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C2A44CC-AB99-1CC2-19C6-080ACFC17198}"/>
              </a:ext>
            </a:extLst>
          </p:cNvPr>
          <p:cNvSpPr txBox="1"/>
          <p:nvPr/>
        </p:nvSpPr>
        <p:spPr>
          <a:xfrm>
            <a:off x="1532370" y="565367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681A1-DC93-0D63-1D86-9DCC089938D8}"/>
              </a:ext>
            </a:extLst>
          </p:cNvPr>
          <p:cNvSpPr txBox="1"/>
          <p:nvPr/>
        </p:nvSpPr>
        <p:spPr>
          <a:xfrm>
            <a:off x="1438349" y="596233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F4BA7FE-ABC7-57BF-D8A4-3CF50CF25D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2071" y="604968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EEB129-71B4-5CF2-F969-24ED48F6FD18}"/>
              </a:ext>
            </a:extLst>
          </p:cNvPr>
          <p:cNvSpPr txBox="1"/>
          <p:nvPr/>
        </p:nvSpPr>
        <p:spPr>
          <a:xfrm>
            <a:off x="1647675" y="627099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2451371-2839-2FBE-EE85-0EDE55537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5368" y="661525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D5CB9F3-8EAF-A44C-8DEF-89B7AD96DE0D}"/>
              </a:ext>
            </a:extLst>
          </p:cNvPr>
          <p:cNvSpPr txBox="1"/>
          <p:nvPr/>
        </p:nvSpPr>
        <p:spPr>
          <a:xfrm>
            <a:off x="1635150" y="654112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9FE3DB-1300-BCFF-5DC9-76016EB3A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243" y="687228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4B75F3E-231C-2294-CE35-97AE5EF7EFEA}"/>
              </a:ext>
            </a:extLst>
          </p:cNvPr>
          <p:cNvSpPr txBox="1"/>
          <p:nvPr/>
        </p:nvSpPr>
        <p:spPr>
          <a:xfrm>
            <a:off x="1518522" y="679463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7B46FCE-9DA5-58FF-B0D4-4478053474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4853" y="636363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700F9B8-34EB-E45F-94FC-91E50FE5E383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870908" y="457952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CE44C7B-EF66-7DF2-0C40-B787AC75E3EB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1087111" y="484433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EF6042E-D719-E9C4-0616-98DC3ECB74F1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1087111" y="484433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EC5974A-D684-CFE6-A158-A600952A0D58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1330727" y="510335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1BE31DA6-3B74-A358-5837-35DD43346BAB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1330724" y="510335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DCF7C6B-B334-8853-9FD1-4FEDF7F04A2D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1330727" y="510335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7083FB-50C2-813D-F5A5-FB0A166680BB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1320837" y="624431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9B4180B-289A-EE40-0C29-C119154386FE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1320834" y="624431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7F851537-0025-6CF3-FDE5-9259CC39F642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1320837" y="624431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0D510694-D17E-578E-7A22-31F23DFE07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3587" y="442801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9E8B2FF-9C61-D831-FDB9-3C6369087287}"/>
              </a:ext>
            </a:extLst>
          </p:cNvPr>
          <p:cNvSpPr txBox="1"/>
          <p:nvPr/>
        </p:nvSpPr>
        <p:spPr>
          <a:xfrm>
            <a:off x="634878" y="35356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4AE7350-5E6A-6903-F0DA-4488B5468D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96142" y="387665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01981504-E9A0-79FA-F607-517850D66A34}"/>
              </a:ext>
            </a:extLst>
          </p:cNvPr>
          <p:cNvSpPr txBox="1"/>
          <p:nvPr/>
        </p:nvSpPr>
        <p:spPr>
          <a:xfrm>
            <a:off x="667798" y="37981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637947F-76D7-C6E8-4E02-C52F0075F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07" y="8734701"/>
            <a:ext cx="184306" cy="21403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B592B0-86F1-021E-59AC-B7AD6E6D0982}"/>
              </a:ext>
            </a:extLst>
          </p:cNvPr>
          <p:cNvSpPr txBox="1"/>
          <p:nvPr/>
        </p:nvSpPr>
        <p:spPr>
          <a:xfrm>
            <a:off x="631013" y="865704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8E8F5FF0-3838-9E86-B679-5C48A46D6D00}"/>
              </a:ext>
            </a:extLst>
          </p:cNvPr>
          <p:cNvCxnSpPr>
            <a:cxnSpLocks/>
            <a:stCxn id="2" idx="2"/>
            <a:endCxn id="34" idx="1"/>
          </p:cNvCxnSpPr>
          <p:nvPr/>
        </p:nvCxnSpPr>
        <p:spPr>
          <a:xfrm rot="16200000" flipH="1">
            <a:off x="214945" y="391475"/>
            <a:ext cx="221566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74143F65-FC0E-4C3B-E9F5-64D600482272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 rot="16200000" flipH="1">
            <a:off x="-1485701" y="2092122"/>
            <a:ext cx="3655415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AB74248A-6896-F1BD-829F-E8768655AABB}"/>
              </a:ext>
            </a:extLst>
          </p:cNvPr>
          <p:cNvCxnSpPr>
            <a:cxnSpLocks/>
            <a:stCxn id="2" idx="2"/>
            <a:endCxn id="38" idx="1"/>
          </p:cNvCxnSpPr>
          <p:nvPr/>
        </p:nvCxnSpPr>
        <p:spPr>
          <a:xfrm rot="16200000" flipH="1">
            <a:off x="-3913745" y="4520165"/>
            <a:ext cx="8523167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89804B3-B884-5DEC-6903-4980B56E7FD1}"/>
              </a:ext>
            </a:extLst>
          </p:cNvPr>
          <p:cNvCxnSpPr>
            <a:cxnSpLocks/>
            <a:stCxn id="71" idx="1"/>
            <a:endCxn id="8" idx="2"/>
          </p:cNvCxnSpPr>
          <p:nvPr/>
        </p:nvCxnSpPr>
        <p:spPr>
          <a:xfrm rot="10800000">
            <a:off x="1087111" y="484433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3C66CAFC-476E-2F46-1CE3-2A84CFCB4C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18418" y="721495"/>
            <a:ext cx="297526" cy="194632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5D30FB59-E2A5-4708-BA2A-F21527BD6D05}"/>
              </a:ext>
            </a:extLst>
          </p:cNvPr>
          <p:cNvSpPr txBox="1"/>
          <p:nvPr/>
        </p:nvSpPr>
        <p:spPr>
          <a:xfrm>
            <a:off x="858452" y="62746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A695946-4FBF-0A45-2D1B-58B73E2366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6544" y="1232165"/>
            <a:ext cx="297526" cy="19463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C822F0A-1F9F-9C12-BA5C-D5F3562793F8}"/>
              </a:ext>
            </a:extLst>
          </p:cNvPr>
          <p:cNvSpPr txBox="1"/>
          <p:nvPr/>
        </p:nvSpPr>
        <p:spPr>
          <a:xfrm>
            <a:off x="1127835" y="114292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071BCE0-CD89-92AB-0767-6A3C8E6294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0609" y="1482732"/>
            <a:ext cx="297526" cy="19463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2F4090B-D5D0-0B70-8966-8B75DD96A9B8}"/>
              </a:ext>
            </a:extLst>
          </p:cNvPr>
          <p:cNvSpPr txBox="1"/>
          <p:nvPr/>
        </p:nvSpPr>
        <p:spPr>
          <a:xfrm>
            <a:off x="1130358" y="13902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0C447A0-0F11-735E-E941-5484CAD923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1737326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A817BDA-C971-B5E0-6E1F-D644DA3A6D36}"/>
              </a:ext>
            </a:extLst>
          </p:cNvPr>
          <p:cNvSpPr txBox="1"/>
          <p:nvPr/>
        </p:nvSpPr>
        <p:spPr>
          <a:xfrm>
            <a:off x="1142200" y="164808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4E7227B0-DE40-17AB-84EC-F36B6BAE15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44453" y="2273127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4273C6-50EF-3F0E-9A05-0CCF0C13CD59}"/>
              </a:ext>
            </a:extLst>
          </p:cNvPr>
          <p:cNvSpPr txBox="1"/>
          <p:nvPr/>
        </p:nvSpPr>
        <p:spPr>
          <a:xfrm>
            <a:off x="915744" y="219658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906E8E9-DCAE-8AC9-73B0-C002C8ED48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4253" y="2562125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A6F7646-8754-D00F-985F-AAD164C862DB}"/>
              </a:ext>
            </a:extLst>
          </p:cNvPr>
          <p:cNvSpPr txBox="1"/>
          <p:nvPr/>
        </p:nvSpPr>
        <p:spPr>
          <a:xfrm>
            <a:off x="1173703" y="245705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FF3E295-99FF-4773-C028-A4CB7EDB21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6776" y="2809474"/>
            <a:ext cx="297526" cy="19463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5FF2A17-A3BD-7807-0BB9-706353848D79}"/>
              </a:ext>
            </a:extLst>
          </p:cNvPr>
          <p:cNvSpPr txBox="1"/>
          <p:nvPr/>
        </p:nvSpPr>
        <p:spPr>
          <a:xfrm>
            <a:off x="1188067" y="272023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63834CF3-358A-DD1C-3CC2-0D874E3533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8617" y="3067286"/>
            <a:ext cx="297526" cy="19463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24F58A2-7B06-0963-F224-FEF303DDA441}"/>
              </a:ext>
            </a:extLst>
          </p:cNvPr>
          <p:cNvSpPr txBox="1"/>
          <p:nvPr/>
        </p:nvSpPr>
        <p:spPr>
          <a:xfrm>
            <a:off x="1199909" y="297804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3EB96945-41A1-186B-BBA6-8B53B04CE7DA}"/>
              </a:ext>
            </a:extLst>
          </p:cNvPr>
          <p:cNvCxnSpPr>
            <a:cxnSpLocks/>
            <a:stCxn id="34" idx="2"/>
            <a:endCxn id="44" idx="1"/>
          </p:cNvCxnSpPr>
          <p:nvPr/>
        </p:nvCxnSpPr>
        <p:spPr>
          <a:xfrm rot="16200000" flipH="1">
            <a:off x="474695" y="675088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8AB307E-B13E-FC47-FF4C-37612BBCD210}"/>
              </a:ext>
            </a:extLst>
          </p:cNvPr>
          <p:cNvCxnSpPr>
            <a:cxnSpLocks/>
            <a:stCxn id="34" idx="2"/>
            <a:endCxn id="52" idx="1"/>
          </p:cNvCxnSpPr>
          <p:nvPr/>
        </p:nvCxnSpPr>
        <p:spPr>
          <a:xfrm rot="16200000" flipH="1">
            <a:off x="-288104" y="1437886"/>
            <a:ext cx="173301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473CE3B1-525B-4761-F77C-5587EB91ABD8}"/>
              </a:ext>
            </a:extLst>
          </p:cNvPr>
          <p:cNvCxnSpPr>
            <a:cxnSpLocks/>
            <a:stCxn id="44" idx="2"/>
            <a:endCxn id="46" idx="1"/>
          </p:cNvCxnSpPr>
          <p:nvPr/>
        </p:nvCxnSpPr>
        <p:spPr>
          <a:xfrm rot="16200000" flipH="1">
            <a:off x="605185" y="1078124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73E65E9C-2DDF-029B-863D-F7BD5758CA86}"/>
              </a:ext>
            </a:extLst>
          </p:cNvPr>
          <p:cNvCxnSpPr>
            <a:cxnSpLocks/>
            <a:stCxn id="44" idx="2"/>
            <a:endCxn id="48" idx="1"/>
          </p:cNvCxnSpPr>
          <p:nvPr/>
        </p:nvCxnSpPr>
        <p:spPr>
          <a:xfrm rot="16200000" flipH="1">
            <a:off x="476937" y="1206373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D8B730B2-3A3D-934C-0715-2F55A7F2CA56}"/>
              </a:ext>
            </a:extLst>
          </p:cNvPr>
          <p:cNvCxnSpPr>
            <a:cxnSpLocks/>
            <a:stCxn id="44" idx="2"/>
            <a:endCxn id="50" idx="1"/>
          </p:cNvCxnSpPr>
          <p:nvPr/>
        </p:nvCxnSpPr>
        <p:spPr>
          <a:xfrm rot="16200000" flipH="1">
            <a:off x="359789" y="1323522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995C5EE-F625-18F4-BECB-28F150BB97C6}"/>
              </a:ext>
            </a:extLst>
          </p:cNvPr>
          <p:cNvCxnSpPr>
            <a:cxnSpLocks/>
            <a:stCxn id="52" idx="2"/>
            <a:endCxn id="54" idx="1"/>
          </p:cNvCxnSpPr>
          <p:nvPr/>
        </p:nvCxnSpPr>
        <p:spPr>
          <a:xfrm rot="16200000" flipH="1">
            <a:off x="757893" y="2503083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DF47032-E791-81A6-CA9D-F9D8F59C067B}"/>
              </a:ext>
            </a:extLst>
          </p:cNvPr>
          <p:cNvCxnSpPr>
            <a:cxnSpLocks/>
            <a:stCxn id="52" idx="2"/>
            <a:endCxn id="56" idx="1"/>
          </p:cNvCxnSpPr>
          <p:nvPr/>
        </p:nvCxnSpPr>
        <p:spPr>
          <a:xfrm rot="16200000" flipH="1">
            <a:off x="635483" y="2625494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2683A52-03B9-26AC-D3FB-BBED8284938D}"/>
              </a:ext>
            </a:extLst>
          </p:cNvPr>
          <p:cNvCxnSpPr>
            <a:cxnSpLocks/>
            <a:stCxn id="52" idx="2"/>
            <a:endCxn id="58" idx="1"/>
          </p:cNvCxnSpPr>
          <p:nvPr/>
        </p:nvCxnSpPr>
        <p:spPr>
          <a:xfrm rot="16200000" flipH="1">
            <a:off x="512497" y="2748481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0C94004E-2331-C03F-D6C5-E4122BB780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63077" y="964863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7C99DBFF-BA4C-9BE5-544B-1B36BB334A78}"/>
              </a:ext>
            </a:extLst>
          </p:cNvPr>
          <p:cNvSpPr txBox="1"/>
          <p:nvPr/>
        </p:nvSpPr>
        <p:spPr>
          <a:xfrm>
            <a:off x="1134369" y="875625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18DB717F-00CA-7111-3961-1831990CF2C4}"/>
              </a:ext>
            </a:extLst>
          </p:cNvPr>
          <p:cNvCxnSpPr>
            <a:cxnSpLocks/>
            <a:stCxn id="44" idx="2"/>
            <a:endCxn id="68" idx="1"/>
          </p:cNvCxnSpPr>
          <p:nvPr/>
        </p:nvCxnSpPr>
        <p:spPr>
          <a:xfrm rot="16200000" flipH="1">
            <a:off x="742103" y="941205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AC713136-D6BF-6474-BA28-623553A1E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14715" y="7124180"/>
            <a:ext cx="297526" cy="194632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A954B2B-EA39-5C06-BD14-E17AB762D258}"/>
              </a:ext>
            </a:extLst>
          </p:cNvPr>
          <p:cNvSpPr txBox="1"/>
          <p:nvPr/>
        </p:nvSpPr>
        <p:spPr>
          <a:xfrm>
            <a:off x="1505945" y="704164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D9202D7B-6852-1C62-F81E-C0ECB40B95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14889" y="7369245"/>
            <a:ext cx="297526" cy="194632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0B3F27C7-B3A5-3CCD-D4FF-83D1718627D0}"/>
              </a:ext>
            </a:extLst>
          </p:cNvPr>
          <p:cNvSpPr txBox="1"/>
          <p:nvPr/>
        </p:nvSpPr>
        <p:spPr>
          <a:xfrm>
            <a:off x="1667785" y="727594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4094E5F-8285-423C-A7A7-F92DA6DEE7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71962" y="7585250"/>
            <a:ext cx="297526" cy="194632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CA51785B-9D74-F5D6-3709-AF086F370C8F}"/>
              </a:ext>
            </a:extLst>
          </p:cNvPr>
          <p:cNvSpPr txBox="1"/>
          <p:nvPr/>
        </p:nvSpPr>
        <p:spPr>
          <a:xfrm>
            <a:off x="1924858" y="749194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64BB2CBB-C39F-36ED-6FC5-3F0CEF3EF96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671962" y="7793932"/>
            <a:ext cx="276868" cy="243558"/>
          </a:xfrm>
          <a:prstGeom prst="rect">
            <a:avLst/>
          </a:prstGeom>
        </p:spPr>
      </p:pic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9D9BA474-F529-6BE1-925D-4AC7680584C9}"/>
              </a:ext>
            </a:extLst>
          </p:cNvPr>
          <p:cNvCxnSpPr>
            <a:cxnSpLocks/>
            <a:stCxn id="73" idx="1"/>
            <a:endCxn id="71" idx="2"/>
          </p:cNvCxnSpPr>
          <p:nvPr/>
        </p:nvCxnSpPr>
        <p:spPr>
          <a:xfrm rot="10800000">
            <a:off x="1363481" y="731881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8B60418F-9E06-69B1-6789-B9C61E4C3C32}"/>
              </a:ext>
            </a:extLst>
          </p:cNvPr>
          <p:cNvCxnSpPr>
            <a:cxnSpLocks/>
            <a:stCxn id="75" idx="1"/>
            <a:endCxn id="73" idx="2"/>
          </p:cNvCxnSpPr>
          <p:nvPr/>
        </p:nvCxnSpPr>
        <p:spPr>
          <a:xfrm rot="10800000">
            <a:off x="1563652" y="756388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DA3183A7-7308-03A8-758E-3E722952A22A}"/>
              </a:ext>
            </a:extLst>
          </p:cNvPr>
          <p:cNvCxnSpPr>
            <a:cxnSpLocks/>
            <a:stCxn id="77" idx="1"/>
            <a:endCxn id="73" idx="2"/>
          </p:cNvCxnSpPr>
          <p:nvPr/>
        </p:nvCxnSpPr>
        <p:spPr>
          <a:xfrm rot="10800000">
            <a:off x="1563652" y="756387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14734AB0-0E3D-3FFC-BDF6-AC1038FA600B}"/>
              </a:ext>
            </a:extLst>
          </p:cNvPr>
          <p:cNvCxnSpPr>
            <a:cxnSpLocks/>
            <a:stCxn id="36" idx="2"/>
            <a:endCxn id="6" idx="1"/>
          </p:cNvCxnSpPr>
          <p:nvPr/>
        </p:nvCxnSpPr>
        <p:spPr>
          <a:xfrm rot="16200000" flipH="1">
            <a:off x="428064" y="4188123"/>
            <a:ext cx="410923" cy="177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4F8A395-FE76-2BB3-F165-E42A844E1631}"/>
              </a:ext>
            </a:extLst>
          </p:cNvPr>
          <p:cNvSpPr txBox="1"/>
          <p:nvPr/>
        </p:nvSpPr>
        <p:spPr>
          <a:xfrm>
            <a:off x="702037" y="401544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53F190-EF94-879A-E211-45DD537E79F9}"/>
              </a:ext>
            </a:extLst>
          </p:cNvPr>
          <p:cNvSpPr txBox="1"/>
          <p:nvPr/>
        </p:nvSpPr>
        <p:spPr>
          <a:xfrm>
            <a:off x="1921251" y="7744596"/>
            <a:ext cx="1917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AppName.zip</a:t>
            </a:r>
            <a:endParaRPr lang="en-DE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931F66-C89C-3F02-8F67-2997C820989D}"/>
              </a:ext>
            </a:extLst>
          </p:cNvPr>
          <p:cNvSpPr txBox="1"/>
          <p:nvPr/>
        </p:nvSpPr>
        <p:spPr>
          <a:xfrm>
            <a:off x="1066227" y="787419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E2012B93-3261-4CC9-DB5C-09C801800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7866" y="7971067"/>
            <a:ext cx="297526" cy="194632"/>
          </a:xfrm>
          <a:prstGeom prst="rect">
            <a:avLst/>
          </a:prstGeom>
        </p:spPr>
      </p:pic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728A54D6-A053-A489-E27E-7F2C14966E7A}"/>
              </a:ext>
            </a:extLst>
          </p:cNvPr>
          <p:cNvCxnSpPr>
            <a:cxnSpLocks/>
            <a:stCxn id="36" idx="2"/>
            <a:endCxn id="91" idx="1"/>
          </p:cNvCxnSpPr>
          <p:nvPr/>
        </p:nvCxnSpPr>
        <p:spPr>
          <a:xfrm rot="16200000" flipH="1">
            <a:off x="-1322165" y="5938351"/>
            <a:ext cx="3997101" cy="26296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0CA2CB4-E524-7613-2F5C-0FFACCAF6B87}"/>
              </a:ext>
            </a:extLst>
          </p:cNvPr>
          <p:cNvSpPr txBox="1"/>
          <p:nvPr/>
        </p:nvSpPr>
        <p:spPr>
          <a:xfrm>
            <a:off x="1059635" y="813880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pyEnv</a:t>
            </a:r>
            <a:endParaRPr lang="en-DE" dirty="0"/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97E0E32B-CDE5-44C8-EAE3-E28C4300E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235685"/>
            <a:ext cx="297526" cy="194632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4476F2B0-95D5-5E1A-0589-EE31F7F4E028}"/>
              </a:ext>
            </a:extLst>
          </p:cNvPr>
          <p:cNvSpPr txBox="1"/>
          <p:nvPr/>
        </p:nvSpPr>
        <p:spPr>
          <a:xfrm>
            <a:off x="1059635" y="840088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pySrc</a:t>
            </a:r>
            <a:endParaRPr lang="en-DE" dirty="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87BCA5F8-CF4C-6275-7D7E-84A7BDF7EC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497757"/>
            <a:ext cx="297526" cy="194632"/>
          </a:xfrm>
          <a:prstGeom prst="rect">
            <a:avLst/>
          </a:prstGeom>
        </p:spPr>
      </p:pic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05E11AAB-AC72-870E-72BE-B46D83054584}"/>
              </a:ext>
            </a:extLst>
          </p:cNvPr>
          <p:cNvCxnSpPr>
            <a:cxnSpLocks/>
            <a:stCxn id="36" idx="2"/>
            <a:endCxn id="96" idx="1"/>
          </p:cNvCxnSpPr>
          <p:nvPr/>
        </p:nvCxnSpPr>
        <p:spPr>
          <a:xfrm rot="16200000" flipH="1">
            <a:off x="-1457770" y="6073956"/>
            <a:ext cx="4261719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CAA34AE5-6AE3-9061-3C40-7DEB3A6FDBE9}"/>
              </a:ext>
            </a:extLst>
          </p:cNvPr>
          <p:cNvCxnSpPr>
            <a:cxnSpLocks/>
            <a:stCxn id="36" idx="2"/>
            <a:endCxn id="98" idx="1"/>
          </p:cNvCxnSpPr>
          <p:nvPr/>
        </p:nvCxnSpPr>
        <p:spPr>
          <a:xfrm rot="16200000" flipH="1">
            <a:off x="-1588806" y="6204992"/>
            <a:ext cx="4523791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A6BA1868-871C-5115-EE83-2C65063852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1" y="3328549"/>
            <a:ext cx="297526" cy="194632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BDECF246-2FB0-EC70-506E-FD9642048DCE}"/>
              </a:ext>
            </a:extLst>
          </p:cNvPr>
          <p:cNvSpPr txBox="1"/>
          <p:nvPr/>
        </p:nvSpPr>
        <p:spPr>
          <a:xfrm>
            <a:off x="1186779" y="3255805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6B52D68F-5E6C-01C4-ABDC-BFC51D7725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2020805"/>
            <a:ext cx="297526" cy="194632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16868A1-53E3-29D9-3DB0-E1E19AE09CC0}"/>
              </a:ext>
            </a:extLst>
          </p:cNvPr>
          <p:cNvSpPr txBox="1"/>
          <p:nvPr/>
        </p:nvSpPr>
        <p:spPr>
          <a:xfrm>
            <a:off x="1142200" y="1931567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5D0B339-C946-C0C7-119A-516DFE65A2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08117" y="3588284"/>
            <a:ext cx="297526" cy="194632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A751873F-9990-BF81-4C4C-ADB71F911404}"/>
              </a:ext>
            </a:extLst>
          </p:cNvPr>
          <p:cNvSpPr txBox="1"/>
          <p:nvPr/>
        </p:nvSpPr>
        <p:spPr>
          <a:xfrm>
            <a:off x="679409" y="3499046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E76D1CD8-594A-7E4D-C947-225E4CF1F4D0}"/>
              </a:ext>
            </a:extLst>
          </p:cNvPr>
          <p:cNvCxnSpPr>
            <a:cxnSpLocks/>
            <a:stCxn id="52" idx="2"/>
            <a:endCxn id="105" idx="1"/>
          </p:cNvCxnSpPr>
          <p:nvPr/>
        </p:nvCxnSpPr>
        <p:spPr>
          <a:xfrm rot="16200000" flipH="1">
            <a:off x="379015" y="2881959"/>
            <a:ext cx="958106" cy="1297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4415D20B-F7DD-EEFB-AB6E-D78748B6DEA0}"/>
              </a:ext>
            </a:extLst>
          </p:cNvPr>
          <p:cNvCxnSpPr>
            <a:cxnSpLocks/>
            <a:stCxn id="44" idx="2"/>
            <a:endCxn id="107" idx="1"/>
          </p:cNvCxnSpPr>
          <p:nvPr/>
        </p:nvCxnSpPr>
        <p:spPr>
          <a:xfrm rot="16200000" flipH="1">
            <a:off x="218047" y="1465260"/>
            <a:ext cx="1201994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BCB797FF-7A72-1227-46D1-479369C2713A}"/>
              </a:ext>
            </a:extLst>
          </p:cNvPr>
          <p:cNvCxnSpPr>
            <a:cxnSpLocks/>
            <a:stCxn id="2" idx="2"/>
            <a:endCxn id="109" idx="1"/>
          </p:cNvCxnSpPr>
          <p:nvPr/>
        </p:nvCxnSpPr>
        <p:spPr>
          <a:xfrm rot="16200000" flipH="1">
            <a:off x="-1335531" y="1941951"/>
            <a:ext cx="3367049" cy="1202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510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478404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915" y="5109399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508296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667766" y="2557391"/>
            <a:ext cx="4687775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43556" y="4871398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834154" y="2723780"/>
            <a:ext cx="4999910" cy="1142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8312" t="11707" r="130" b="24174"/>
          <a:stretch/>
        </p:blipFill>
        <p:spPr>
          <a:xfrm>
            <a:off x="1606182" y="1989421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1939822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356003" y="1875207"/>
            <a:ext cx="398716" cy="10164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37199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87958" y="3790822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746746" y="2153433"/>
            <a:ext cx="3311753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08656" y="2322556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2219979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413378" y="1524593"/>
            <a:ext cx="1577103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184806" y="2789800"/>
            <a:ext cx="658462" cy="1132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2961168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3208412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0656" y="2980091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3198878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076001" y="2898605"/>
            <a:ext cx="87724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3458141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3425378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965767" y="3008840"/>
            <a:ext cx="110374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31013" y="4060163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3986478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4307360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280" y="4335872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456972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9172" y="4595385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4024320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288485" y="4346086"/>
            <a:ext cx="218087" cy="355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4648787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38AE49E-5D1D-52A1-A9B3-F6D9423230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6182" y="2585645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1A44E-DE6C-08F2-3741-5B865EEC8F75}"/>
              </a:ext>
            </a:extLst>
          </p:cNvPr>
          <p:cNvSpPr txBox="1"/>
          <p:nvPr/>
        </p:nvSpPr>
        <p:spPr>
          <a:xfrm>
            <a:off x="1858097" y="2483068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A61E8B-3433-F91C-B165-F7B5A9882D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55875" y="2836192"/>
            <a:ext cx="297526" cy="194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C21B97-53CF-559D-8AD5-031AC9843F59}"/>
              </a:ext>
            </a:extLst>
          </p:cNvPr>
          <p:cNvSpPr txBox="1"/>
          <p:nvPr/>
        </p:nvSpPr>
        <p:spPr>
          <a:xfrm>
            <a:off x="2093963" y="2728173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1E4B7C05-BA98-632B-F421-B0453FECF5E3}"/>
              </a:ext>
            </a:extLst>
          </p:cNvPr>
          <p:cNvCxnSpPr>
            <a:cxnSpLocks/>
            <a:stCxn id="129" idx="2"/>
            <a:endCxn id="2" idx="1"/>
          </p:cNvCxnSpPr>
          <p:nvPr/>
        </p:nvCxnSpPr>
        <p:spPr>
          <a:xfrm rot="16200000" flipH="1">
            <a:off x="1448914" y="2525692"/>
            <a:ext cx="16577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EA6C438-1680-D861-5FCD-141E971EFD93}"/>
              </a:ext>
            </a:extLst>
          </p:cNvPr>
          <p:cNvCxnSpPr>
            <a:cxnSpLocks/>
            <a:stCxn id="2" idx="2"/>
            <a:endCxn id="4" idx="1"/>
          </p:cNvCxnSpPr>
          <p:nvPr/>
        </p:nvCxnSpPr>
        <p:spPr>
          <a:xfrm rot="16200000" flipH="1">
            <a:off x="1728795" y="2806427"/>
            <a:ext cx="153231" cy="1009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660799" y="596292"/>
            <a:ext cx="396536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168302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255653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5518478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488795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594301" y="2851392"/>
            <a:ext cx="4918332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5271301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51773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752770" y="3009862"/>
            <a:ext cx="5217734" cy="9858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5744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2218" y="4653928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056177" y="4335202"/>
            <a:ext cx="668359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874482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86639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896792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06213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79812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042679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630891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547600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5395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8007313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802208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894555" y="3151646"/>
            <a:ext cx="55514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2012788" y="3269879"/>
            <a:ext cx="578795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2265249" y="3522340"/>
            <a:ext cx="629287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995105" y="4252196"/>
            <a:ext cx="77525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C9E2AA-4DDF-5D8B-6236-47EA680480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3618" y="496996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8092F-BFD9-75EE-6A20-5C71A70754AE}"/>
              </a:ext>
            </a:extLst>
          </p:cNvPr>
          <p:cNvSpPr txBox="1"/>
          <p:nvPr/>
        </p:nvSpPr>
        <p:spPr>
          <a:xfrm>
            <a:off x="1169689" y="403071"/>
            <a:ext cx="946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vscode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B2F1835-5B31-581E-B0B5-82C669D1F78D}"/>
              </a:ext>
            </a:extLst>
          </p:cNvPr>
          <p:cNvCxnSpPr>
            <a:cxnSpLocks/>
            <a:stCxn id="26" idx="2"/>
            <a:endCxn id="2" idx="1"/>
          </p:cNvCxnSpPr>
          <p:nvPr/>
        </p:nvCxnSpPr>
        <p:spPr>
          <a:xfrm rot="16200000" flipH="1">
            <a:off x="793199" y="463892"/>
            <a:ext cx="144027" cy="1168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A6CD66C-82E6-71C5-A733-095212B4FE8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307" y="6793269"/>
            <a:ext cx="214356" cy="3911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A28D5A-D560-B418-7889-E8F3F1F147B5}"/>
              </a:ext>
            </a:extLst>
          </p:cNvPr>
          <p:cNvSpPr txBox="1"/>
          <p:nvPr/>
        </p:nvSpPr>
        <p:spPr>
          <a:xfrm>
            <a:off x="1089094" y="678518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pydevproject</a:t>
            </a:r>
            <a:endParaRPr lang="en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3C2711-3C8D-D297-E757-1DA69089A40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69" y="6309288"/>
            <a:ext cx="214356" cy="3911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6F1062-3792-B345-0993-C2036E6E1CF7}"/>
              </a:ext>
            </a:extLst>
          </p:cNvPr>
          <p:cNvSpPr txBox="1"/>
          <p:nvPr/>
        </p:nvSpPr>
        <p:spPr>
          <a:xfrm>
            <a:off x="1085940" y="60552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EASyProducer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515E113-12BE-9B01-E64D-1C5B135CAA6F}"/>
              </a:ext>
            </a:extLst>
          </p:cNvPr>
          <p:cNvCxnSpPr>
            <a:cxnSpLocks/>
            <a:stCxn id="26" idx="2"/>
            <a:endCxn id="9" idx="1"/>
          </p:cNvCxnSpPr>
          <p:nvPr/>
        </p:nvCxnSpPr>
        <p:spPr>
          <a:xfrm rot="16200000" flipH="1">
            <a:off x="-2146093" y="3403185"/>
            <a:ext cx="6054562" cy="1487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45A83CB-FDE7-CBA4-F976-CA46968B9DBC}"/>
              </a:ext>
            </a:extLst>
          </p:cNvPr>
          <p:cNvCxnSpPr>
            <a:cxnSpLocks/>
            <a:stCxn id="26" idx="2"/>
            <a:endCxn id="7" idx="1"/>
          </p:cNvCxnSpPr>
          <p:nvPr/>
        </p:nvCxnSpPr>
        <p:spPr>
          <a:xfrm rot="16200000" flipH="1">
            <a:off x="-2389214" y="3646306"/>
            <a:ext cx="6538543" cy="1465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FFD881CA-46AA-EA60-8200-65C63D07F96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039667"/>
            <a:ext cx="214356" cy="3911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4FE1635-25A3-B91C-82C4-68328F49167C}"/>
              </a:ext>
            </a:extLst>
          </p:cNvPr>
          <p:cNvSpPr txBox="1"/>
          <p:nvPr/>
        </p:nvSpPr>
        <p:spPr>
          <a:xfrm>
            <a:off x="1089371" y="703158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build.bat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F2C2AE3-BFCD-7BDB-B8B0-04FE5DF5259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292734"/>
            <a:ext cx="214356" cy="3911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403D83E-4561-4D6E-EBE2-4278757F6008}"/>
              </a:ext>
            </a:extLst>
          </p:cNvPr>
          <p:cNvSpPr txBox="1"/>
          <p:nvPr/>
        </p:nvSpPr>
        <p:spPr>
          <a:xfrm>
            <a:off x="1089371" y="7284648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build.sh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AFBED4B-932B-2A0F-A3B6-FB877C9CC04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521680"/>
            <a:ext cx="214356" cy="39111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2D83119-ED22-7D7B-B99E-898C7F247CAE}"/>
              </a:ext>
            </a:extLst>
          </p:cNvPr>
          <p:cNvSpPr txBox="1"/>
          <p:nvPr/>
        </p:nvSpPr>
        <p:spPr>
          <a:xfrm>
            <a:off x="1089371" y="751359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updateModel.bat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1F91FAC-6E30-DA9B-4849-73E3BEE7ABB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774747"/>
            <a:ext cx="214356" cy="39111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C0C5DE2-77B2-A676-F39A-27ABB1671B62}"/>
              </a:ext>
            </a:extLst>
          </p:cNvPr>
          <p:cNvSpPr txBox="1"/>
          <p:nvPr/>
        </p:nvSpPr>
        <p:spPr>
          <a:xfrm>
            <a:off x="1089371" y="776666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updateModel.sh</a:t>
            </a:r>
            <a:endParaRPr lang="en-DE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90220CF-0FE9-5921-AF84-132DD22602D5}"/>
              </a:ext>
            </a:extLst>
          </p:cNvPr>
          <p:cNvCxnSpPr>
            <a:cxnSpLocks/>
            <a:stCxn id="26" idx="2"/>
            <a:endCxn id="18" idx="1"/>
          </p:cNvCxnSpPr>
          <p:nvPr/>
        </p:nvCxnSpPr>
        <p:spPr>
          <a:xfrm rot="16200000" flipH="1">
            <a:off x="-2512275" y="3769366"/>
            <a:ext cx="678494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69CA36E-D26A-8630-7CB1-3A2839AB37EA}"/>
              </a:ext>
            </a:extLst>
          </p:cNvPr>
          <p:cNvCxnSpPr>
            <a:cxnSpLocks/>
            <a:stCxn id="26" idx="2"/>
            <a:endCxn id="20" idx="1"/>
          </p:cNvCxnSpPr>
          <p:nvPr/>
        </p:nvCxnSpPr>
        <p:spPr>
          <a:xfrm rot="16200000" flipH="1">
            <a:off x="-2638809" y="3895900"/>
            <a:ext cx="7038008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8C68BF8-168B-5A95-C1A1-DFB006255DCF}"/>
              </a:ext>
            </a:extLst>
          </p:cNvPr>
          <p:cNvCxnSpPr>
            <a:cxnSpLocks/>
            <a:stCxn id="26" idx="2"/>
            <a:endCxn id="22" idx="1"/>
          </p:cNvCxnSpPr>
          <p:nvPr/>
        </p:nvCxnSpPr>
        <p:spPr>
          <a:xfrm rot="16200000" flipH="1">
            <a:off x="-2753282" y="4010373"/>
            <a:ext cx="7266954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C2F1DBF6-6FAE-3ED0-556D-40998CB6A7C6}"/>
              </a:ext>
            </a:extLst>
          </p:cNvPr>
          <p:cNvCxnSpPr>
            <a:cxnSpLocks/>
            <a:stCxn id="26" idx="2"/>
            <a:endCxn id="24" idx="1"/>
          </p:cNvCxnSpPr>
          <p:nvPr/>
        </p:nvCxnSpPr>
        <p:spPr>
          <a:xfrm rot="16200000" flipH="1">
            <a:off x="-2879815" y="4136906"/>
            <a:ext cx="752002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2014C821-4BDA-1166-C9DA-811D35B25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69690" y="4412228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BCEB682F-DFA7-0A19-2D6F-F7E8369A63CC}"/>
              </a:ext>
            </a:extLst>
          </p:cNvPr>
          <p:cNvSpPr txBox="1"/>
          <p:nvPr/>
        </p:nvSpPr>
        <p:spPr>
          <a:xfrm>
            <a:off x="1698320" y="430730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9541912-FBF2-ED2C-80A3-A9759839A183}"/>
              </a:ext>
            </a:extLst>
          </p:cNvPr>
          <p:cNvCxnSpPr>
            <a:cxnSpLocks/>
            <a:stCxn id="87" idx="2"/>
            <a:endCxn id="54" idx="1"/>
          </p:cNvCxnSpPr>
          <p:nvPr/>
        </p:nvCxnSpPr>
        <p:spPr>
          <a:xfrm rot="16200000" flipH="1">
            <a:off x="1175763" y="4215616"/>
            <a:ext cx="426659" cy="1611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 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solidFill>
                  <a:schemeClr val="bg1"/>
                </a:solidFill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 err="1">
                <a:solidFill>
                  <a:schemeClr val="bg1"/>
                </a:solidFill>
                <a:latin typeface="Arial"/>
              </a:rPr>
              <a:t>Ecs</a:t>
            </a:r>
            <a:r>
              <a:rPr lang="en-US" sz="1451" spc="-1" err="1">
                <a:solidFill>
                  <a:schemeClr val="bg1"/>
                </a:solidFill>
                <a:latin typeface="Arial"/>
              </a:rPr>
              <a:t>_</a:t>
            </a:r>
            <a:r>
              <a:rPr lang="en-US" sz="1451" spc="-1">
                <a:solidFill>
                  <a:schemeClr val="bg1"/>
                </a:solidFill>
                <a:latin typeface="Arial"/>
              </a:rPr>
              <a:t>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</a:t>
            </a:r>
            <a:r>
              <a:rPr lang="en-GB" sz="1451" spc="-1" dirty="0" err="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2326828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PETE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Missing PETE step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086171"/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srgbClr val="9CC5D1"/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Device-specific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provides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4673</Words>
  <Application>Microsoft Office PowerPoint</Application>
  <PresentationFormat>Widescreen</PresentationFormat>
  <Paragraphs>2069</Paragraphs>
  <Slides>64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1068</cp:revision>
  <dcterms:created xsi:type="dcterms:W3CDTF">2020-11-26T09:53:59Z</dcterms:created>
  <dcterms:modified xsi:type="dcterms:W3CDTF">2026-01-25T08:41:26Z</dcterms:modified>
</cp:coreProperties>
</file>