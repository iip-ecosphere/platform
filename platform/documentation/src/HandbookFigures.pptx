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286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61" d="100"/>
          <a:sy n="61" d="100"/>
        </p:scale>
        <p:origin x="1433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22/01/2026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194702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04951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75019" cy="338395"/>
          </a:xfrm>
          <a:prstGeom prst="bentConnector3">
            <a:avLst>
              <a:gd name="adj1" fmla="val 24792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512728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442787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332702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6" y="1379837"/>
            <a:ext cx="517790" cy="6062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6" y="1379837"/>
            <a:ext cx="509584" cy="20726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62686" y="1379837"/>
            <a:ext cx="1696042" cy="195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External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4597</Words>
  <Application>Microsoft Office PowerPoint</Application>
  <PresentationFormat>Widescreen</PresentationFormat>
  <Paragraphs>2041</Paragraphs>
  <Slides>64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1040</cp:revision>
  <dcterms:created xsi:type="dcterms:W3CDTF">2020-11-26T09:53:59Z</dcterms:created>
  <dcterms:modified xsi:type="dcterms:W3CDTF">2026-01-22T15:11:44Z</dcterms:modified>
</cp:coreProperties>
</file>