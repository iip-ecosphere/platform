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301" r:id="rId2"/>
    <p:sldId id="284" r:id="rId3"/>
    <p:sldId id="257" r:id="rId4"/>
    <p:sldId id="256" r:id="rId5"/>
    <p:sldId id="305" r:id="rId6"/>
    <p:sldId id="295" r:id="rId7"/>
    <p:sldId id="259" r:id="rId8"/>
    <p:sldId id="260" r:id="rId9"/>
    <p:sldId id="261" r:id="rId10"/>
    <p:sldId id="267" r:id="rId11"/>
    <p:sldId id="268" r:id="rId12"/>
    <p:sldId id="291" r:id="rId13"/>
    <p:sldId id="292" r:id="rId14"/>
    <p:sldId id="298" r:id="rId15"/>
    <p:sldId id="299" r:id="rId16"/>
    <p:sldId id="300" r:id="rId17"/>
    <p:sldId id="304" r:id="rId18"/>
    <p:sldId id="269" r:id="rId19"/>
    <p:sldId id="274" r:id="rId20"/>
    <p:sldId id="271" r:id="rId21"/>
    <p:sldId id="280" r:id="rId22"/>
    <p:sldId id="303" r:id="rId23"/>
    <p:sldId id="281" r:id="rId24"/>
    <p:sldId id="283" r:id="rId25"/>
    <p:sldId id="272" r:id="rId26"/>
    <p:sldId id="262" r:id="rId27"/>
    <p:sldId id="275" r:id="rId28"/>
    <p:sldId id="278" r:id="rId29"/>
    <p:sldId id="286" r:id="rId30"/>
    <p:sldId id="285" r:id="rId31"/>
    <p:sldId id="287" r:id="rId32"/>
    <p:sldId id="290" r:id="rId33"/>
    <p:sldId id="264" r:id="rId34"/>
    <p:sldId id="282" r:id="rId35"/>
    <p:sldId id="302" r:id="rId36"/>
    <p:sldId id="273" r:id="rId37"/>
    <p:sldId id="289" r:id="rId38"/>
    <p:sldId id="266" r:id="rId39"/>
    <p:sldId id="276" r:id="rId40"/>
    <p:sldId id="277" r:id="rId41"/>
    <p:sldId id="279" r:id="rId42"/>
    <p:sldId id="293" r:id="rId43"/>
    <p:sldId id="294" r:id="rId44"/>
    <p:sldId id="296" r:id="rId4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 varScale="1">
        <p:scale>
          <a:sx n="110" d="100"/>
          <a:sy n="110" d="100"/>
        </p:scale>
        <p:origin x="2136" y="-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07/11/2025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516115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8741731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8685439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444426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169671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225713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7689296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866303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150681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393702" y="5098711"/>
            <a:ext cx="4446025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7632453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49818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705551" y="5786861"/>
            <a:ext cx="588334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088632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89449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338409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8587851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259645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161682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131576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379612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650243" y="9142655"/>
            <a:ext cx="12599924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5733387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058904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3147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7636489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410379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097251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558571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516290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079816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188785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57562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7778230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224932" y="6717344"/>
            <a:ext cx="7736602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910715" y="7403127"/>
            <a:ext cx="9108168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259766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0950969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407379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0906890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0700956"/>
            <a:ext cx="1649874" cy="89862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8717225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8667051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336594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2848838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357218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1507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243256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0944811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414914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136384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0700956"/>
            <a:ext cx="1644403" cy="42852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373376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284882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1668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3791809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1853487" y="8345900"/>
            <a:ext cx="11012121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68124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1" y="862848"/>
            <a:ext cx="3895605" cy="306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245057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209203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1715389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154958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075356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580132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2985318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199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146626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576084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353522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554210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1900054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390168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224667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37586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2751316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1893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100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050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5619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29664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16665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303210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2536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033056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0844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35669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43240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09116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3650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85883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083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0440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387350" y="7879762"/>
            <a:ext cx="10069150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4709719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439527" y="7205644"/>
            <a:ext cx="13384626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469582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36928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462975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9773552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9684249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17883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30693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771826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26134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8900958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8813266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1576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76561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797820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1010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57678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61038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9199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09713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15361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0738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1202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1" y="862848"/>
            <a:ext cx="3894195" cy="41895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 flipV="1">
            <a:off x="3868551" y="338279"/>
            <a:ext cx="3894195" cy="524568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045987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090866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178422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085411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378191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291952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2715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3786613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2953579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37134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377832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19749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9633281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322252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55845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245739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20146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5333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4648696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4713372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461709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4894385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139900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56681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183100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9872354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996650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196536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410379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6828846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6803526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67969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58332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5340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86665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26748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04256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4650458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461511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462328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382772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521501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4694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3799157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5637742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568285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486495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36858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295460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09586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461334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18932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5959555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59075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018184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5917946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57636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5627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487875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169187" y="-2997194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5564195" y="-528391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5884710" y="-1482537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109110" y="-1971020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463894" y="-1507116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5525594" y="-993780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105450" y="-30835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246204" y="-308197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5492849" y="-564109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5633603" y="-56251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5810550" y="-1539968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5951304" y="-153837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024129" y="-2080388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164883" y="-207879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416175" y="-152907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8556929" y="-152748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5497400" y="-10591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5638154" y="-10575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193" idx="3"/>
            <a:endCxn id="412" idx="1"/>
          </p:cNvCxnSpPr>
          <p:nvPr/>
        </p:nvCxnSpPr>
        <p:spPr>
          <a:xfrm flipV="1">
            <a:off x="3259802" y="-2812528"/>
            <a:ext cx="4909385" cy="3154376"/>
          </a:xfrm>
          <a:prstGeom prst="bentConnector3">
            <a:avLst>
              <a:gd name="adj1" fmla="val 43015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82" idx="2"/>
            <a:endCxn id="413" idx="3"/>
          </p:cNvCxnSpPr>
          <p:nvPr/>
        </p:nvCxnSpPr>
        <p:spPr>
          <a:xfrm rot="5400000">
            <a:off x="7006850" y="-1606561"/>
            <a:ext cx="2288678" cy="2369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7476635" y="-2090922"/>
            <a:ext cx="1334532" cy="25157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482" idx="2"/>
            <a:endCxn id="425" idx="3"/>
          </p:cNvCxnSpPr>
          <p:nvPr/>
        </p:nvCxnSpPr>
        <p:spPr>
          <a:xfrm rot="5400000">
            <a:off x="7721540" y="-2334501"/>
            <a:ext cx="846049" cy="2502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482" idx="2"/>
            <a:endCxn id="426" idx="1"/>
          </p:cNvCxnSpPr>
          <p:nvPr/>
        </p:nvCxnSpPr>
        <p:spPr>
          <a:xfrm rot="16200000" flipH="1">
            <a:off x="7711814" y="-2074531"/>
            <a:ext cx="1309953" cy="19420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482" idx="2"/>
            <a:endCxn id="427" idx="3"/>
          </p:cNvCxnSpPr>
          <p:nvPr/>
        </p:nvCxnSpPr>
        <p:spPr>
          <a:xfrm rot="5400000">
            <a:off x="7239545" y="-1839256"/>
            <a:ext cx="1823289" cy="2369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12366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61576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07326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05639E66-1BED-4DAE-BAAF-B1EEB037C7A9}"/>
              </a:ext>
            </a:extLst>
          </p:cNvPr>
          <p:cNvSpPr txBox="1"/>
          <p:nvPr/>
        </p:nvSpPr>
        <p:spPr>
          <a:xfrm>
            <a:off x="4226406" y="48290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2962A6B4-21F9-416C-AA3C-E6A9AD0C7CF6}"/>
              </a:ext>
            </a:extLst>
          </p:cNvPr>
          <p:cNvSpPr txBox="1"/>
          <p:nvPr/>
        </p:nvSpPr>
        <p:spPr>
          <a:xfrm>
            <a:off x="4226406" y="532266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8E0488F1-0CBE-41F5-8CF2-A53373CFA640}"/>
              </a:ext>
            </a:extLst>
          </p:cNvPr>
          <p:cNvSpPr txBox="1"/>
          <p:nvPr/>
        </p:nvSpPr>
        <p:spPr>
          <a:xfrm>
            <a:off x="4237772" y="577108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48C7F51-C3D3-4046-A688-5C236E2E26A8}"/>
              </a:ext>
            </a:extLst>
          </p:cNvPr>
          <p:cNvSpPr txBox="1"/>
          <p:nvPr/>
        </p:nvSpPr>
        <p:spPr>
          <a:xfrm>
            <a:off x="4249230" y="625257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4E8314D4-CEED-49DF-91D2-4D1D84E75113}"/>
              </a:ext>
            </a:extLst>
          </p:cNvPr>
          <p:cNvSpPr txBox="1"/>
          <p:nvPr/>
        </p:nvSpPr>
        <p:spPr>
          <a:xfrm>
            <a:off x="4252904" y="668625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433722" y="-2503608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369985" y="-2589979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510739" y="-258838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195010" y="-271469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194974" y="-2557691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8728757" y="-1980470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8805774" y="-206524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8668061" y="-2075629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461710" y="-220987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495" idx="2"/>
            <a:endCxn id="490" idx="1"/>
          </p:cNvCxnSpPr>
          <p:nvPr/>
        </p:nvCxnSpPr>
        <p:spPr>
          <a:xfrm rot="16200000" flipH="1">
            <a:off x="8466684" y="-2057877"/>
            <a:ext cx="331774" cy="19237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477710" y="-1016404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16BDFC9-C70A-A451-EA88-3850AAA94ED0}"/>
              </a:ext>
            </a:extLst>
          </p:cNvPr>
          <p:cNvSpPr txBox="1"/>
          <p:nvPr/>
        </p:nvSpPr>
        <p:spPr>
          <a:xfrm>
            <a:off x="8449516" y="-1081758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8590270" y="-108016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473760" y="-528485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4C0951-E6E4-BFD1-7CAB-EACAA3ECE35B}"/>
              </a:ext>
            </a:extLst>
          </p:cNvPr>
          <p:cNvSpPr txBox="1"/>
          <p:nvPr/>
        </p:nvSpPr>
        <p:spPr>
          <a:xfrm>
            <a:off x="8445566" y="-593839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8586320" y="-59224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482" idx="2"/>
            <a:endCxn id="86" idx="1"/>
          </p:cNvCxnSpPr>
          <p:nvPr/>
        </p:nvCxnSpPr>
        <p:spPr>
          <a:xfrm rot="16200000" flipH="1">
            <a:off x="7473366" y="-1836083"/>
            <a:ext cx="1800665" cy="20802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482" idx="2"/>
            <a:endCxn id="92" idx="1"/>
          </p:cNvCxnSpPr>
          <p:nvPr/>
        </p:nvCxnSpPr>
        <p:spPr>
          <a:xfrm rot="16200000" flipH="1">
            <a:off x="7227431" y="-1590148"/>
            <a:ext cx="2288584" cy="2040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362048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5891332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579060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579001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28843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5824869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03485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1766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664974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055824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</p:cNvCxnSpPr>
          <p:nvPr/>
        </p:nvCxnSpPr>
        <p:spPr>
          <a:xfrm flipV="1">
            <a:off x="9212485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</p:cNvCxnSpPr>
          <p:nvPr/>
        </p:nvCxnSpPr>
        <p:spPr>
          <a:xfrm flipV="1">
            <a:off x="5381748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</a:t>
            </a:r>
            <a:r>
              <a:rPr lang="en-US"/>
              <a:t>be added</a:t>
            </a:r>
            <a:endParaRPr lang="en-US" dirty="0"/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9898871" y="405838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194951" y="2744202"/>
            <a:ext cx="6739040" cy="89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798065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10013822" y="2306106"/>
            <a:ext cx="795114" cy="4188804"/>
          </a:xfrm>
          <a:prstGeom prst="bentConnector3">
            <a:avLst>
              <a:gd name="adj1" fmla="val 2097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3539</Words>
  <Application>Microsoft Office PowerPoint</Application>
  <PresentationFormat>Widescreen</PresentationFormat>
  <Paragraphs>1474</Paragraphs>
  <Slides>44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925</cp:revision>
  <dcterms:created xsi:type="dcterms:W3CDTF">2020-11-26T09:53:59Z</dcterms:created>
  <dcterms:modified xsi:type="dcterms:W3CDTF">2025-11-07T11:08:55Z</dcterms:modified>
</cp:coreProperties>
</file>