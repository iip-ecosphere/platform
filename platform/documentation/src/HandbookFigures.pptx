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286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9CC5D1"/>
    <a:srgbClr val="08617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870" autoAdjust="0"/>
  </p:normalViewPr>
  <p:slideViewPr>
    <p:cSldViewPr snapToGrid="0">
      <p:cViewPr>
        <p:scale>
          <a:sx n="75" d="100"/>
          <a:sy n="75" d="100"/>
        </p:scale>
        <p:origin x="3456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19/01/2026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4594</Words>
  <Application>Microsoft Office PowerPoint</Application>
  <PresentationFormat>Widescreen</PresentationFormat>
  <Paragraphs>2038</Paragraphs>
  <Slides>64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1035</cp:revision>
  <dcterms:created xsi:type="dcterms:W3CDTF">2020-11-26T09:53:59Z</dcterms:created>
  <dcterms:modified xsi:type="dcterms:W3CDTF">2026-01-19T18:00:12Z</dcterms:modified>
</cp:coreProperties>
</file>