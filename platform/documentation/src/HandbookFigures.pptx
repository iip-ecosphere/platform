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5" r:id="rId11"/>
    <p:sldId id="301" r:id="rId12"/>
    <p:sldId id="284" r:id="rId13"/>
    <p:sldId id="257" r:id="rId14"/>
    <p:sldId id="256" r:id="rId15"/>
    <p:sldId id="305" r:id="rId16"/>
    <p:sldId id="295" r:id="rId17"/>
    <p:sldId id="259" r:id="rId18"/>
    <p:sldId id="260" r:id="rId19"/>
    <p:sldId id="261" r:id="rId20"/>
    <p:sldId id="267" r:id="rId21"/>
    <p:sldId id="268" r:id="rId22"/>
    <p:sldId id="291" r:id="rId23"/>
    <p:sldId id="292" r:id="rId24"/>
    <p:sldId id="298" r:id="rId25"/>
    <p:sldId id="299" r:id="rId26"/>
    <p:sldId id="300" r:id="rId27"/>
    <p:sldId id="304" r:id="rId28"/>
    <p:sldId id="269" r:id="rId29"/>
    <p:sldId id="274" r:id="rId30"/>
    <p:sldId id="271" r:id="rId31"/>
    <p:sldId id="280" r:id="rId32"/>
    <p:sldId id="303" r:id="rId33"/>
    <p:sldId id="281" r:id="rId34"/>
    <p:sldId id="283" r:id="rId35"/>
    <p:sldId id="272" r:id="rId36"/>
    <p:sldId id="262" r:id="rId37"/>
    <p:sldId id="275" r:id="rId38"/>
    <p:sldId id="278" r:id="rId39"/>
    <p:sldId id="286" r:id="rId40"/>
    <p:sldId id="285" r:id="rId41"/>
    <p:sldId id="287" r:id="rId42"/>
    <p:sldId id="290" r:id="rId43"/>
    <p:sldId id="264" r:id="rId44"/>
    <p:sldId id="282" r:id="rId45"/>
    <p:sldId id="302" r:id="rId46"/>
    <p:sldId id="273" r:id="rId47"/>
    <p:sldId id="289" r:id="rId48"/>
    <p:sldId id="266" r:id="rId49"/>
    <p:sldId id="276" r:id="rId50"/>
    <p:sldId id="277" r:id="rId51"/>
    <p:sldId id="279" r:id="rId52"/>
    <p:sldId id="293" r:id="rId53"/>
    <p:sldId id="294" r:id="rId54"/>
    <p:sldId id="296" r:id="rId5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171"/>
    <a:srgbClr val="9CC5D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1574" autoAdjust="0"/>
  </p:normalViewPr>
  <p:slideViewPr>
    <p:cSldViewPr snapToGrid="0">
      <p:cViewPr>
        <p:scale>
          <a:sx n="125" d="100"/>
          <a:sy n="125" d="100"/>
        </p:scale>
        <p:origin x="1536" y="-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the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a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Install and Instantiate the platform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devices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/>
            <a:t>Start service managers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 dirty="0"/>
            <a:t>Stop service managers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Stop the platform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/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chemeClr val="accent1">
            <a:lumMod val="75000"/>
          </a:schemeClr>
        </a:solidFill>
      </dgm:spPr>
      <dgm:t>
        <a:bodyPr/>
        <a:lstStyle/>
        <a:p>
          <a:r>
            <a:rPr lang="en-GB" sz="2000"/>
            <a:t>Start the platform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/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</dgm:spPr>
      <dgm:t>
        <a:bodyPr/>
        <a:lstStyle/>
        <a:p>
          <a:r>
            <a:rPr lang="en-GB" sz="2000" dirty="0"/>
            <a:t>Measurement / validations </a:t>
          </a:r>
          <a:r>
            <a:rPr lang="en-US" sz="2000" dirty="0"/>
            <a:t>ø</a:t>
          </a:r>
          <a:endParaRPr lang="en-DE" sz="2000" dirty="0"/>
        </a:p>
      </dgm:t>
    </dgm:pt>
    <dgm:pt modelId="{715EDAC8-15F0-4427-982E-6CA3A0EB5079}" type="sibTrans" cxnId="{EF367A6A-672E-4F43-BA11-270C96F9FDBC}">
      <dgm:prSet custT="1"/>
      <dgm:spPr/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the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a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Install and Instantiate the platform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Start the platform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devices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/>
            <a:t>Start service managers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Measurement / validations </a:t>
          </a:r>
          <a:r>
            <a:rPr lang="en-US" sz="2000" kern="1200" dirty="0"/>
            <a:t>ø</a:t>
          </a:r>
          <a:endParaRPr lang="en-DE" sz="2000" kern="1200" dirty="0"/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applications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managers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/>
            <a:t> devices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75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/>
            <a:t>Stop the platform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5B9BD5">
            <a:lumMod val="75000"/>
          </a:srgbClr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17/12/2025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12/17/2025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ixabay.com/en/storage-icon-container-archiving-38093/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folder-directory-microsoft-windows-154961/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14634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 flipV="1">
            <a:off x="5939193" y="16471862"/>
            <a:ext cx="1179623" cy="17094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151" idx="1"/>
          </p:cNvCxnSpPr>
          <p:nvPr/>
        </p:nvCxnSpPr>
        <p:spPr>
          <a:xfrm>
            <a:off x="5902252" y="7823337"/>
            <a:ext cx="459581" cy="41077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A4159CFE-88B7-4F62-8116-0E007A3A2057}"/>
              </a:ext>
            </a:extLst>
          </p:cNvPr>
          <p:cNvSpPr txBox="1"/>
          <p:nvPr/>
        </p:nvSpPr>
        <p:spPr>
          <a:xfrm>
            <a:off x="4911120" y="2121959"/>
            <a:ext cx="2509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support.aas.basyx.server</a:t>
            </a:r>
            <a:endParaRPr lang="en-US" dirty="0"/>
          </a:p>
        </p:txBody>
      </p:sp>
      <p:cxnSp>
        <p:nvCxnSpPr>
          <p:cNvPr id="201" name="Elbow Connector 63">
            <a:extLst>
              <a:ext uri="{FF2B5EF4-FFF2-40B4-BE49-F238E27FC236}">
                <a16:creationId xmlns:a16="http://schemas.microsoft.com/office/drawing/2014/main" id="{C71CF18A-9444-4E27-8FD2-4E7EADE2E2DB}"/>
              </a:ext>
            </a:extLst>
          </p:cNvPr>
          <p:cNvCxnSpPr>
            <a:cxnSpLocks/>
            <a:stCxn id="202" idx="2"/>
            <a:endCxn id="200" idx="1"/>
          </p:cNvCxnSpPr>
          <p:nvPr/>
        </p:nvCxnSpPr>
        <p:spPr>
          <a:xfrm rot="16200000" flipH="1">
            <a:off x="4711284" y="2106790"/>
            <a:ext cx="274518" cy="12515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488314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748887" y="13989042"/>
            <a:ext cx="3181330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4637625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17157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4602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4632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A28D954F-CC41-406C-84A0-1FE0CD15C699}"/>
              </a:ext>
            </a:extLst>
          </p:cNvPr>
          <p:cNvSpPr txBox="1"/>
          <p:nvPr/>
        </p:nvSpPr>
        <p:spPr>
          <a:xfrm>
            <a:off x="4860645" y="20821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199571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8156942" y="13580987"/>
            <a:ext cx="2330641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371392" y="13366537"/>
            <a:ext cx="1892587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19128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4610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270" idx="2"/>
            <a:endCxn id="218" idx="1"/>
          </p:cNvCxnSpPr>
          <p:nvPr/>
        </p:nvCxnSpPr>
        <p:spPr>
          <a:xfrm rot="16200000" flipH="1">
            <a:off x="7312704" y="13552858"/>
            <a:ext cx="180971" cy="40592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326" idx="3"/>
            <a:endCxn id="291" idx="3"/>
          </p:cNvCxnSpPr>
          <p:nvPr/>
        </p:nvCxnSpPr>
        <p:spPr>
          <a:xfrm flipH="1">
            <a:off x="3536018" y="-3017121"/>
            <a:ext cx="180599" cy="2888089"/>
          </a:xfrm>
          <a:prstGeom prst="bentConnector3">
            <a:avLst>
              <a:gd name="adj1" fmla="val -818543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063416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0280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03624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endCxn id="356" idx="1"/>
          </p:cNvCxnSpPr>
          <p:nvPr/>
        </p:nvCxnSpPr>
        <p:spPr>
          <a:xfrm rot="16200000" flipH="1">
            <a:off x="7940215" y="13795730"/>
            <a:ext cx="2752738" cy="15196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5934459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58824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525815" y="14212115"/>
            <a:ext cx="3627475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05070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02629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4602285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372513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3205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306788" y="14431142"/>
            <a:ext cx="4065529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33090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3" name="TextBox 452">
            <a:extLst>
              <a:ext uri="{FF2B5EF4-FFF2-40B4-BE49-F238E27FC236}">
                <a16:creationId xmlns:a16="http://schemas.microsoft.com/office/drawing/2014/main" id="{1CCA7754-6CA5-482C-9231-39BDA8A038A9}"/>
              </a:ext>
            </a:extLst>
          </p:cNvPr>
          <p:cNvSpPr txBox="1"/>
          <p:nvPr/>
        </p:nvSpPr>
        <p:spPr>
          <a:xfrm>
            <a:off x="5089608" y="2083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0629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0532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0476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4831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4734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4678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274191" y="4628041"/>
            <a:ext cx="30131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8064073" y="4838159"/>
            <a:ext cx="34334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053580"/>
            <a:ext cx="7587337" cy="145750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597897"/>
            <a:ext cx="7587336" cy="22645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690106"/>
            <a:ext cx="7600038" cy="5536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251687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0477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28362" y="6055048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06459" y="6050858"/>
            <a:ext cx="122529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086280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617822"/>
            <a:ext cx="130371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650651"/>
            <a:ext cx="95097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456920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812125"/>
            <a:ext cx="105342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803377"/>
            <a:ext cx="53094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139593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4957264"/>
            <a:ext cx="317327" cy="8748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74205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610807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789187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72353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89"/>
            <a:ext cx="3" cy="870183"/>
          </a:xfrm>
          <a:prstGeom prst="bentConnector3">
            <a:avLst>
              <a:gd name="adj1" fmla="val -762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436353"/>
            <a:ext cx="12700" cy="530592"/>
          </a:xfrm>
          <a:prstGeom prst="bentConnector3">
            <a:avLst>
              <a:gd name="adj1" fmla="val 18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2966946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782334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79340" y="6204745"/>
            <a:ext cx="327121" cy="4190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36390" y="595427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737119"/>
            <a:ext cx="1489965" cy="95410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00309" y="6162466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>
            <a:off x="4239720" y="6209601"/>
            <a:ext cx="159854" cy="457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186629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0" y="6233766"/>
            <a:ext cx="189350" cy="6403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9441" y="5789176"/>
            <a:ext cx="297169" cy="1506931"/>
          </a:xfrm>
          <a:prstGeom prst="bentConnector3">
            <a:avLst>
              <a:gd name="adj1" fmla="val 176926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65673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246133"/>
            <a:ext cx="16720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016113"/>
            <a:ext cx="1844374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093972"/>
            <a:ext cx="1844374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328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>
            <a:off x="3417303" y="7375235"/>
            <a:ext cx="212738" cy="1021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30844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>
            <a:off x="5577885" y="7355582"/>
            <a:ext cx="184165" cy="12700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702973" y="-1709066"/>
            <a:ext cx="197562" cy="143378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303214"/>
            <a:ext cx="7600041" cy="6717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646534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2949297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endCxn id="5" idx="1"/>
          </p:cNvCxnSpPr>
          <p:nvPr/>
        </p:nvCxnSpPr>
        <p:spPr>
          <a:xfrm rot="5400000">
            <a:off x="1118364" y="2051827"/>
            <a:ext cx="765780" cy="3275"/>
          </a:xfrm>
          <a:prstGeom prst="bentConnector4">
            <a:avLst>
              <a:gd name="adj1" fmla="val 37943"/>
              <a:gd name="adj2" fmla="val 708015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44355" y="1297939"/>
            <a:ext cx="721417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451828"/>
            <a:ext cx="475019" cy="24540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1888481"/>
            <a:ext cx="16224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770837"/>
            <a:ext cx="124488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448286" y="1412545"/>
            <a:ext cx="12138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456492" y="1811562"/>
            <a:ext cx="131498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H="1" flipV="1">
            <a:off x="3605064" y="1605716"/>
            <a:ext cx="12197" cy="165121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72762" y="15357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4" y="1697237"/>
            <a:ext cx="225484" cy="227489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23273" y="14256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62684" y="1472825"/>
            <a:ext cx="393806" cy="492624"/>
          </a:xfrm>
          <a:prstGeom prst="bentConnector3">
            <a:avLst>
              <a:gd name="adj1" fmla="val 66756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62684" y="1472827"/>
            <a:ext cx="385602" cy="93607"/>
          </a:xfrm>
          <a:prstGeom prst="bentConnector3">
            <a:avLst>
              <a:gd name="adj1" fmla="val 69557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48631"/>
            <a:ext cx="1037931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48062"/>
            <a:ext cx="11175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402093" y="-1100301"/>
            <a:ext cx="1175790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676268" y="-728922"/>
            <a:ext cx="112761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669305" y="-370269"/>
            <a:ext cx="156935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6764583" y="-358229"/>
            <a:ext cx="1286384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6765352" y="-711719"/>
            <a:ext cx="1414513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335946" y="-208856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335946" y="-557830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196533" y="-255990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388400" y="-772833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526708" y="-724593"/>
            <a:ext cx="103530" cy="19559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343900" y="-541786"/>
            <a:ext cx="462183" cy="188627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451929" y="-518575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494173"/>
            <a:ext cx="284835" cy="1502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673229" y="-563871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494742"/>
            <a:ext cx="355993" cy="569"/>
          </a:xfrm>
          <a:prstGeom prst="straightConnector1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3364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639081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 flipV="1">
            <a:off x="4062684" y="1380032"/>
            <a:ext cx="1696044" cy="92795"/>
          </a:xfrm>
          <a:prstGeom prst="bentConnector3">
            <a:avLst>
              <a:gd name="adj1" fmla="val 1554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66124"/>
            <a:ext cx="1632068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6853685" y="1380032"/>
            <a:ext cx="441433" cy="39981"/>
          </a:xfrm>
          <a:prstGeom prst="bentConnector3">
            <a:avLst>
              <a:gd name="adj1" fmla="val 50000"/>
            </a:avLst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600738" y="124122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3880363" y="112759"/>
            <a:ext cx="1242249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178260" y="111439"/>
            <a:ext cx="1377806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611717" y="117539"/>
            <a:ext cx="2012685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708033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2452025" y="2327574"/>
            <a:ext cx="361038" cy="693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86351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6265" y="2336619"/>
            <a:ext cx="378931" cy="994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17207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5400000">
            <a:off x="10185224" y="2338934"/>
            <a:ext cx="381458" cy="463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56605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9896" y="2325291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214350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91563" y="2519526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34854" y="2329107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61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9827" y="2502935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17431" y="2316829"/>
            <a:ext cx="363582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49648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58274" y="251443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601565" y="2324013"/>
            <a:ext cx="372208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8220" y="2908683"/>
            <a:ext cx="462383" cy="406798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23252" y="2857841"/>
            <a:ext cx="442884" cy="527983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5532" y="2779417"/>
            <a:ext cx="437013" cy="680801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21" y="2696225"/>
            <a:ext cx="358213" cy="3403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8771" y="253401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 flipV="1">
            <a:off x="5502929" y="2715724"/>
            <a:ext cx="283423" cy="295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7990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 flipV="1">
            <a:off x="9329048" y="2716645"/>
            <a:ext cx="388161" cy="601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29046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92840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502927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62103" y="24299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33023" y="2428115"/>
            <a:ext cx="450212" cy="135576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63456" y="2504964"/>
            <a:ext cx="421823" cy="121267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2160" y="2597394"/>
            <a:ext cx="417560" cy="1025394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337958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39" y="3749296"/>
            <a:ext cx="338498" cy="1270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5" y="3480650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337958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60154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0761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11024" y="5331690"/>
            <a:ext cx="180649" cy="176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31913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9495" y="5652544"/>
            <a:ext cx="195637" cy="84576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9403" y="5758402"/>
            <a:ext cx="196683" cy="635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9941" y="4492991"/>
            <a:ext cx="923033" cy="243747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24873" y="2891350"/>
            <a:ext cx="1792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62120" y="3429503"/>
            <a:ext cx="1900517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360020" y="1796101"/>
            <a:ext cx="256575" cy="193392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432453" y="3340611"/>
            <a:ext cx="168821" cy="8967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215989" y="263477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221257" y="318877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7094" y="-343001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sp>
        <p:nvSpPr>
          <p:cNvPr id="113" name="Speech Bubble: Rectangle 112">
            <a:extLst>
              <a:ext uri="{FF2B5EF4-FFF2-40B4-BE49-F238E27FC236}">
                <a16:creationId xmlns:a16="http://schemas.microsoft.com/office/drawing/2014/main" id="{2FD06FC6-72CD-4053-8E9E-3A0DA2094D6A}"/>
              </a:ext>
            </a:extLst>
          </p:cNvPr>
          <p:cNvSpPr/>
          <p:nvPr/>
        </p:nvSpPr>
        <p:spPr>
          <a:xfrm>
            <a:off x="8868315" y="2908997"/>
            <a:ext cx="2634025" cy="561653"/>
          </a:xfrm>
          <a:prstGeom prst="wedgeRectCallout">
            <a:avLst>
              <a:gd name="adj1" fmla="val -64038"/>
              <a:gd name="adj2" fmla="val -21915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Spring Cloud Stream only for now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2399183" cy="19302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per component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38873" y="6577061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4426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50000"/>
              <a:gd name="adj3" fmla="val 11777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MQTTI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35421" y="8727547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35421" y="8311157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28853" y="7887873"/>
            <a:ext cx="61266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07893" y="8726462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38471" y="8911128"/>
            <a:ext cx="169422" cy="10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stCxn id="121" idx="3"/>
            <a:endCxn id="151" idx="1"/>
          </p:cNvCxnSpPr>
          <p:nvPr/>
        </p:nvCxnSpPr>
        <p:spPr>
          <a:xfrm>
            <a:off x="6733271" y="8043455"/>
            <a:ext cx="195582" cy="290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02150" cy="452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stCxn id="121" idx="3"/>
            <a:endCxn id="149" idx="1"/>
          </p:cNvCxnSpPr>
          <p:nvPr/>
        </p:nvCxnSpPr>
        <p:spPr>
          <a:xfrm>
            <a:off x="6733271" y="8043455"/>
            <a:ext cx="202150" cy="8687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62237DE-7D97-4D99-AF8B-3CAF26FBA1F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-28503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A4754B4-189F-4392-9311-3F65F0B5C74B}"/>
              </a:ext>
            </a:extLst>
          </p:cNvPr>
          <p:cNvSpPr txBox="1"/>
          <p:nvPr/>
        </p:nvSpPr>
        <p:spPr>
          <a:xfrm>
            <a:off x="464781" y="-12299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08F863-3EF6-49D4-8F9D-0A964B7573B4}"/>
              </a:ext>
            </a:extLst>
          </p:cNvPr>
          <p:cNvSpPr txBox="1"/>
          <p:nvPr/>
        </p:nvSpPr>
        <p:spPr>
          <a:xfrm>
            <a:off x="628633" y="1471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2928EC6-B689-4AFD-A62C-FD62C3799AF5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7918" y="189507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943956E-62ED-4FD1-B3CA-C792E726BA1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23454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FBC696-2D85-4CA6-B265-0116D13E85A1}"/>
              </a:ext>
            </a:extLst>
          </p:cNvPr>
          <p:cNvSpPr txBox="1"/>
          <p:nvPr/>
        </p:nvSpPr>
        <p:spPr>
          <a:xfrm>
            <a:off x="844835" y="40804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A9BC0E-EC4A-4085-99C0-59BB1ACA5A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86475" y="49935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762EA0-1201-4D0D-95EE-B6AD99EA12E5}"/>
              </a:ext>
            </a:extLst>
          </p:cNvPr>
          <p:cNvSpPr txBox="1"/>
          <p:nvPr/>
        </p:nvSpPr>
        <p:spPr>
          <a:xfrm>
            <a:off x="1063410" y="67158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464411E-60DC-435A-8233-A9FF4608CDD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30088" y="75838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8ED67A-61F0-4E8E-987B-0EAC6FE6C1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7956" y="105382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12CA5F0-708B-4C06-8167-A450BEFEE83E}"/>
              </a:ext>
            </a:extLst>
          </p:cNvPr>
          <p:cNvSpPr txBox="1"/>
          <p:nvPr/>
        </p:nvSpPr>
        <p:spPr>
          <a:xfrm>
            <a:off x="1305692" y="979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5AF6208-73FD-461C-B71F-902B171FCD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1511" y="132395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2B3C94-BE80-4FD0-A0E5-7DABB9906ECB}"/>
              </a:ext>
            </a:extLst>
          </p:cNvPr>
          <p:cNvSpPr txBox="1"/>
          <p:nvPr/>
        </p:nvSpPr>
        <p:spPr>
          <a:xfrm>
            <a:off x="1293167" y="12498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D90985E-1978-4F57-A0B0-D3F6B7478D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176" y="158098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4F025F5-5CE2-4B9A-B88C-01E182899D01}"/>
              </a:ext>
            </a:extLst>
          </p:cNvPr>
          <p:cNvSpPr txBox="1"/>
          <p:nvPr/>
        </p:nvSpPr>
        <p:spPr>
          <a:xfrm>
            <a:off x="1180497" y="15033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88C8CCB-F99B-4BF7-BC43-37A19758F500}"/>
              </a:ext>
            </a:extLst>
          </p:cNvPr>
          <p:cNvSpPr txBox="1"/>
          <p:nvPr/>
        </p:nvSpPr>
        <p:spPr>
          <a:xfrm>
            <a:off x="1086476" y="181199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2A0A36D-A5C2-4A4E-AD44-E84EF87B3B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0198" y="189934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202E0CB-6A4A-4D54-9E3D-F792CB83D724}"/>
              </a:ext>
            </a:extLst>
          </p:cNvPr>
          <p:cNvSpPr txBox="1"/>
          <p:nvPr/>
        </p:nvSpPr>
        <p:spPr>
          <a:xfrm>
            <a:off x="1295802" y="212065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AFBDD2F-57E4-48BA-9A37-2A355490CCB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23495" y="246491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162801E-B750-4FA9-8E48-9449840BEDEB}"/>
              </a:ext>
            </a:extLst>
          </p:cNvPr>
          <p:cNvSpPr txBox="1"/>
          <p:nvPr/>
        </p:nvSpPr>
        <p:spPr>
          <a:xfrm>
            <a:off x="1283277" y="239078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567EDBD-A57C-44D9-BCEF-13712FC33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5370" y="272194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EABB7B3-E028-49D7-ACA5-9C725B04208A}"/>
              </a:ext>
            </a:extLst>
          </p:cNvPr>
          <p:cNvSpPr txBox="1"/>
          <p:nvPr/>
        </p:nvSpPr>
        <p:spPr>
          <a:xfrm>
            <a:off x="1166649" y="264429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A1AE5F1-CD95-4166-92E1-BFD5469D0E0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32980" y="221329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14D8347-5A40-40C8-9193-6C0DE4A4F06A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519035" y="42918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7D4C182F-71F4-4B78-BE7F-85E90554E22F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735238" y="69399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CE9279C1-690A-4442-8AF1-E8B937974F85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735238" y="69399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5E45ADF-A986-4E57-AEBF-A850E7A155F5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978854" y="95301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8754753D-93BF-4360-80F9-30B8736B4DEA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978851" y="95301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4F2A497D-C7EF-491B-9090-995145089D3E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978854" y="95301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B1B3BA0A-D376-45B1-9841-73D7E8DE7241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968964" y="209397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EE88E40-335C-4F4E-885D-6097781B4883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968961" y="209397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AF3F5C39-C47C-4CA9-90B4-C3F0B873FA93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968964" y="209397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51">
            <a:extLst>
              <a:ext uri="{FF2B5EF4-FFF2-40B4-BE49-F238E27FC236}">
                <a16:creationId xmlns:a16="http://schemas.microsoft.com/office/drawing/2014/main" id="{5D841953-464A-495A-8FA6-19AFAED388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63587" y="3805554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2E52F28-F74F-4EB8-BAC3-061D6EC64F78}"/>
              </a:ext>
            </a:extLst>
          </p:cNvPr>
          <p:cNvSpPr txBox="1"/>
          <p:nvPr/>
        </p:nvSpPr>
        <p:spPr>
          <a:xfrm>
            <a:off x="634878" y="371631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37CF9776-5FB4-4C6D-B8EB-968CAF9473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96142" y="6452003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3EEF16D7-32AE-4BCB-9CB2-DD38E44BEAB9}"/>
              </a:ext>
            </a:extLst>
          </p:cNvPr>
          <p:cNvSpPr txBox="1"/>
          <p:nvPr/>
        </p:nvSpPr>
        <p:spPr>
          <a:xfrm>
            <a:off x="667798" y="637786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24900DF0-48CC-4BE1-BFEF-2B568C23C3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807" y="6709032"/>
            <a:ext cx="184306" cy="214033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5E2821C6-4F36-4631-88E9-A34D3D490D85}"/>
              </a:ext>
            </a:extLst>
          </p:cNvPr>
          <p:cNvSpPr txBox="1"/>
          <p:nvPr/>
        </p:nvSpPr>
        <p:spPr>
          <a:xfrm>
            <a:off x="673880" y="663138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F19B2D3F-51A1-4799-82AD-AB45A97DC36C}"/>
              </a:ext>
            </a:extLst>
          </p:cNvPr>
          <p:cNvCxnSpPr>
            <a:cxnSpLocks/>
            <a:stCxn id="2" idx="2"/>
            <a:endCxn id="52" idx="1"/>
          </p:cNvCxnSpPr>
          <p:nvPr/>
        </p:nvCxnSpPr>
        <p:spPr>
          <a:xfrm rot="16200000" flipH="1">
            <a:off x="-1542642" y="1996640"/>
            <a:ext cx="3736741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D0549AFF-76BD-4E03-8E86-190E8EA4F34E}"/>
              </a:ext>
            </a:extLst>
          </p:cNvPr>
          <p:cNvCxnSpPr>
            <a:cxnSpLocks/>
            <a:stCxn id="2" idx="2"/>
            <a:endCxn id="54" idx="1"/>
          </p:cNvCxnSpPr>
          <p:nvPr/>
        </p:nvCxnSpPr>
        <p:spPr>
          <a:xfrm rot="16200000" flipH="1">
            <a:off x="-2849589" y="3303588"/>
            <a:ext cx="6383190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6524030-A31D-4C1B-88F6-437A2CB52A5E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-2977121" y="3431119"/>
            <a:ext cx="6649918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ED06ABE3-BF80-4AA6-8653-D61B1ACCD341}"/>
              </a:ext>
            </a:extLst>
          </p:cNvPr>
          <p:cNvCxnSpPr>
            <a:cxnSpLocks/>
            <a:stCxn id="81" idx="1"/>
            <a:endCxn id="8" idx="2"/>
          </p:cNvCxnSpPr>
          <p:nvPr/>
        </p:nvCxnSpPr>
        <p:spPr>
          <a:xfrm rot="10800000">
            <a:off x="735238" y="69399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9B385FC-E456-4BC5-A5D4-6F76E4B27185}"/>
              </a:ext>
            </a:extLst>
          </p:cNvPr>
          <p:cNvSpPr txBox="1"/>
          <p:nvPr/>
        </p:nvSpPr>
        <p:spPr>
          <a:xfrm>
            <a:off x="1572983" y="3586105"/>
            <a:ext cx="2006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</a:t>
            </a:r>
            <a:r>
              <a:rPr lang="en-GB" dirty="0"/>
              <a:t>.zip</a:t>
            </a:r>
            <a:endParaRPr lang="en-DE" dirty="0"/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892350F7-A1AE-45A1-99C6-113AEF3737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18418" y="4084248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D4FA0D8-D342-4875-BEA0-DC5F0A7FBB88}"/>
              </a:ext>
            </a:extLst>
          </p:cNvPr>
          <p:cNvSpPr txBox="1"/>
          <p:nvPr/>
        </p:nvSpPr>
        <p:spPr>
          <a:xfrm>
            <a:off x="858452" y="399022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98DCE65-8C13-4B8C-8E23-289064C05A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6544" y="4594918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6948798-829C-4038-A430-D3FC6E3DEA62}"/>
              </a:ext>
            </a:extLst>
          </p:cNvPr>
          <p:cNvSpPr txBox="1"/>
          <p:nvPr/>
        </p:nvSpPr>
        <p:spPr>
          <a:xfrm>
            <a:off x="1127835" y="45056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7C26D69-3B39-47F4-898A-51B5FCD763A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50609" y="4845485"/>
            <a:ext cx="297526" cy="194632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7905607-E4D8-477B-86E6-7BF1ABDA030B}"/>
              </a:ext>
            </a:extLst>
          </p:cNvPr>
          <p:cNvSpPr txBox="1"/>
          <p:nvPr/>
        </p:nvSpPr>
        <p:spPr>
          <a:xfrm>
            <a:off x="1130358" y="47530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7AD4989B-8BB6-4147-BE27-6087F39EB3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70908" y="5100079"/>
            <a:ext cx="297526" cy="19463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EC3B6DFB-C259-47F3-AA2D-3D01E731E39C}"/>
              </a:ext>
            </a:extLst>
          </p:cNvPr>
          <p:cNvSpPr txBox="1"/>
          <p:nvPr/>
        </p:nvSpPr>
        <p:spPr>
          <a:xfrm>
            <a:off x="1142200" y="501084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A07D62A7-2B4D-4A26-AC1B-1B3E395281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44453" y="5400930"/>
            <a:ext cx="297526" cy="19463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C8493C3B-84BA-4A29-85DF-63C18A32CB16}"/>
              </a:ext>
            </a:extLst>
          </p:cNvPr>
          <p:cNvSpPr txBox="1"/>
          <p:nvPr/>
        </p:nvSpPr>
        <p:spPr>
          <a:xfrm>
            <a:off x="915744" y="531169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3DF037E2-93E0-4C03-A43B-3016F87755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4253" y="5689928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264A19D0-D580-4BB0-B95C-37250D950F8B}"/>
              </a:ext>
            </a:extLst>
          </p:cNvPr>
          <p:cNvSpPr txBox="1"/>
          <p:nvPr/>
        </p:nvSpPr>
        <p:spPr>
          <a:xfrm>
            <a:off x="1173703" y="558485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5173E414-7BA3-4051-8F1E-51BDEE24833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6776" y="5937277"/>
            <a:ext cx="297526" cy="194632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D06F9A64-EA30-46BB-9165-B38A2E0713BD}"/>
              </a:ext>
            </a:extLst>
          </p:cNvPr>
          <p:cNvSpPr txBox="1"/>
          <p:nvPr/>
        </p:nvSpPr>
        <p:spPr>
          <a:xfrm>
            <a:off x="1188067" y="584803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74" name="Picture 73">
            <a:extLst>
              <a:ext uri="{FF2B5EF4-FFF2-40B4-BE49-F238E27FC236}">
                <a16:creationId xmlns:a16="http://schemas.microsoft.com/office/drawing/2014/main" id="{7D6A423F-E87A-40CA-AAEE-66B5E2F917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8617" y="6195089"/>
            <a:ext cx="297526" cy="194632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E08A08AE-133F-44C3-A5D4-DDCB74B1DDFA}"/>
              </a:ext>
            </a:extLst>
          </p:cNvPr>
          <p:cNvSpPr txBox="1"/>
          <p:nvPr/>
        </p:nvSpPr>
        <p:spPr>
          <a:xfrm>
            <a:off x="1199909" y="6105851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C5AD286A-FA75-43F1-8810-E4D7349FE719}"/>
              </a:ext>
            </a:extLst>
          </p:cNvPr>
          <p:cNvCxnSpPr>
            <a:cxnSpLocks/>
            <a:stCxn id="52" idx="2"/>
            <a:endCxn id="47" idx="1"/>
          </p:cNvCxnSpPr>
          <p:nvPr/>
        </p:nvCxnSpPr>
        <p:spPr>
          <a:xfrm rot="16200000" flipH="1">
            <a:off x="474695" y="4037841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989359FC-D933-4D85-A9E2-8646A963ACE7}"/>
              </a:ext>
            </a:extLst>
          </p:cNvPr>
          <p:cNvCxnSpPr>
            <a:cxnSpLocks/>
            <a:stCxn id="52" idx="2"/>
            <a:endCxn id="65" idx="1"/>
          </p:cNvCxnSpPr>
          <p:nvPr/>
        </p:nvCxnSpPr>
        <p:spPr>
          <a:xfrm rot="16200000" flipH="1">
            <a:off x="-170629" y="4683166"/>
            <a:ext cx="149806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EEDA5E2D-6FAA-4AC9-BCA4-3838CC0D78BB}"/>
              </a:ext>
            </a:extLst>
          </p:cNvPr>
          <p:cNvCxnSpPr>
            <a:cxnSpLocks/>
            <a:stCxn id="47" idx="2"/>
            <a:endCxn id="50" idx="1"/>
          </p:cNvCxnSpPr>
          <p:nvPr/>
        </p:nvCxnSpPr>
        <p:spPr>
          <a:xfrm rot="16200000" flipH="1">
            <a:off x="605185" y="4440877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FA19AE60-CD8D-4611-93B4-C84C633C0078}"/>
              </a:ext>
            </a:extLst>
          </p:cNvPr>
          <p:cNvCxnSpPr>
            <a:cxnSpLocks/>
            <a:stCxn id="47" idx="2"/>
            <a:endCxn id="59" idx="1"/>
          </p:cNvCxnSpPr>
          <p:nvPr/>
        </p:nvCxnSpPr>
        <p:spPr>
          <a:xfrm rot="16200000" flipH="1">
            <a:off x="476937" y="4569126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BE9AF634-1024-4E38-AB4C-D2B3B9E6B504}"/>
              </a:ext>
            </a:extLst>
          </p:cNvPr>
          <p:cNvCxnSpPr>
            <a:cxnSpLocks/>
            <a:stCxn id="47" idx="2"/>
            <a:endCxn id="62" idx="1"/>
          </p:cNvCxnSpPr>
          <p:nvPr/>
        </p:nvCxnSpPr>
        <p:spPr>
          <a:xfrm rot="16200000" flipH="1">
            <a:off x="359789" y="4686275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F15144F-78C1-4537-A441-8094C1FBDE9B}"/>
              </a:ext>
            </a:extLst>
          </p:cNvPr>
          <p:cNvCxnSpPr>
            <a:cxnSpLocks/>
            <a:stCxn id="65" idx="2"/>
            <a:endCxn id="68" idx="1"/>
          </p:cNvCxnSpPr>
          <p:nvPr/>
        </p:nvCxnSpPr>
        <p:spPr>
          <a:xfrm rot="16200000" flipH="1">
            <a:off x="757893" y="5630886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DE40DDD-9A05-4A87-8918-0E619AFBBE66}"/>
              </a:ext>
            </a:extLst>
          </p:cNvPr>
          <p:cNvCxnSpPr>
            <a:cxnSpLocks/>
            <a:stCxn id="65" idx="2"/>
            <a:endCxn id="72" idx="1"/>
          </p:cNvCxnSpPr>
          <p:nvPr/>
        </p:nvCxnSpPr>
        <p:spPr>
          <a:xfrm rot="16200000" flipH="1">
            <a:off x="635483" y="5753297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6952D84-CF4C-46EA-AD36-23C7E3FA2D8B}"/>
              </a:ext>
            </a:extLst>
          </p:cNvPr>
          <p:cNvCxnSpPr>
            <a:cxnSpLocks/>
            <a:stCxn id="65" idx="2"/>
            <a:endCxn id="74" idx="1"/>
          </p:cNvCxnSpPr>
          <p:nvPr/>
        </p:nvCxnSpPr>
        <p:spPr>
          <a:xfrm rot="16200000" flipH="1">
            <a:off x="512497" y="5876284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6020FBC-33BD-4B37-8F97-20B908A383D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3077" y="4327616"/>
            <a:ext cx="297526" cy="194632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F6FDE800-31A8-42B6-9FBB-8B33B0A67FDD}"/>
              </a:ext>
            </a:extLst>
          </p:cNvPr>
          <p:cNvSpPr txBox="1"/>
          <p:nvPr/>
        </p:nvSpPr>
        <p:spPr>
          <a:xfrm>
            <a:off x="1134369" y="4238378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8A3EDB05-866B-49AB-9714-55F135D5677D}"/>
              </a:ext>
            </a:extLst>
          </p:cNvPr>
          <p:cNvCxnSpPr>
            <a:cxnSpLocks/>
            <a:stCxn id="47" idx="2"/>
            <a:endCxn id="93" idx="1"/>
          </p:cNvCxnSpPr>
          <p:nvPr/>
        </p:nvCxnSpPr>
        <p:spPr>
          <a:xfrm rot="16200000" flipH="1">
            <a:off x="742103" y="4303958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Picture 80">
            <a:extLst>
              <a:ext uri="{FF2B5EF4-FFF2-40B4-BE49-F238E27FC236}">
                <a16:creationId xmlns:a16="http://schemas.microsoft.com/office/drawing/2014/main" id="{37EECF50-9BDF-4E75-98F2-3FB9DEB8FD3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62842" y="2973840"/>
            <a:ext cx="297526" cy="194632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347C7C22-4704-4E29-9C9E-9E2A54C35076}"/>
              </a:ext>
            </a:extLst>
          </p:cNvPr>
          <p:cNvSpPr txBox="1"/>
          <p:nvPr/>
        </p:nvSpPr>
        <p:spPr>
          <a:xfrm>
            <a:off x="1154072" y="289130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83" name="Picture 82">
            <a:extLst>
              <a:ext uri="{FF2B5EF4-FFF2-40B4-BE49-F238E27FC236}">
                <a16:creationId xmlns:a16="http://schemas.microsoft.com/office/drawing/2014/main" id="{0B1038A0-3744-4DF5-86F0-B28288DACA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63016" y="3218905"/>
            <a:ext cx="297526" cy="194632"/>
          </a:xfrm>
          <a:prstGeom prst="rect">
            <a:avLst/>
          </a:prstGeom>
        </p:spPr>
      </p:pic>
      <p:sp>
        <p:nvSpPr>
          <p:cNvPr id="85" name="TextBox 84">
            <a:extLst>
              <a:ext uri="{FF2B5EF4-FFF2-40B4-BE49-F238E27FC236}">
                <a16:creationId xmlns:a16="http://schemas.microsoft.com/office/drawing/2014/main" id="{94F440CF-AE95-4BFC-A455-D42BEF2861C8}"/>
              </a:ext>
            </a:extLst>
          </p:cNvPr>
          <p:cNvSpPr txBox="1"/>
          <p:nvPr/>
        </p:nvSpPr>
        <p:spPr>
          <a:xfrm>
            <a:off x="1315912" y="312560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86" name="Picture 85">
            <a:extLst>
              <a:ext uri="{FF2B5EF4-FFF2-40B4-BE49-F238E27FC236}">
                <a16:creationId xmlns:a16="http://schemas.microsoft.com/office/drawing/2014/main" id="{9689E3DD-E8D3-4781-9C8B-1FB741323A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20089" y="3434910"/>
            <a:ext cx="297526" cy="194632"/>
          </a:xfrm>
          <a:prstGeom prst="rect">
            <a:avLst/>
          </a:prstGeom>
        </p:spPr>
      </p:pic>
      <p:sp>
        <p:nvSpPr>
          <p:cNvPr id="88" name="TextBox 87">
            <a:extLst>
              <a:ext uri="{FF2B5EF4-FFF2-40B4-BE49-F238E27FC236}">
                <a16:creationId xmlns:a16="http://schemas.microsoft.com/office/drawing/2014/main" id="{B7155251-FA2C-44F7-BF01-4C0F1002CCCC}"/>
              </a:ext>
            </a:extLst>
          </p:cNvPr>
          <p:cNvSpPr txBox="1"/>
          <p:nvPr/>
        </p:nvSpPr>
        <p:spPr>
          <a:xfrm>
            <a:off x="1572985" y="334160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89" name="Picture 88">
            <a:extLst>
              <a:ext uri="{FF2B5EF4-FFF2-40B4-BE49-F238E27FC236}">
                <a16:creationId xmlns:a16="http://schemas.microsoft.com/office/drawing/2014/main" id="{7CAD4AC9-5D38-4B30-9EB5-4E148C9561A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20089" y="3643592"/>
            <a:ext cx="276868" cy="243558"/>
          </a:xfrm>
          <a:prstGeom prst="rect">
            <a:avLst/>
          </a:prstGeom>
        </p:spPr>
      </p:pic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913F986D-A545-4762-8A79-0DE42275DA60}"/>
              </a:ext>
            </a:extLst>
          </p:cNvPr>
          <p:cNvCxnSpPr>
            <a:cxnSpLocks/>
            <a:stCxn id="83" idx="1"/>
            <a:endCxn id="81" idx="2"/>
          </p:cNvCxnSpPr>
          <p:nvPr/>
        </p:nvCxnSpPr>
        <p:spPr>
          <a:xfrm rot="10800000">
            <a:off x="1011608" y="316847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9A3C9BDD-6F9F-4AA8-9314-AAC24982C59C}"/>
              </a:ext>
            </a:extLst>
          </p:cNvPr>
          <p:cNvCxnSpPr>
            <a:cxnSpLocks/>
            <a:stCxn id="86" idx="1"/>
            <a:endCxn id="83" idx="2"/>
          </p:cNvCxnSpPr>
          <p:nvPr/>
        </p:nvCxnSpPr>
        <p:spPr>
          <a:xfrm rot="10800000">
            <a:off x="1211779" y="341354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25E85F9-0D9C-4A36-A34C-B41EE71502BE}"/>
              </a:ext>
            </a:extLst>
          </p:cNvPr>
          <p:cNvCxnSpPr>
            <a:cxnSpLocks/>
            <a:stCxn id="89" idx="1"/>
            <a:endCxn id="83" idx="2"/>
          </p:cNvCxnSpPr>
          <p:nvPr/>
        </p:nvCxnSpPr>
        <p:spPr>
          <a:xfrm rot="10800000">
            <a:off x="1211779" y="341353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792291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630806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10137" y="257307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438767" y="249504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792221" y="195162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stubs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9940" y="1972382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629734" y="27933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453" y="281412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640423" y="30535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8142" y="307433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652700" y="332324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344004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649575" y="357972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419" y="362251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915" y="662865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660221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2429773" y="3319398"/>
            <a:ext cx="6211789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743556" y="6395412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2593780" y="3483406"/>
            <a:ext cx="6519161" cy="11422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4E942126-72D0-4F9F-9322-696C6F9B34F3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340877" y="1890329"/>
            <a:ext cx="382722" cy="554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58312" t="11707" r="130" b="24174"/>
          <a:stretch/>
        </p:blipFill>
        <p:spPr>
          <a:xfrm>
            <a:off x="1606182" y="2237076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2187477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232176" y="1999032"/>
            <a:ext cx="646373" cy="1016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0D7D7E3-549E-439A-9A5E-A5F28A959938}"/>
              </a:ext>
            </a:extLst>
          </p:cNvPr>
          <p:cNvCxnSpPr>
            <a:cxnSpLocks/>
            <a:stCxn id="85" idx="2"/>
            <a:endCxn id="36" idx="1"/>
          </p:cNvCxnSpPr>
          <p:nvPr/>
        </p:nvCxnSpPr>
        <p:spPr>
          <a:xfrm rot="16200000" flipH="1">
            <a:off x="238864" y="1699110"/>
            <a:ext cx="1827617" cy="1149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D02E6A38-9E2E-425B-B589-4B2FFBAF553B}"/>
              </a:ext>
            </a:extLst>
          </p:cNvPr>
          <p:cNvSpPr txBox="1"/>
          <p:nvPr/>
        </p:nvSpPr>
        <p:spPr>
          <a:xfrm>
            <a:off x="1649574" y="38249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102" name="Picture 101">
            <a:extLst>
              <a:ext uri="{FF2B5EF4-FFF2-40B4-BE49-F238E27FC236}">
                <a16:creationId xmlns:a16="http://schemas.microsoft.com/office/drawing/2014/main" id="{1E23644B-9F1C-4ECF-9697-869D631F1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1981" y="3886604"/>
            <a:ext cx="258361" cy="274019"/>
          </a:xfrm>
          <a:prstGeom prst="rect">
            <a:avLst/>
          </a:prstGeom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E8FC45D6-7BEC-4E3A-A167-B7F29805227D}"/>
              </a:ext>
            </a:extLst>
          </p:cNvPr>
          <p:cNvSpPr txBox="1"/>
          <p:nvPr/>
        </p:nvSpPr>
        <p:spPr>
          <a:xfrm>
            <a:off x="1649573" y="4065645"/>
            <a:ext cx="15486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servicesMock</a:t>
            </a:r>
            <a:endParaRPr lang="en-DE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AE4E7F0E-3B30-4FAF-8CAA-2A9842A23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165" y="4154054"/>
            <a:ext cx="258361" cy="274019"/>
          </a:xfrm>
          <a:prstGeom prst="rect">
            <a:avLst/>
          </a:prstGeom>
        </p:spPr>
      </p:pic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E05FF65-34B0-4214-9765-A5D17E44D118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286462" y="2840141"/>
            <a:ext cx="183426" cy="385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CF4056-93AA-465F-8FD4-DE6AED8AE7DB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161698" y="2964904"/>
            <a:ext cx="443644" cy="49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820DD633-C007-4A03-A63C-AC2F75374267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033003" y="3093600"/>
            <a:ext cx="713310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D33582E6-4721-4B63-8C4B-339F221648FC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893749" y="3232854"/>
            <a:ext cx="991818" cy="615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823CAD35-DC29-4CD8-8997-B3C0342230F2}"/>
              </a:ext>
            </a:extLst>
          </p:cNvPr>
          <p:cNvCxnSpPr>
            <a:cxnSpLocks/>
            <a:stCxn id="36" idx="2"/>
            <a:endCxn id="102" idx="1"/>
          </p:cNvCxnSpPr>
          <p:nvPr/>
        </p:nvCxnSpPr>
        <p:spPr>
          <a:xfrm rot="16200000" flipH="1">
            <a:off x="762484" y="3364119"/>
            <a:ext cx="1255910" cy="6307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FEA46C9-4D97-451A-8AA0-0D871B6E8688}"/>
              </a:ext>
            </a:extLst>
          </p:cNvPr>
          <p:cNvCxnSpPr>
            <a:cxnSpLocks/>
            <a:stCxn id="36" idx="2"/>
            <a:endCxn id="104" idx="1"/>
          </p:cNvCxnSpPr>
          <p:nvPr/>
        </p:nvCxnSpPr>
        <p:spPr>
          <a:xfrm rot="16200000" flipH="1">
            <a:off x="627851" y="3498752"/>
            <a:ext cx="1523360" cy="612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529154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87958" y="5362459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1532565" y="2939252"/>
            <a:ext cx="4883390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08656" y="4465698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4363121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-658193" y="2596164"/>
            <a:ext cx="3720245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451509" y="4666241"/>
            <a:ext cx="134582" cy="122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4580432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4827676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80182" y="4599355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4818142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337943" y="4779809"/>
            <a:ext cx="35336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5077405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5044642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1227709" y="4890042"/>
            <a:ext cx="57986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231013" y="5631800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55581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584089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280" y="5869408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610325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9172" y="6128921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5595957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307535" y="5898673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6182323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387" y="5294196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264513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382957" y="2838454"/>
            <a:ext cx="4495644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2924" y="5047019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95309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541427" y="2996925"/>
            <a:ext cx="4795046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35017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472218" y="4429646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168320" y="4223061"/>
            <a:ext cx="444077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650200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6421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672510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581931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573845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64117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585603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140438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132352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418132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64100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683210" y="3138707"/>
            <a:ext cx="512879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1824303" y="3279800"/>
            <a:ext cx="541098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1962464" y="3417961"/>
            <a:ext cx="568730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101311" y="3556808"/>
            <a:ext cx="5964998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/>
              <a:t>Machine</a:t>
            </a:r>
            <a:endParaRPr lang="en-GB" dirty="0"/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101197" y="1337929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‘Machine’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Platform</a:t>
            </a:r>
          </a:p>
          <a:p>
            <a:pPr algn="ctr"/>
            <a:r>
              <a:rPr lang="en-GB" dirty="0"/>
              <a:t>I/O Format</a:t>
            </a:r>
            <a:endParaRPr lang="en-DE" dirty="0"/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030157" y="1445937"/>
            <a:ext cx="9482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>
              <a:lnSpc>
                <a:spcPct val="150000"/>
              </a:lnSpc>
              <a:buNone/>
            </a:pPr>
            <a:endParaRPr lang="en-US" sz="1451" spc="-1" dirty="0">
              <a:latin typeface="FreeMono"/>
            </a:endParaRP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666666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>
              <a:lnSpc>
                <a:spcPct val="150000"/>
              </a:lnSpc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Ecs_Svc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 err="1">
                <a:latin typeface="Arial"/>
              </a:rPr>
              <a:t>EcsSvc</a:t>
            </a:r>
            <a:r>
              <a:rPr lang="en-US" sz="1451" spc="-1" dirty="0">
                <a:latin typeface="Arial"/>
              </a:rPr>
              <a:t>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EEEEEE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 dirty="0">
                <a:latin typeface="Arial"/>
              </a:rPr>
              <a:t>C1Ecs_C2Svc_</a:t>
            </a:r>
            <a:r>
              <a:rPr lang="en-GB" dirty="0" err="1"/>
              <a:t>AllApps</a:t>
            </a:r>
            <a:endParaRPr lang="en-US" sz="1451" spc="-1" dirty="0">
              <a:latin typeface="Arial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9919674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A completed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Not exist yet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5B9BD5">
              <a:lumMod val="75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Jar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4083</Words>
  <Application>Microsoft Office PowerPoint</Application>
  <PresentationFormat>Widescreen</PresentationFormat>
  <Paragraphs>1777</Paragraphs>
  <Slides>54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977</cp:revision>
  <dcterms:created xsi:type="dcterms:W3CDTF">2020-11-26T09:53:59Z</dcterms:created>
  <dcterms:modified xsi:type="dcterms:W3CDTF">2025-12-17T14:28:53Z</dcterms:modified>
</cp:coreProperties>
</file>